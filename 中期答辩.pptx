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1102" r:id="rId3"/>
    <p:sldId id="1085" r:id="rId4"/>
    <p:sldId id="1124" r:id="rId5"/>
    <p:sldId id="1108" r:id="rId6"/>
    <p:sldId id="1088" r:id="rId7"/>
    <p:sldId id="1128" r:id="rId8"/>
    <p:sldId id="1130" r:id="rId9"/>
    <p:sldId id="1087" r:id="rId10"/>
    <p:sldId id="1133" r:id="rId11"/>
    <p:sldId id="1131" r:id="rId12"/>
    <p:sldId id="1132" r:id="rId13"/>
    <p:sldId id="1134" r:id="rId14"/>
    <p:sldId id="1136" r:id="rId15"/>
    <p:sldId id="1135" r:id="rId16"/>
    <p:sldId id="1137" r:id="rId17"/>
    <p:sldId id="1138" r:id="rId18"/>
    <p:sldId id="1101" r:id="rId19"/>
    <p:sldId id="1114" r:id="rId20"/>
    <p:sldId id="1141" r:id="rId21"/>
    <p:sldId id="1115" r:id="rId22"/>
    <p:sldId id="277" r:id="rId23"/>
  </p:sldIdLst>
  <p:sldSz cx="12192000" cy="6858000"/>
  <p:notesSz cx="12192000" cy="6858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4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aoxiao Brown" initials="xB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21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6" autoAdjust="0"/>
    <p:restoredTop sz="94660"/>
  </p:normalViewPr>
  <p:slideViewPr>
    <p:cSldViewPr>
      <p:cViewPr varScale="1">
        <p:scale>
          <a:sx n="83" d="100"/>
          <a:sy n="83" d="100"/>
        </p:scale>
        <p:origin x="258" y="54"/>
      </p:cViewPr>
      <p:guideLst>
        <p:guide orient="horz" pos="2880"/>
        <p:guide pos="214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12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EF1761-F247-425A-B5CA-9EDC1CD776C2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7F4B47-FA6C-4B14-AE23-6BB39E222E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1620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37B9F-77F2-DC01-6B1E-DE49694B6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977A2CA-E147-23E7-E1BF-BC1B13D102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14BE80-3A27-9433-AA28-3967325B97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32DDC9-F95E-B031-69B0-B85619ADF9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7F4B47-FA6C-4B14-AE23-6BB39E222E0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4388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7F4B47-FA6C-4B14-AE23-6BB39E222E0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8022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522"/>
            <a:ext cx="12191999" cy="68564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79B9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085151"/>
            <a:ext cx="12191999" cy="46640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1505711"/>
            <a:ext cx="12192000" cy="3848100"/>
          </a:xfrm>
          <a:custGeom>
            <a:avLst/>
            <a:gdLst/>
            <a:ahLst/>
            <a:cxnLst/>
            <a:rect l="l" t="t" r="r" b="b"/>
            <a:pathLst>
              <a:path w="12192000" h="3848100">
                <a:moveTo>
                  <a:pt x="12192000" y="0"/>
                </a:moveTo>
                <a:lnTo>
                  <a:pt x="0" y="0"/>
                </a:lnTo>
                <a:lnTo>
                  <a:pt x="0" y="3848100"/>
                </a:lnTo>
                <a:lnTo>
                  <a:pt x="12192000" y="38481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2825495" y="3962400"/>
            <a:ext cx="463550" cy="485140"/>
          </a:xfrm>
          <a:custGeom>
            <a:avLst/>
            <a:gdLst/>
            <a:ahLst/>
            <a:cxnLst/>
            <a:rect l="l" t="t" r="r" b="b"/>
            <a:pathLst>
              <a:path w="463550" h="485139">
                <a:moveTo>
                  <a:pt x="351281" y="0"/>
                </a:moveTo>
                <a:lnTo>
                  <a:pt x="350393" y="5714"/>
                </a:lnTo>
                <a:lnTo>
                  <a:pt x="349885" y="10541"/>
                </a:lnTo>
                <a:lnTo>
                  <a:pt x="347980" y="20574"/>
                </a:lnTo>
                <a:lnTo>
                  <a:pt x="341249" y="38226"/>
                </a:lnTo>
                <a:lnTo>
                  <a:pt x="332613" y="53467"/>
                </a:lnTo>
                <a:lnTo>
                  <a:pt x="324993" y="69214"/>
                </a:lnTo>
                <a:lnTo>
                  <a:pt x="319659" y="81661"/>
                </a:lnTo>
                <a:lnTo>
                  <a:pt x="315468" y="93091"/>
                </a:lnTo>
                <a:lnTo>
                  <a:pt x="310642" y="105029"/>
                </a:lnTo>
                <a:lnTo>
                  <a:pt x="304927" y="116458"/>
                </a:lnTo>
                <a:lnTo>
                  <a:pt x="297180" y="128905"/>
                </a:lnTo>
                <a:lnTo>
                  <a:pt x="289052" y="141350"/>
                </a:lnTo>
                <a:lnTo>
                  <a:pt x="284734" y="147574"/>
                </a:lnTo>
                <a:lnTo>
                  <a:pt x="280924" y="153797"/>
                </a:lnTo>
                <a:lnTo>
                  <a:pt x="242697" y="173736"/>
                </a:lnTo>
                <a:lnTo>
                  <a:pt x="230631" y="174751"/>
                </a:lnTo>
                <a:lnTo>
                  <a:pt x="219710" y="174751"/>
                </a:lnTo>
                <a:lnTo>
                  <a:pt x="213995" y="174244"/>
                </a:lnTo>
                <a:lnTo>
                  <a:pt x="203454" y="172338"/>
                </a:lnTo>
                <a:lnTo>
                  <a:pt x="198628" y="170942"/>
                </a:lnTo>
                <a:lnTo>
                  <a:pt x="189484" y="166116"/>
                </a:lnTo>
                <a:lnTo>
                  <a:pt x="183769" y="166624"/>
                </a:lnTo>
                <a:lnTo>
                  <a:pt x="179451" y="167639"/>
                </a:lnTo>
                <a:lnTo>
                  <a:pt x="180467" y="171450"/>
                </a:lnTo>
                <a:lnTo>
                  <a:pt x="187579" y="182880"/>
                </a:lnTo>
                <a:lnTo>
                  <a:pt x="220599" y="214375"/>
                </a:lnTo>
                <a:lnTo>
                  <a:pt x="235966" y="221995"/>
                </a:lnTo>
                <a:lnTo>
                  <a:pt x="234950" y="226822"/>
                </a:lnTo>
                <a:lnTo>
                  <a:pt x="233045" y="231520"/>
                </a:lnTo>
                <a:lnTo>
                  <a:pt x="231648" y="236347"/>
                </a:lnTo>
                <a:lnTo>
                  <a:pt x="229743" y="241173"/>
                </a:lnTo>
                <a:lnTo>
                  <a:pt x="224409" y="250189"/>
                </a:lnTo>
                <a:lnTo>
                  <a:pt x="218694" y="258318"/>
                </a:lnTo>
                <a:lnTo>
                  <a:pt x="205740" y="274066"/>
                </a:lnTo>
                <a:lnTo>
                  <a:pt x="194818" y="289306"/>
                </a:lnTo>
                <a:lnTo>
                  <a:pt x="167005" y="330454"/>
                </a:lnTo>
                <a:lnTo>
                  <a:pt x="136398" y="369062"/>
                </a:lnTo>
                <a:lnTo>
                  <a:pt x="110998" y="395858"/>
                </a:lnTo>
                <a:lnTo>
                  <a:pt x="102362" y="404368"/>
                </a:lnTo>
                <a:lnTo>
                  <a:pt x="93345" y="412495"/>
                </a:lnTo>
                <a:lnTo>
                  <a:pt x="83820" y="420624"/>
                </a:lnTo>
                <a:lnTo>
                  <a:pt x="64643" y="435991"/>
                </a:lnTo>
                <a:lnTo>
                  <a:pt x="49784" y="447420"/>
                </a:lnTo>
                <a:lnTo>
                  <a:pt x="35433" y="459358"/>
                </a:lnTo>
                <a:lnTo>
                  <a:pt x="27812" y="465074"/>
                </a:lnTo>
                <a:lnTo>
                  <a:pt x="19177" y="470281"/>
                </a:lnTo>
                <a:lnTo>
                  <a:pt x="14859" y="473201"/>
                </a:lnTo>
                <a:lnTo>
                  <a:pt x="10033" y="475106"/>
                </a:lnTo>
                <a:lnTo>
                  <a:pt x="5206" y="476504"/>
                </a:lnTo>
                <a:lnTo>
                  <a:pt x="0" y="478408"/>
                </a:lnTo>
                <a:lnTo>
                  <a:pt x="0" y="484631"/>
                </a:lnTo>
                <a:lnTo>
                  <a:pt x="8636" y="484631"/>
                </a:lnTo>
                <a:lnTo>
                  <a:pt x="57404" y="470788"/>
                </a:lnTo>
                <a:lnTo>
                  <a:pt x="91948" y="450214"/>
                </a:lnTo>
                <a:lnTo>
                  <a:pt x="118237" y="433577"/>
                </a:lnTo>
                <a:lnTo>
                  <a:pt x="162306" y="404368"/>
                </a:lnTo>
                <a:lnTo>
                  <a:pt x="195326" y="375285"/>
                </a:lnTo>
                <a:lnTo>
                  <a:pt x="212471" y="354711"/>
                </a:lnTo>
                <a:lnTo>
                  <a:pt x="242189" y="324231"/>
                </a:lnTo>
                <a:lnTo>
                  <a:pt x="249809" y="313689"/>
                </a:lnTo>
                <a:lnTo>
                  <a:pt x="252222" y="309880"/>
                </a:lnTo>
                <a:lnTo>
                  <a:pt x="255143" y="302260"/>
                </a:lnTo>
                <a:lnTo>
                  <a:pt x="259461" y="303656"/>
                </a:lnTo>
                <a:lnTo>
                  <a:pt x="263271" y="305562"/>
                </a:lnTo>
                <a:lnTo>
                  <a:pt x="268986" y="310895"/>
                </a:lnTo>
                <a:lnTo>
                  <a:pt x="274193" y="317500"/>
                </a:lnTo>
                <a:lnTo>
                  <a:pt x="278511" y="324231"/>
                </a:lnTo>
                <a:lnTo>
                  <a:pt x="283845" y="330835"/>
                </a:lnTo>
                <a:lnTo>
                  <a:pt x="310642" y="372363"/>
                </a:lnTo>
                <a:lnTo>
                  <a:pt x="313436" y="379602"/>
                </a:lnTo>
                <a:lnTo>
                  <a:pt x="316865" y="386333"/>
                </a:lnTo>
                <a:lnTo>
                  <a:pt x="335534" y="412495"/>
                </a:lnTo>
                <a:lnTo>
                  <a:pt x="339344" y="415925"/>
                </a:lnTo>
                <a:lnTo>
                  <a:pt x="343662" y="418211"/>
                </a:lnTo>
                <a:lnTo>
                  <a:pt x="347980" y="421131"/>
                </a:lnTo>
                <a:lnTo>
                  <a:pt x="352298" y="423544"/>
                </a:lnTo>
                <a:lnTo>
                  <a:pt x="356616" y="426847"/>
                </a:lnTo>
                <a:lnTo>
                  <a:pt x="359410" y="430656"/>
                </a:lnTo>
                <a:lnTo>
                  <a:pt x="373380" y="430656"/>
                </a:lnTo>
                <a:lnTo>
                  <a:pt x="413004" y="410591"/>
                </a:lnTo>
                <a:lnTo>
                  <a:pt x="414909" y="408686"/>
                </a:lnTo>
                <a:lnTo>
                  <a:pt x="416433" y="406273"/>
                </a:lnTo>
                <a:lnTo>
                  <a:pt x="418338" y="404368"/>
                </a:lnTo>
                <a:lnTo>
                  <a:pt x="423037" y="401574"/>
                </a:lnTo>
                <a:lnTo>
                  <a:pt x="428370" y="399161"/>
                </a:lnTo>
                <a:lnTo>
                  <a:pt x="433578" y="396239"/>
                </a:lnTo>
                <a:lnTo>
                  <a:pt x="450850" y="390525"/>
                </a:lnTo>
                <a:lnTo>
                  <a:pt x="461391" y="386333"/>
                </a:lnTo>
                <a:lnTo>
                  <a:pt x="461899" y="384301"/>
                </a:lnTo>
                <a:lnTo>
                  <a:pt x="463295" y="382905"/>
                </a:lnTo>
                <a:lnTo>
                  <a:pt x="462788" y="378206"/>
                </a:lnTo>
                <a:lnTo>
                  <a:pt x="461391" y="374776"/>
                </a:lnTo>
                <a:lnTo>
                  <a:pt x="417322" y="374776"/>
                </a:lnTo>
                <a:lnTo>
                  <a:pt x="406400" y="373888"/>
                </a:lnTo>
                <a:lnTo>
                  <a:pt x="395859" y="372363"/>
                </a:lnTo>
                <a:lnTo>
                  <a:pt x="390525" y="370967"/>
                </a:lnTo>
                <a:lnTo>
                  <a:pt x="385699" y="370077"/>
                </a:lnTo>
                <a:lnTo>
                  <a:pt x="333629" y="340868"/>
                </a:lnTo>
                <a:lnTo>
                  <a:pt x="309245" y="319405"/>
                </a:lnTo>
                <a:lnTo>
                  <a:pt x="283845" y="298957"/>
                </a:lnTo>
                <a:lnTo>
                  <a:pt x="270383" y="289306"/>
                </a:lnTo>
                <a:lnTo>
                  <a:pt x="270891" y="285495"/>
                </a:lnTo>
                <a:lnTo>
                  <a:pt x="278130" y="270256"/>
                </a:lnTo>
                <a:lnTo>
                  <a:pt x="302514" y="232029"/>
                </a:lnTo>
                <a:lnTo>
                  <a:pt x="324993" y="207644"/>
                </a:lnTo>
                <a:lnTo>
                  <a:pt x="330200" y="204343"/>
                </a:lnTo>
                <a:lnTo>
                  <a:pt x="336042" y="202945"/>
                </a:lnTo>
                <a:lnTo>
                  <a:pt x="341756" y="201041"/>
                </a:lnTo>
                <a:lnTo>
                  <a:pt x="347980" y="199644"/>
                </a:lnTo>
                <a:lnTo>
                  <a:pt x="359918" y="197612"/>
                </a:lnTo>
                <a:lnTo>
                  <a:pt x="372872" y="193801"/>
                </a:lnTo>
                <a:lnTo>
                  <a:pt x="384810" y="189611"/>
                </a:lnTo>
                <a:lnTo>
                  <a:pt x="397764" y="183769"/>
                </a:lnTo>
                <a:lnTo>
                  <a:pt x="404876" y="181482"/>
                </a:lnTo>
                <a:lnTo>
                  <a:pt x="411099" y="178054"/>
                </a:lnTo>
                <a:lnTo>
                  <a:pt x="416814" y="174244"/>
                </a:lnTo>
                <a:lnTo>
                  <a:pt x="422148" y="171450"/>
                </a:lnTo>
                <a:lnTo>
                  <a:pt x="427863" y="163830"/>
                </a:lnTo>
                <a:lnTo>
                  <a:pt x="433196" y="156082"/>
                </a:lnTo>
                <a:lnTo>
                  <a:pt x="432689" y="150875"/>
                </a:lnTo>
                <a:lnTo>
                  <a:pt x="431673" y="146557"/>
                </a:lnTo>
                <a:lnTo>
                  <a:pt x="418846" y="144144"/>
                </a:lnTo>
                <a:lnTo>
                  <a:pt x="404368" y="142239"/>
                </a:lnTo>
                <a:lnTo>
                  <a:pt x="372872" y="141350"/>
                </a:lnTo>
                <a:lnTo>
                  <a:pt x="372872" y="147955"/>
                </a:lnTo>
                <a:lnTo>
                  <a:pt x="357505" y="150875"/>
                </a:lnTo>
                <a:lnTo>
                  <a:pt x="342646" y="152781"/>
                </a:lnTo>
                <a:lnTo>
                  <a:pt x="344170" y="146557"/>
                </a:lnTo>
                <a:lnTo>
                  <a:pt x="346456" y="140843"/>
                </a:lnTo>
                <a:lnTo>
                  <a:pt x="348869" y="135636"/>
                </a:lnTo>
                <a:lnTo>
                  <a:pt x="357505" y="120268"/>
                </a:lnTo>
                <a:lnTo>
                  <a:pt x="362839" y="110236"/>
                </a:lnTo>
                <a:lnTo>
                  <a:pt x="367156" y="99822"/>
                </a:lnTo>
                <a:lnTo>
                  <a:pt x="369951" y="89788"/>
                </a:lnTo>
                <a:lnTo>
                  <a:pt x="371856" y="84962"/>
                </a:lnTo>
                <a:lnTo>
                  <a:pt x="374269" y="80644"/>
                </a:lnTo>
                <a:lnTo>
                  <a:pt x="376174" y="75945"/>
                </a:lnTo>
                <a:lnTo>
                  <a:pt x="381889" y="66801"/>
                </a:lnTo>
                <a:lnTo>
                  <a:pt x="385318" y="62611"/>
                </a:lnTo>
                <a:lnTo>
                  <a:pt x="388620" y="57785"/>
                </a:lnTo>
                <a:lnTo>
                  <a:pt x="390525" y="52577"/>
                </a:lnTo>
                <a:lnTo>
                  <a:pt x="390525" y="26288"/>
                </a:lnTo>
                <a:lnTo>
                  <a:pt x="382397" y="17652"/>
                </a:lnTo>
                <a:lnTo>
                  <a:pt x="374777" y="9017"/>
                </a:lnTo>
                <a:lnTo>
                  <a:pt x="370459" y="5714"/>
                </a:lnTo>
                <a:lnTo>
                  <a:pt x="365125" y="2920"/>
                </a:lnTo>
                <a:lnTo>
                  <a:pt x="362331" y="1905"/>
                </a:lnTo>
                <a:lnTo>
                  <a:pt x="358902" y="1397"/>
                </a:lnTo>
                <a:lnTo>
                  <a:pt x="355092" y="507"/>
                </a:lnTo>
                <a:lnTo>
                  <a:pt x="351281" y="0"/>
                </a:lnTo>
                <a:close/>
              </a:path>
            </a:pathLst>
          </a:custGeom>
          <a:solidFill>
            <a:srgbClr val="332C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2058923" y="3944111"/>
            <a:ext cx="230124" cy="11887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2016251" y="4088891"/>
            <a:ext cx="213360" cy="10515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917192" y="4194047"/>
            <a:ext cx="408940" cy="264160"/>
          </a:xfrm>
          <a:custGeom>
            <a:avLst/>
            <a:gdLst/>
            <a:ahLst/>
            <a:cxnLst/>
            <a:rect l="l" t="t" r="r" b="b"/>
            <a:pathLst>
              <a:path w="408939" h="264160">
                <a:moveTo>
                  <a:pt x="225551" y="0"/>
                </a:moveTo>
                <a:lnTo>
                  <a:pt x="215519" y="0"/>
                </a:lnTo>
                <a:lnTo>
                  <a:pt x="214502" y="6222"/>
                </a:lnTo>
                <a:lnTo>
                  <a:pt x="213106" y="12826"/>
                </a:lnTo>
                <a:lnTo>
                  <a:pt x="211200" y="20065"/>
                </a:lnTo>
                <a:lnTo>
                  <a:pt x="201549" y="39115"/>
                </a:lnTo>
                <a:lnTo>
                  <a:pt x="193928" y="49149"/>
                </a:lnTo>
                <a:lnTo>
                  <a:pt x="193928" y="51053"/>
                </a:lnTo>
                <a:lnTo>
                  <a:pt x="192531" y="51053"/>
                </a:lnTo>
                <a:lnTo>
                  <a:pt x="188213" y="44322"/>
                </a:lnTo>
                <a:lnTo>
                  <a:pt x="175259" y="30479"/>
                </a:lnTo>
                <a:lnTo>
                  <a:pt x="166624" y="23368"/>
                </a:lnTo>
                <a:lnTo>
                  <a:pt x="162306" y="20446"/>
                </a:lnTo>
                <a:lnTo>
                  <a:pt x="158495" y="17144"/>
                </a:lnTo>
                <a:lnTo>
                  <a:pt x="149351" y="11937"/>
                </a:lnTo>
                <a:lnTo>
                  <a:pt x="140334" y="8127"/>
                </a:lnTo>
                <a:lnTo>
                  <a:pt x="135508" y="6731"/>
                </a:lnTo>
                <a:lnTo>
                  <a:pt x="131699" y="6222"/>
                </a:lnTo>
                <a:lnTo>
                  <a:pt x="132587" y="10921"/>
                </a:lnTo>
                <a:lnTo>
                  <a:pt x="134112" y="15747"/>
                </a:lnTo>
                <a:lnTo>
                  <a:pt x="136906" y="20446"/>
                </a:lnTo>
                <a:lnTo>
                  <a:pt x="139319" y="25272"/>
                </a:lnTo>
                <a:lnTo>
                  <a:pt x="146050" y="33908"/>
                </a:lnTo>
                <a:lnTo>
                  <a:pt x="169544" y="61975"/>
                </a:lnTo>
                <a:lnTo>
                  <a:pt x="172338" y="66293"/>
                </a:lnTo>
                <a:lnTo>
                  <a:pt x="175259" y="71500"/>
                </a:lnTo>
                <a:lnTo>
                  <a:pt x="177672" y="76326"/>
                </a:lnTo>
                <a:lnTo>
                  <a:pt x="179577" y="81533"/>
                </a:lnTo>
                <a:lnTo>
                  <a:pt x="169544" y="94360"/>
                </a:lnTo>
                <a:lnTo>
                  <a:pt x="160908" y="107695"/>
                </a:lnTo>
                <a:lnTo>
                  <a:pt x="153162" y="122046"/>
                </a:lnTo>
                <a:lnTo>
                  <a:pt x="144652" y="136397"/>
                </a:lnTo>
                <a:lnTo>
                  <a:pt x="140715" y="141096"/>
                </a:lnTo>
                <a:lnTo>
                  <a:pt x="136906" y="146303"/>
                </a:lnTo>
                <a:lnTo>
                  <a:pt x="132587" y="150240"/>
                </a:lnTo>
                <a:lnTo>
                  <a:pt x="118237" y="164464"/>
                </a:lnTo>
                <a:lnTo>
                  <a:pt x="110616" y="173989"/>
                </a:lnTo>
                <a:lnTo>
                  <a:pt x="101091" y="185419"/>
                </a:lnTo>
                <a:lnTo>
                  <a:pt x="84327" y="204469"/>
                </a:lnTo>
                <a:lnTo>
                  <a:pt x="73278" y="215519"/>
                </a:lnTo>
                <a:lnTo>
                  <a:pt x="67563" y="219328"/>
                </a:lnTo>
                <a:lnTo>
                  <a:pt x="57912" y="226440"/>
                </a:lnTo>
                <a:lnTo>
                  <a:pt x="35940" y="237870"/>
                </a:lnTo>
                <a:lnTo>
                  <a:pt x="24383" y="242696"/>
                </a:lnTo>
                <a:lnTo>
                  <a:pt x="19176" y="244094"/>
                </a:lnTo>
                <a:lnTo>
                  <a:pt x="13462" y="244601"/>
                </a:lnTo>
                <a:lnTo>
                  <a:pt x="5206" y="245999"/>
                </a:lnTo>
                <a:lnTo>
                  <a:pt x="2920" y="247395"/>
                </a:lnTo>
                <a:lnTo>
                  <a:pt x="0" y="247395"/>
                </a:lnTo>
                <a:lnTo>
                  <a:pt x="2412" y="252729"/>
                </a:lnTo>
                <a:lnTo>
                  <a:pt x="16763" y="253619"/>
                </a:lnTo>
                <a:lnTo>
                  <a:pt x="23494" y="253619"/>
                </a:lnTo>
                <a:lnTo>
                  <a:pt x="29718" y="253110"/>
                </a:lnTo>
                <a:lnTo>
                  <a:pt x="36449" y="252221"/>
                </a:lnTo>
                <a:lnTo>
                  <a:pt x="41656" y="250825"/>
                </a:lnTo>
                <a:lnTo>
                  <a:pt x="47370" y="249808"/>
                </a:lnTo>
                <a:lnTo>
                  <a:pt x="109219" y="217931"/>
                </a:lnTo>
                <a:lnTo>
                  <a:pt x="140715" y="195960"/>
                </a:lnTo>
                <a:lnTo>
                  <a:pt x="167131" y="171576"/>
                </a:lnTo>
                <a:lnTo>
                  <a:pt x="173862" y="164972"/>
                </a:lnTo>
                <a:lnTo>
                  <a:pt x="179577" y="158241"/>
                </a:lnTo>
                <a:lnTo>
                  <a:pt x="191515" y="142494"/>
                </a:lnTo>
                <a:lnTo>
                  <a:pt x="203962" y="124459"/>
                </a:lnTo>
                <a:lnTo>
                  <a:pt x="207390" y="124459"/>
                </a:lnTo>
                <a:lnTo>
                  <a:pt x="215519" y="141096"/>
                </a:lnTo>
                <a:lnTo>
                  <a:pt x="233680" y="173100"/>
                </a:lnTo>
                <a:lnTo>
                  <a:pt x="251840" y="208787"/>
                </a:lnTo>
                <a:lnTo>
                  <a:pt x="260476" y="224027"/>
                </a:lnTo>
                <a:lnTo>
                  <a:pt x="262381" y="227837"/>
                </a:lnTo>
                <a:lnTo>
                  <a:pt x="265302" y="231266"/>
                </a:lnTo>
                <a:lnTo>
                  <a:pt x="271525" y="237489"/>
                </a:lnTo>
                <a:lnTo>
                  <a:pt x="275335" y="240283"/>
                </a:lnTo>
                <a:lnTo>
                  <a:pt x="283971" y="247395"/>
                </a:lnTo>
                <a:lnTo>
                  <a:pt x="293496" y="253110"/>
                </a:lnTo>
                <a:lnTo>
                  <a:pt x="298322" y="255524"/>
                </a:lnTo>
                <a:lnTo>
                  <a:pt x="303149" y="258444"/>
                </a:lnTo>
                <a:lnTo>
                  <a:pt x="308863" y="260731"/>
                </a:lnTo>
                <a:lnTo>
                  <a:pt x="315087" y="262635"/>
                </a:lnTo>
                <a:lnTo>
                  <a:pt x="321309" y="263651"/>
                </a:lnTo>
                <a:lnTo>
                  <a:pt x="328421" y="263651"/>
                </a:lnTo>
                <a:lnTo>
                  <a:pt x="335660" y="262635"/>
                </a:lnTo>
                <a:lnTo>
                  <a:pt x="341883" y="260350"/>
                </a:lnTo>
                <a:lnTo>
                  <a:pt x="349503" y="258444"/>
                </a:lnTo>
                <a:lnTo>
                  <a:pt x="356743" y="255524"/>
                </a:lnTo>
                <a:lnTo>
                  <a:pt x="363855" y="254126"/>
                </a:lnTo>
                <a:lnTo>
                  <a:pt x="388746" y="254126"/>
                </a:lnTo>
                <a:lnTo>
                  <a:pt x="394081" y="252729"/>
                </a:lnTo>
                <a:lnTo>
                  <a:pt x="398906" y="250316"/>
                </a:lnTo>
                <a:lnTo>
                  <a:pt x="403606" y="248412"/>
                </a:lnTo>
                <a:lnTo>
                  <a:pt x="408431" y="245490"/>
                </a:lnTo>
                <a:lnTo>
                  <a:pt x="370585" y="225551"/>
                </a:lnTo>
                <a:lnTo>
                  <a:pt x="360552" y="222122"/>
                </a:lnTo>
                <a:lnTo>
                  <a:pt x="345694" y="216407"/>
                </a:lnTo>
                <a:lnTo>
                  <a:pt x="339470" y="211200"/>
                </a:lnTo>
                <a:lnTo>
                  <a:pt x="336550" y="208406"/>
                </a:lnTo>
                <a:lnTo>
                  <a:pt x="334263" y="205485"/>
                </a:lnTo>
                <a:lnTo>
                  <a:pt x="322706" y="193039"/>
                </a:lnTo>
                <a:lnTo>
                  <a:pt x="289687" y="162051"/>
                </a:lnTo>
                <a:lnTo>
                  <a:pt x="261874" y="126364"/>
                </a:lnTo>
                <a:lnTo>
                  <a:pt x="256666" y="118237"/>
                </a:lnTo>
                <a:lnTo>
                  <a:pt x="251332" y="110616"/>
                </a:lnTo>
                <a:lnTo>
                  <a:pt x="249427" y="106806"/>
                </a:lnTo>
                <a:lnTo>
                  <a:pt x="246633" y="102996"/>
                </a:lnTo>
                <a:lnTo>
                  <a:pt x="243712" y="100075"/>
                </a:lnTo>
                <a:lnTo>
                  <a:pt x="240410" y="96265"/>
                </a:lnTo>
                <a:lnTo>
                  <a:pt x="254762" y="77724"/>
                </a:lnTo>
                <a:lnTo>
                  <a:pt x="259969" y="72516"/>
                </a:lnTo>
                <a:lnTo>
                  <a:pt x="261493" y="69087"/>
                </a:lnTo>
                <a:lnTo>
                  <a:pt x="262889" y="65277"/>
                </a:lnTo>
                <a:lnTo>
                  <a:pt x="263397" y="61975"/>
                </a:lnTo>
                <a:lnTo>
                  <a:pt x="264794" y="58165"/>
                </a:lnTo>
                <a:lnTo>
                  <a:pt x="265302" y="49529"/>
                </a:lnTo>
                <a:lnTo>
                  <a:pt x="265302" y="41020"/>
                </a:lnTo>
                <a:lnTo>
                  <a:pt x="260476" y="35813"/>
                </a:lnTo>
                <a:lnTo>
                  <a:pt x="248538" y="17652"/>
                </a:lnTo>
                <a:lnTo>
                  <a:pt x="246125" y="15239"/>
                </a:lnTo>
                <a:lnTo>
                  <a:pt x="243205" y="12826"/>
                </a:lnTo>
                <a:lnTo>
                  <a:pt x="240410" y="10921"/>
                </a:lnTo>
                <a:lnTo>
                  <a:pt x="236474" y="9016"/>
                </a:lnTo>
                <a:lnTo>
                  <a:pt x="230758" y="5206"/>
                </a:lnTo>
                <a:lnTo>
                  <a:pt x="225551" y="0"/>
                </a:lnTo>
                <a:close/>
              </a:path>
            </a:pathLst>
          </a:custGeom>
          <a:solidFill>
            <a:srgbClr val="332C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861060" y="3843528"/>
            <a:ext cx="2936748" cy="8991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633727" y="2122932"/>
            <a:ext cx="1402080" cy="15621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5144261" y="3787902"/>
            <a:ext cx="6236335" cy="193675"/>
          </a:xfrm>
          <a:custGeom>
            <a:avLst/>
            <a:gdLst/>
            <a:ahLst/>
            <a:cxnLst/>
            <a:rect l="l" t="t" r="r" b="b"/>
            <a:pathLst>
              <a:path w="6236334" h="193675">
                <a:moveTo>
                  <a:pt x="6236208" y="0"/>
                </a:moveTo>
                <a:lnTo>
                  <a:pt x="496950" y="0"/>
                </a:lnTo>
                <a:lnTo>
                  <a:pt x="225805" y="193548"/>
                </a:lnTo>
                <a:lnTo>
                  <a:pt x="225663" y="144946"/>
                </a:lnTo>
                <a:lnTo>
                  <a:pt x="224662" y="96774"/>
                </a:lnTo>
                <a:lnTo>
                  <a:pt x="223662" y="48601"/>
                </a:lnTo>
                <a:lnTo>
                  <a:pt x="223520" y="0"/>
                </a:lnTo>
                <a:lnTo>
                  <a:pt x="0" y="0"/>
                </a:lnTo>
              </a:path>
            </a:pathLst>
          </a:custGeom>
          <a:ln w="28574">
            <a:solidFill>
              <a:srgbClr val="0079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60856" y="2981960"/>
            <a:ext cx="10670286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404040"/>
                </a:solidFill>
                <a:latin typeface="UKIJ CJK"/>
                <a:cs typeface="UKIJ CJK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5" dirty="0"/>
              <a:t>竢 实 扬</a:t>
            </a:r>
            <a:r>
              <a:rPr spc="160" dirty="0"/>
              <a:t> </a:t>
            </a:r>
            <a:r>
              <a:rPr spc="5" dirty="0"/>
              <a:t>华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404040"/>
                </a:solidFill>
                <a:latin typeface="UKIJ CJK"/>
                <a:cs typeface="UKIJ CJK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5" dirty="0"/>
              <a:t>自 强 不</a:t>
            </a:r>
            <a:r>
              <a:rPr spc="170" dirty="0"/>
              <a:t> </a:t>
            </a:r>
            <a:r>
              <a:rPr spc="5" dirty="0"/>
              <a:t>息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585858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375"/>
              </a:lnSpc>
            </a:pPr>
            <a:r>
              <a:rPr spc="65" dirty="0"/>
              <a:t>Page</a:t>
            </a:r>
            <a:r>
              <a:rPr spc="12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1999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789919" y="337058"/>
            <a:ext cx="958596" cy="2923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320535" y="275081"/>
            <a:ext cx="391659" cy="4381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21920"/>
            <a:ext cx="341375" cy="6995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121920"/>
            <a:ext cx="341376" cy="6995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121920"/>
            <a:ext cx="341630" cy="699770"/>
          </a:xfrm>
          <a:custGeom>
            <a:avLst/>
            <a:gdLst/>
            <a:ahLst/>
            <a:cxnLst/>
            <a:rect l="l" t="t" r="r" b="b"/>
            <a:pathLst>
              <a:path w="341630" h="699769">
                <a:moveTo>
                  <a:pt x="341376" y="0"/>
                </a:moveTo>
                <a:lnTo>
                  <a:pt x="0" y="0"/>
                </a:lnTo>
                <a:lnTo>
                  <a:pt x="0" y="699515"/>
                </a:lnTo>
                <a:lnTo>
                  <a:pt x="196278" y="699515"/>
                </a:lnTo>
                <a:lnTo>
                  <a:pt x="341376" y="0"/>
                </a:lnTo>
                <a:close/>
              </a:path>
            </a:pathLst>
          </a:custGeom>
          <a:solidFill>
            <a:srgbClr val="0079B9">
              <a:alpha val="5215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240029" y="361950"/>
            <a:ext cx="58419" cy="222885"/>
          </a:xfrm>
          <a:custGeom>
            <a:avLst/>
            <a:gdLst/>
            <a:ahLst/>
            <a:cxnLst/>
            <a:rect l="l" t="t" r="r" b="b"/>
            <a:pathLst>
              <a:path w="58420" h="222884">
                <a:moveTo>
                  <a:pt x="57912" y="0"/>
                </a:moveTo>
                <a:lnTo>
                  <a:pt x="45262" y="0"/>
                </a:lnTo>
                <a:lnTo>
                  <a:pt x="0" y="222503"/>
                </a:lnTo>
                <a:lnTo>
                  <a:pt x="12649" y="222503"/>
                </a:lnTo>
                <a:lnTo>
                  <a:pt x="57912" y="0"/>
                </a:lnTo>
                <a:close/>
              </a:path>
            </a:pathLst>
          </a:custGeom>
          <a:solidFill>
            <a:srgbClr val="F1A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240029" y="361950"/>
            <a:ext cx="58419" cy="222885"/>
          </a:xfrm>
          <a:custGeom>
            <a:avLst/>
            <a:gdLst/>
            <a:ahLst/>
            <a:cxnLst/>
            <a:rect l="l" t="t" r="r" b="b"/>
            <a:pathLst>
              <a:path w="58420" h="222884">
                <a:moveTo>
                  <a:pt x="45262" y="0"/>
                </a:moveTo>
                <a:lnTo>
                  <a:pt x="57912" y="0"/>
                </a:lnTo>
                <a:lnTo>
                  <a:pt x="12649" y="222503"/>
                </a:lnTo>
                <a:lnTo>
                  <a:pt x="0" y="222503"/>
                </a:lnTo>
                <a:lnTo>
                  <a:pt x="45262" y="0"/>
                </a:lnTo>
                <a:close/>
              </a:path>
            </a:pathLst>
          </a:custGeom>
          <a:ln w="38100">
            <a:solidFill>
              <a:srgbClr val="F1A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Noto Sans CJK HK"/>
                <a:cs typeface="Noto Sans CJK H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404040"/>
                </a:solidFill>
                <a:latin typeface="UKIJ CJK"/>
                <a:cs typeface="UKIJ CJK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5" dirty="0"/>
              <a:t>竢 实 扬</a:t>
            </a:r>
            <a:r>
              <a:rPr spc="160" dirty="0"/>
              <a:t> </a:t>
            </a:r>
            <a:r>
              <a:rPr spc="5" dirty="0"/>
              <a:t>华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404040"/>
                </a:solidFill>
                <a:latin typeface="UKIJ CJK"/>
                <a:cs typeface="UKIJ CJK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5" dirty="0"/>
              <a:t>自 强 不</a:t>
            </a:r>
            <a:r>
              <a:rPr spc="170" dirty="0"/>
              <a:t> </a:t>
            </a:r>
            <a:r>
              <a:rPr spc="5" dirty="0"/>
              <a:t>息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585858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375"/>
              </a:lnSpc>
            </a:pPr>
            <a:r>
              <a:rPr spc="65" dirty="0"/>
              <a:t>Page</a:t>
            </a:r>
            <a:r>
              <a:rPr spc="12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404040"/>
                </a:solidFill>
                <a:latin typeface="UKIJ CJK"/>
                <a:cs typeface="UKIJ CJK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5" dirty="0"/>
              <a:t>竢 实 扬</a:t>
            </a:r>
            <a:r>
              <a:rPr spc="160" dirty="0"/>
              <a:t> </a:t>
            </a:r>
            <a:r>
              <a:rPr spc="5" dirty="0"/>
              <a:t>华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404040"/>
                </a:solidFill>
                <a:latin typeface="UKIJ CJK"/>
                <a:cs typeface="UKIJ CJK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5" dirty="0"/>
              <a:t>自 强 不</a:t>
            </a:r>
            <a:r>
              <a:rPr spc="170" dirty="0"/>
              <a:t> </a:t>
            </a:r>
            <a:r>
              <a:rPr spc="5" dirty="0"/>
              <a:t>息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585858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375"/>
              </a:lnSpc>
            </a:pPr>
            <a:r>
              <a:rPr spc="65" dirty="0"/>
              <a:t>Page</a:t>
            </a:r>
            <a:r>
              <a:rPr spc="12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404040"/>
                </a:solidFill>
                <a:latin typeface="UKIJ CJK"/>
                <a:cs typeface="UKIJ CJK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5" dirty="0"/>
              <a:t>竢 实 扬</a:t>
            </a:r>
            <a:r>
              <a:rPr spc="160" dirty="0"/>
              <a:t> </a:t>
            </a:r>
            <a:r>
              <a:rPr spc="5" dirty="0"/>
              <a:t>华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404040"/>
                </a:solidFill>
                <a:latin typeface="UKIJ CJK"/>
                <a:cs typeface="UKIJ CJK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5" dirty="0"/>
              <a:t>自 强 不</a:t>
            </a:r>
            <a:r>
              <a:rPr spc="170" dirty="0"/>
              <a:t> </a:t>
            </a:r>
            <a:r>
              <a:rPr spc="5" dirty="0"/>
              <a:t>息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585858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375"/>
              </a:lnSpc>
            </a:pPr>
            <a:r>
              <a:rPr spc="65" dirty="0"/>
              <a:t>Page</a:t>
            </a:r>
            <a:r>
              <a:rPr spc="12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404040"/>
                </a:solidFill>
                <a:latin typeface="UKIJ CJK"/>
                <a:cs typeface="UKIJ CJK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5" dirty="0"/>
              <a:t>竢 实 扬</a:t>
            </a:r>
            <a:r>
              <a:rPr spc="160" dirty="0"/>
              <a:t> </a:t>
            </a:r>
            <a:r>
              <a:rPr spc="5" dirty="0"/>
              <a:t>华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404040"/>
                </a:solidFill>
                <a:latin typeface="UKIJ CJK"/>
                <a:cs typeface="UKIJ CJK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5" dirty="0"/>
              <a:t>自 强 不</a:t>
            </a:r>
            <a:r>
              <a:rPr spc="170" dirty="0"/>
              <a:t> </a:t>
            </a:r>
            <a:r>
              <a:rPr spc="5" dirty="0"/>
              <a:t>息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585858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375"/>
              </a:lnSpc>
            </a:pPr>
            <a:r>
              <a:rPr spc="65" dirty="0"/>
              <a:t>Page</a:t>
            </a:r>
            <a:r>
              <a:rPr spc="12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E483B-8B86-4C60-AA1E-30BF1F9AB6F9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AE7C6-1B18-4EB3-B5D2-F6DF8ACFCB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1999" cy="685799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789919" y="337058"/>
            <a:ext cx="958596" cy="29235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320535" y="275081"/>
            <a:ext cx="391659" cy="43814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21920"/>
            <a:ext cx="341375" cy="69951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121920"/>
            <a:ext cx="341376" cy="69951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121920"/>
            <a:ext cx="341630" cy="699770"/>
          </a:xfrm>
          <a:custGeom>
            <a:avLst/>
            <a:gdLst/>
            <a:ahLst/>
            <a:cxnLst/>
            <a:rect l="l" t="t" r="r" b="b"/>
            <a:pathLst>
              <a:path w="341630" h="699769">
                <a:moveTo>
                  <a:pt x="341376" y="0"/>
                </a:moveTo>
                <a:lnTo>
                  <a:pt x="0" y="0"/>
                </a:lnTo>
                <a:lnTo>
                  <a:pt x="0" y="699515"/>
                </a:lnTo>
                <a:lnTo>
                  <a:pt x="196278" y="699515"/>
                </a:lnTo>
                <a:lnTo>
                  <a:pt x="341376" y="0"/>
                </a:lnTo>
                <a:close/>
              </a:path>
            </a:pathLst>
          </a:custGeom>
          <a:solidFill>
            <a:srgbClr val="0079B9">
              <a:alpha val="5215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240029" y="361950"/>
            <a:ext cx="58419" cy="222885"/>
          </a:xfrm>
          <a:custGeom>
            <a:avLst/>
            <a:gdLst/>
            <a:ahLst/>
            <a:cxnLst/>
            <a:rect l="l" t="t" r="r" b="b"/>
            <a:pathLst>
              <a:path w="58420" h="222884">
                <a:moveTo>
                  <a:pt x="57912" y="0"/>
                </a:moveTo>
                <a:lnTo>
                  <a:pt x="45262" y="0"/>
                </a:lnTo>
                <a:lnTo>
                  <a:pt x="0" y="222503"/>
                </a:lnTo>
                <a:lnTo>
                  <a:pt x="12649" y="222503"/>
                </a:lnTo>
                <a:lnTo>
                  <a:pt x="57912" y="0"/>
                </a:lnTo>
                <a:close/>
              </a:path>
            </a:pathLst>
          </a:custGeom>
          <a:solidFill>
            <a:srgbClr val="F1A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240029" y="361950"/>
            <a:ext cx="58419" cy="222885"/>
          </a:xfrm>
          <a:custGeom>
            <a:avLst/>
            <a:gdLst/>
            <a:ahLst/>
            <a:cxnLst/>
            <a:rect l="l" t="t" r="r" b="b"/>
            <a:pathLst>
              <a:path w="58420" h="222884">
                <a:moveTo>
                  <a:pt x="45262" y="0"/>
                </a:moveTo>
                <a:lnTo>
                  <a:pt x="57912" y="0"/>
                </a:lnTo>
                <a:lnTo>
                  <a:pt x="12649" y="222503"/>
                </a:lnTo>
                <a:lnTo>
                  <a:pt x="0" y="222503"/>
                </a:lnTo>
                <a:lnTo>
                  <a:pt x="45262" y="0"/>
                </a:lnTo>
                <a:close/>
              </a:path>
            </a:pathLst>
          </a:custGeom>
          <a:ln w="38100">
            <a:solidFill>
              <a:srgbClr val="F1A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443483" y="821436"/>
            <a:ext cx="11306175" cy="0"/>
          </a:xfrm>
          <a:custGeom>
            <a:avLst/>
            <a:gdLst/>
            <a:ahLst/>
            <a:cxnLst/>
            <a:rect l="l" t="t" r="r" b="b"/>
            <a:pathLst>
              <a:path w="11306175">
                <a:moveTo>
                  <a:pt x="0" y="0"/>
                </a:moveTo>
                <a:lnTo>
                  <a:pt x="11306175" y="0"/>
                </a:lnTo>
              </a:path>
            </a:pathLst>
          </a:custGeom>
          <a:ln w="6350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2146280" y="336804"/>
            <a:ext cx="45720" cy="265430"/>
          </a:xfrm>
          <a:custGeom>
            <a:avLst/>
            <a:gdLst/>
            <a:ahLst/>
            <a:cxnLst/>
            <a:rect l="l" t="t" r="r" b="b"/>
            <a:pathLst>
              <a:path w="45720" h="265430">
                <a:moveTo>
                  <a:pt x="45720" y="0"/>
                </a:moveTo>
                <a:lnTo>
                  <a:pt x="0" y="0"/>
                </a:lnTo>
                <a:lnTo>
                  <a:pt x="0" y="265175"/>
                </a:lnTo>
                <a:lnTo>
                  <a:pt x="45720" y="265175"/>
                </a:lnTo>
                <a:lnTo>
                  <a:pt x="45720" y="0"/>
                </a:lnTo>
                <a:close/>
              </a:path>
            </a:pathLst>
          </a:custGeom>
          <a:solidFill>
            <a:srgbClr val="F1A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443483" y="6416039"/>
            <a:ext cx="11306175" cy="0"/>
          </a:xfrm>
          <a:custGeom>
            <a:avLst/>
            <a:gdLst/>
            <a:ahLst/>
            <a:cxnLst/>
            <a:rect l="l" t="t" r="r" b="b"/>
            <a:pathLst>
              <a:path w="11306175">
                <a:moveTo>
                  <a:pt x="0" y="0"/>
                </a:moveTo>
                <a:lnTo>
                  <a:pt x="11306175" y="0"/>
                </a:lnTo>
              </a:path>
            </a:pathLst>
          </a:custGeom>
          <a:ln w="6350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20945" y="2118486"/>
            <a:ext cx="3150108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4739" y="3393355"/>
            <a:ext cx="11542521" cy="2927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chemeClr val="tx1"/>
                </a:solidFill>
                <a:latin typeface="Noto Sans CJK HK"/>
                <a:cs typeface="Noto Sans CJK H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26516" y="6519936"/>
            <a:ext cx="806450" cy="212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404040"/>
                </a:solidFill>
                <a:latin typeface="UKIJ CJK"/>
                <a:cs typeface="UKIJ CJK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5" dirty="0"/>
              <a:t>竢 实 扬</a:t>
            </a:r>
            <a:r>
              <a:rPr spc="160" dirty="0"/>
              <a:t> </a:t>
            </a:r>
            <a:r>
              <a:rPr spc="5" dirty="0"/>
              <a:t>华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412494" y="6519936"/>
            <a:ext cx="807085" cy="212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404040"/>
                </a:solidFill>
                <a:latin typeface="UKIJ CJK"/>
                <a:cs typeface="UKIJ CJK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5" dirty="0"/>
              <a:t>自 强 不</a:t>
            </a:r>
            <a:r>
              <a:rPr spc="170" dirty="0"/>
              <a:t> </a:t>
            </a:r>
            <a:r>
              <a:rPr spc="5" dirty="0"/>
              <a:t>息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32311" y="6542776"/>
            <a:ext cx="676275" cy="189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rgbClr val="585858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375"/>
              </a:lnSpc>
            </a:pPr>
            <a:r>
              <a:rPr spc="65" dirty="0"/>
              <a:t>Page</a:t>
            </a:r>
            <a:r>
              <a:rPr spc="12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13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eg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143500" y="2040636"/>
            <a:ext cx="2956559" cy="4434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xfrm>
            <a:off x="3876275" y="2040636"/>
            <a:ext cx="8447567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62450">
              <a:lnSpc>
                <a:spcPct val="100000"/>
              </a:lnSpc>
              <a:spcBef>
                <a:spcPts val="95"/>
              </a:spcBef>
            </a:pPr>
            <a:r>
              <a:rPr lang="en-GB" sz="2400" spc="-10" dirty="0">
                <a:latin typeface="等线" panose="02010600030101010101" pitchFamily="2" charset="-122"/>
                <a:ea typeface="等线" panose="02010600030101010101" pitchFamily="2" charset="-122"/>
              </a:rPr>
              <a:t>M</a:t>
            </a:r>
            <a:r>
              <a:rPr lang="en-US" altLang="zh-CN" sz="2400" spc="-10" dirty="0">
                <a:latin typeface="等线" panose="02010600030101010101" pitchFamily="2" charset="-122"/>
                <a:ea typeface="等线" panose="02010600030101010101" pitchFamily="2" charset="-122"/>
              </a:rPr>
              <a:t>id-Term </a:t>
            </a:r>
            <a:r>
              <a:rPr lang="en-US" altLang="zh-CN" sz="2400" spc="-10" dirty="0" err="1">
                <a:latin typeface="等线" panose="02010600030101010101" pitchFamily="2" charset="-122"/>
                <a:ea typeface="等线" panose="02010600030101010101" pitchFamily="2" charset="-122"/>
              </a:rPr>
              <a:t>Defence</a:t>
            </a:r>
            <a:endParaRPr lang="en-GB" sz="2400" spc="-5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29200" y="4114800"/>
            <a:ext cx="22108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Runcong</a:t>
            </a:r>
            <a:r>
              <a:rPr lang="en-US" altLang="zh-CN" b="1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Zhou  </a:t>
            </a:r>
          </a:p>
          <a:p>
            <a:r>
              <a:rPr lang="en-US" altLang="zh-CN" b="1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Computer Science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3BDB3DF-BF3E-DD7E-AE8F-F4A74170561D}"/>
              </a:ext>
            </a:extLst>
          </p:cNvPr>
          <p:cNvSpPr txBox="1"/>
          <p:nvPr/>
        </p:nvSpPr>
        <p:spPr>
          <a:xfrm>
            <a:off x="5015023" y="2590800"/>
            <a:ext cx="678179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Design and Implementation of a Multi-Device DNN Collaborative Inference System at the Edge</a:t>
            </a:r>
            <a:endParaRPr lang="zh-CN" altLang="zh-C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96100"/>
            <a:chOff x="0" y="0"/>
            <a:chExt cx="12192000" cy="6896100"/>
          </a:xfrm>
        </p:grpSpPr>
        <p:sp>
          <p:nvSpPr>
            <p:cNvPr id="3" name="object 3"/>
            <p:cNvSpPr/>
            <p:nvPr/>
          </p:nvSpPr>
          <p:spPr>
            <a:xfrm>
              <a:off x="3947159" y="9142"/>
              <a:ext cx="7808976" cy="683971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9142"/>
              <a:ext cx="3956303" cy="68397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3924300" cy="6858000"/>
            </a:xfrm>
            <a:custGeom>
              <a:avLst/>
              <a:gdLst/>
              <a:ahLst/>
              <a:cxnLst/>
              <a:rect l="l" t="t" r="r" b="b"/>
              <a:pathLst>
                <a:path w="3924300" h="6858000">
                  <a:moveTo>
                    <a:pt x="39243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924300" y="6858000"/>
                  </a:lnTo>
                  <a:lnTo>
                    <a:pt x="3924300" y="0"/>
                  </a:lnTo>
                  <a:close/>
                </a:path>
              </a:pathLst>
            </a:custGeom>
            <a:solidFill>
              <a:srgbClr val="0079B9">
                <a:alpha val="7882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0"/>
              <a:ext cx="3924300" cy="685799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41826" y="761"/>
              <a:ext cx="0" cy="6858000"/>
            </a:xfrm>
            <a:custGeom>
              <a:avLst/>
              <a:gdLst/>
              <a:ahLst/>
              <a:cxnLst/>
              <a:rect l="l" t="t" r="r" b="b"/>
              <a:pathLst>
                <a:path h="6858000">
                  <a:moveTo>
                    <a:pt x="0" y="0"/>
                  </a:moveTo>
                  <a:lnTo>
                    <a:pt x="0" y="6857999"/>
                  </a:lnTo>
                </a:path>
              </a:pathLst>
            </a:custGeom>
            <a:ln w="38100">
              <a:solidFill>
                <a:srgbClr val="0079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36238" y="3361690"/>
              <a:ext cx="134620" cy="15443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43350" y="2797301"/>
              <a:ext cx="0" cy="1264285"/>
            </a:xfrm>
            <a:custGeom>
              <a:avLst/>
              <a:gdLst/>
              <a:ahLst/>
              <a:cxnLst/>
              <a:rect l="l" t="t" r="r" b="b"/>
              <a:pathLst>
                <a:path h="1264285">
                  <a:moveTo>
                    <a:pt x="0" y="0"/>
                  </a:moveTo>
                  <a:lnTo>
                    <a:pt x="0" y="1264031"/>
                  </a:lnTo>
                </a:path>
              </a:pathLst>
            </a:custGeom>
            <a:ln w="38100">
              <a:solidFill>
                <a:srgbClr val="F1A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53083" y="2793491"/>
              <a:ext cx="1727200" cy="0"/>
            </a:xfrm>
            <a:custGeom>
              <a:avLst/>
              <a:gdLst/>
              <a:ahLst/>
              <a:cxnLst/>
              <a:rect l="l" t="t" r="r" b="b"/>
              <a:pathLst>
                <a:path w="1727200">
                  <a:moveTo>
                    <a:pt x="0" y="0"/>
                  </a:moveTo>
                  <a:lnTo>
                    <a:pt x="1727073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485348" y="3249078"/>
            <a:ext cx="2985605" cy="379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9540">
              <a:lnSpc>
                <a:spcPts val="2570"/>
              </a:lnSpc>
            </a:pPr>
            <a:r>
              <a:rPr spc="4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CONTENTS</a:t>
            </a:r>
            <a:endParaRPr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046733" y="2289048"/>
            <a:ext cx="11145520" cy="4569460"/>
            <a:chOff x="1046733" y="2289048"/>
            <a:chExt cx="11145520" cy="4569460"/>
          </a:xfrm>
        </p:grpSpPr>
        <p:sp>
          <p:nvSpPr>
            <p:cNvPr id="14" name="object 14"/>
            <p:cNvSpPr/>
            <p:nvPr/>
          </p:nvSpPr>
          <p:spPr>
            <a:xfrm>
              <a:off x="1053083" y="4061460"/>
              <a:ext cx="1727200" cy="0"/>
            </a:xfrm>
            <a:custGeom>
              <a:avLst/>
              <a:gdLst/>
              <a:ahLst/>
              <a:cxnLst/>
              <a:rect l="l" t="t" r="r" b="b"/>
              <a:pathLst>
                <a:path w="1727200">
                  <a:moveTo>
                    <a:pt x="0" y="0"/>
                  </a:moveTo>
                  <a:lnTo>
                    <a:pt x="1727073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29155" y="2346960"/>
              <a:ext cx="1031748" cy="29717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73479" y="2289048"/>
              <a:ext cx="382523" cy="42519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650479" y="2612136"/>
              <a:ext cx="4541520" cy="424586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8872728" y="167639"/>
            <a:ext cx="3188207" cy="47853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3D739067-1F86-863D-AB3F-9F892A7C342B}"/>
              </a:ext>
            </a:extLst>
          </p:cNvPr>
          <p:cNvGrpSpPr/>
          <p:nvPr/>
        </p:nvGrpSpPr>
        <p:grpSpPr>
          <a:xfrm>
            <a:off x="4249926" y="1478744"/>
            <a:ext cx="9229869" cy="3224459"/>
            <a:chOff x="5271509" y="2351940"/>
            <a:chExt cx="9229869" cy="3224459"/>
          </a:xfrm>
        </p:grpSpPr>
        <p:sp>
          <p:nvSpPr>
            <p:cNvPr id="20" name="object 20"/>
            <p:cNvSpPr txBox="1"/>
            <p:nvPr/>
          </p:nvSpPr>
          <p:spPr>
            <a:xfrm>
              <a:off x="5271509" y="3308217"/>
              <a:ext cx="8721594" cy="9797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2800" b="1" spc="45" dirty="0">
                  <a:solidFill>
                    <a:srgbClr val="0079B9"/>
                  </a:solidFill>
                  <a:latin typeface="Arial" panose="020B0604020202020204"/>
                  <a:cs typeface="Arial" panose="020B0604020202020204"/>
                </a:rPr>
                <a:t>2</a:t>
              </a:r>
              <a:r>
                <a:rPr sz="2800" b="1" spc="45" dirty="0">
                  <a:solidFill>
                    <a:srgbClr val="0079B9"/>
                  </a:solidFill>
                  <a:latin typeface="Arial" panose="020B0604020202020204"/>
                  <a:cs typeface="Arial" panose="020B0604020202020204"/>
                </a:rPr>
                <a:t>.</a:t>
              </a:r>
              <a:r>
                <a:rPr lang="en-US" sz="2800" b="1" spc="45" dirty="0">
                  <a:solidFill>
                    <a:srgbClr val="0079B9"/>
                  </a:solidFill>
                  <a:latin typeface="Arial" panose="020B0604020202020204"/>
                  <a:cs typeface="Arial" panose="020B0604020202020204"/>
                </a:rPr>
                <a:t> System Design &amp; Methodology</a:t>
              </a:r>
              <a:endParaRPr lang="en-US" altLang="zh-CN" sz="2800" b="1" spc="45" dirty="0">
                <a:solidFill>
                  <a:srgbClr val="0079B9"/>
                </a:solidFill>
                <a:latin typeface="Arial" panose="020B0604020202020204"/>
                <a:cs typeface="Arial" panose="020B0604020202020204"/>
              </a:endParaRPr>
            </a:p>
            <a:p>
              <a:pPr marL="12700">
                <a:spcBef>
                  <a:spcPts val="100"/>
                </a:spcBef>
              </a:pPr>
              <a:endParaRPr lang="en-US" altLang="zh-CN" sz="3400" b="1" spc="45" dirty="0">
                <a:solidFill>
                  <a:srgbClr val="0079B9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5276864" y="4270913"/>
              <a:ext cx="9224514" cy="130548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065">
                <a:lnSpc>
                  <a:spcPct val="100000"/>
                </a:lnSpc>
                <a:tabLst>
                  <a:tab pos="528320" algn="l"/>
                </a:tabLst>
              </a:pPr>
              <a:r>
                <a:rPr lang="en-GB" altLang="zh-CN" sz="2800" b="1" spc="75" dirty="0">
                  <a:solidFill>
                    <a:srgbClr val="0079B9"/>
                  </a:solidFill>
                  <a:latin typeface="Arial" panose="020B0604020202020204"/>
                  <a:cs typeface="Arial" panose="020B0604020202020204"/>
                </a:rPr>
                <a:t>3. </a:t>
              </a:r>
              <a:r>
                <a:rPr lang="en-US" altLang="zh-CN" sz="2800" b="1" spc="75" dirty="0">
                  <a:solidFill>
                    <a:srgbClr val="0079B9"/>
                  </a:solidFill>
                  <a:latin typeface="Arial" panose="020B0604020202020204"/>
                  <a:cs typeface="Arial" panose="020B0604020202020204"/>
                </a:rPr>
                <a:t>Progress &amp; Preliminary Results</a:t>
              </a:r>
              <a:endParaRPr lang="en-GB" altLang="zh-CN" sz="2800" b="1" spc="75" dirty="0">
                <a:solidFill>
                  <a:srgbClr val="0079B9"/>
                </a:solidFill>
                <a:latin typeface="Arial" panose="020B0604020202020204"/>
                <a:cs typeface="Arial" panose="020B0604020202020204"/>
              </a:endParaRPr>
            </a:p>
            <a:p>
              <a:pPr marL="12065">
                <a:lnSpc>
                  <a:spcPct val="100000"/>
                </a:lnSpc>
                <a:tabLst>
                  <a:tab pos="528320" algn="l"/>
                </a:tabLst>
              </a:pPr>
              <a:endParaRPr lang="en-GB" altLang="zh-CN" sz="2800" b="1" spc="75" dirty="0">
                <a:solidFill>
                  <a:srgbClr val="0079B9"/>
                </a:solidFill>
                <a:latin typeface="Arial" panose="020B0604020202020204"/>
                <a:cs typeface="Arial" panose="020B0604020202020204"/>
              </a:endParaRPr>
            </a:p>
            <a:p>
              <a:pPr marL="527685" indent="-515620">
                <a:lnSpc>
                  <a:spcPct val="100000"/>
                </a:lnSpc>
                <a:buAutoNum type="arabicPeriod" startAt="4"/>
                <a:tabLst>
                  <a:tab pos="528320" algn="l"/>
                </a:tabLst>
              </a:pPr>
              <a:r>
                <a:rPr lang="en-US" altLang="zh-CN" sz="2800" b="1" spc="75" dirty="0">
                  <a:solidFill>
                    <a:srgbClr val="0079B9"/>
                  </a:solidFill>
                  <a:latin typeface="Arial" panose="020B0604020202020204"/>
                  <a:cs typeface="Arial" panose="020B0604020202020204"/>
                </a:rPr>
                <a:t>Remaining Work &amp; Timeline</a:t>
              </a:r>
            </a:p>
          </p:txBody>
        </p:sp>
        <p:sp>
          <p:nvSpPr>
            <p:cNvPr id="32" name="object 18">
              <a:extLst>
                <a:ext uri="{FF2B5EF4-FFF2-40B4-BE49-F238E27FC236}">
                  <a16:creationId xmlns:a16="http://schemas.microsoft.com/office/drawing/2014/main" id="{8C5F7BBC-6256-5D09-0161-883FA144F3BC}"/>
                </a:ext>
              </a:extLst>
            </p:cNvPr>
            <p:cNvSpPr txBox="1"/>
            <p:nvPr/>
          </p:nvSpPr>
          <p:spPr>
            <a:xfrm>
              <a:off x="5271509" y="2351940"/>
              <a:ext cx="7713474" cy="44371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GB" sz="2800" b="1" spc="45" dirty="0">
                  <a:solidFill>
                    <a:srgbClr val="0079B9"/>
                  </a:solidFill>
                  <a:latin typeface="Arial" panose="020B0604020202020204"/>
                  <a:cs typeface="Arial" panose="020B0604020202020204"/>
                </a:rPr>
                <a:t>1. </a:t>
              </a:r>
              <a:r>
                <a:rPr lang="en-GB" sz="2800" b="1" spc="75" dirty="0">
                  <a:solidFill>
                    <a:srgbClr val="0079B9"/>
                  </a:solidFill>
                  <a:latin typeface="Arial" panose="020B0604020202020204"/>
                  <a:cs typeface="Arial" panose="020B0604020202020204"/>
                </a:rPr>
                <a:t>Research Background &amp; Objectives</a:t>
              </a:r>
              <a:endParaRPr lang="en-GB" sz="2800" dirty="0">
                <a:latin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图片 44" descr="建筑旁的树&#10;&#10;中度可信度描述已自动生成"/>
          <p:cNvPicPr/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3636" r="19259"/>
          <a:stretch>
            <a:fillRect/>
          </a:stretch>
        </p:blipFill>
        <p:spPr>
          <a:xfrm>
            <a:off x="0" y="0"/>
            <a:ext cx="4845746" cy="6858000"/>
          </a:xfrm>
          <a:custGeom>
            <a:avLst/>
            <a:gdLst>
              <a:gd name="connsiteX0" fmla="*/ 0 w 4845746"/>
              <a:gd name="connsiteY0" fmla="*/ 0 h 6858000"/>
              <a:gd name="connsiteX1" fmla="*/ 4845746 w 4845746"/>
              <a:gd name="connsiteY1" fmla="*/ 0 h 6858000"/>
              <a:gd name="connsiteX2" fmla="*/ 4845746 w 4845746"/>
              <a:gd name="connsiteY2" fmla="*/ 6858000 h 6858000"/>
              <a:gd name="connsiteX3" fmla="*/ 0 w 484574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45746" h="6858000">
                <a:moveTo>
                  <a:pt x="0" y="0"/>
                </a:moveTo>
                <a:lnTo>
                  <a:pt x="4845746" y="0"/>
                </a:lnTo>
                <a:lnTo>
                  <a:pt x="484574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4" name="任意多边形: 形状 43"/>
          <p:cNvSpPr/>
          <p:nvPr/>
        </p:nvSpPr>
        <p:spPr>
          <a:xfrm>
            <a:off x="0" y="0"/>
            <a:ext cx="4845746" cy="6858000"/>
          </a:xfrm>
          <a:custGeom>
            <a:avLst/>
            <a:gdLst>
              <a:gd name="connsiteX0" fmla="*/ 0 w 4845746"/>
              <a:gd name="connsiteY0" fmla="*/ 0 h 6858000"/>
              <a:gd name="connsiteX1" fmla="*/ 4845746 w 4845746"/>
              <a:gd name="connsiteY1" fmla="*/ 0 h 6858000"/>
              <a:gd name="connsiteX2" fmla="*/ 4845746 w 4845746"/>
              <a:gd name="connsiteY2" fmla="*/ 6858000 h 6858000"/>
              <a:gd name="connsiteX3" fmla="*/ 0 w 484574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45746" h="6858000">
                <a:moveTo>
                  <a:pt x="0" y="0"/>
                </a:moveTo>
                <a:lnTo>
                  <a:pt x="4845746" y="0"/>
                </a:lnTo>
                <a:lnTo>
                  <a:pt x="484574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79BA">
              <a:alpha val="9400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325311" y="2908565"/>
            <a:ext cx="1040870" cy="1040870"/>
            <a:chOff x="4604026" y="2908565"/>
            <a:chExt cx="1040870" cy="1040870"/>
          </a:xfrm>
        </p:grpSpPr>
        <p:sp>
          <p:nvSpPr>
            <p:cNvPr id="12" name="椭圆 11"/>
            <p:cNvSpPr/>
            <p:nvPr/>
          </p:nvSpPr>
          <p:spPr>
            <a:xfrm>
              <a:off x="4604026" y="2908565"/>
              <a:ext cx="1040870" cy="1040870"/>
            </a:xfrm>
            <a:prstGeom prst="ellipse">
              <a:avLst/>
            </a:prstGeom>
            <a:solidFill>
              <a:schemeClr val="bg1"/>
            </a:solidFill>
            <a:ln w="34925">
              <a:solidFill>
                <a:srgbClr val="0090E0"/>
              </a:solidFill>
            </a:ln>
            <a:effectLst>
              <a:outerShdw blurRad="228600" dist="63500" dir="10800000" sx="98000" sy="98000" algn="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  <p:sp>
          <p:nvSpPr>
            <p:cNvPr id="13" name="paper-airplane-symbol_52116"/>
            <p:cNvSpPr/>
            <p:nvPr/>
          </p:nvSpPr>
          <p:spPr>
            <a:xfrm>
              <a:off x="4869202" y="3169913"/>
              <a:ext cx="510518" cy="518174"/>
            </a:xfrm>
            <a:custGeom>
              <a:avLst/>
              <a:gdLst>
                <a:gd name="T0" fmla="*/ 352 w 391"/>
                <a:gd name="T1" fmla="*/ 50 h 417"/>
                <a:gd name="T2" fmla="*/ 281 w 391"/>
                <a:gd name="T3" fmla="*/ 345 h 417"/>
                <a:gd name="T4" fmla="*/ 165 w 391"/>
                <a:gd name="T5" fmla="*/ 272 h 417"/>
                <a:gd name="T6" fmla="*/ 295 w 391"/>
                <a:gd name="T7" fmla="*/ 114 h 417"/>
                <a:gd name="T8" fmla="*/ 113 w 391"/>
                <a:gd name="T9" fmla="*/ 237 h 417"/>
                <a:gd name="T10" fmla="*/ 54 w 391"/>
                <a:gd name="T11" fmla="*/ 199 h 417"/>
                <a:gd name="T12" fmla="*/ 352 w 391"/>
                <a:gd name="T13" fmla="*/ 50 h 417"/>
                <a:gd name="T14" fmla="*/ 391 w 391"/>
                <a:gd name="T15" fmla="*/ 0 h 417"/>
                <a:gd name="T16" fmla="*/ 0 w 391"/>
                <a:gd name="T17" fmla="*/ 196 h 417"/>
                <a:gd name="T18" fmla="*/ 109 w 391"/>
                <a:gd name="T19" fmla="*/ 264 h 417"/>
                <a:gd name="T20" fmla="*/ 159 w 391"/>
                <a:gd name="T21" fmla="*/ 417 h 417"/>
                <a:gd name="T22" fmla="*/ 223 w 391"/>
                <a:gd name="T23" fmla="*/ 340 h 417"/>
                <a:gd name="T24" fmla="*/ 298 w 391"/>
                <a:gd name="T25" fmla="*/ 388 h 417"/>
                <a:gd name="T26" fmla="*/ 391 w 391"/>
                <a:gd name="T27" fmla="*/ 0 h 417"/>
                <a:gd name="T28" fmla="*/ 391 w 391"/>
                <a:gd name="T29" fmla="*/ 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91" h="417">
                  <a:moveTo>
                    <a:pt x="352" y="50"/>
                  </a:moveTo>
                  <a:lnTo>
                    <a:pt x="281" y="345"/>
                  </a:lnTo>
                  <a:lnTo>
                    <a:pt x="165" y="272"/>
                  </a:lnTo>
                  <a:lnTo>
                    <a:pt x="295" y="114"/>
                  </a:lnTo>
                  <a:lnTo>
                    <a:pt x="113" y="237"/>
                  </a:lnTo>
                  <a:lnTo>
                    <a:pt x="54" y="199"/>
                  </a:lnTo>
                  <a:lnTo>
                    <a:pt x="352" y="50"/>
                  </a:lnTo>
                  <a:moveTo>
                    <a:pt x="391" y="0"/>
                  </a:moveTo>
                  <a:lnTo>
                    <a:pt x="0" y="196"/>
                  </a:lnTo>
                  <a:lnTo>
                    <a:pt x="109" y="264"/>
                  </a:lnTo>
                  <a:lnTo>
                    <a:pt x="159" y="417"/>
                  </a:lnTo>
                  <a:lnTo>
                    <a:pt x="223" y="340"/>
                  </a:lnTo>
                  <a:lnTo>
                    <a:pt x="298" y="388"/>
                  </a:lnTo>
                  <a:lnTo>
                    <a:pt x="391" y="0"/>
                  </a:lnTo>
                  <a:lnTo>
                    <a:pt x="391" y="0"/>
                  </a:lnTo>
                  <a:close/>
                </a:path>
              </a:pathLst>
            </a:custGeom>
            <a:solidFill>
              <a:srgbClr val="0088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</p:grpSp>
      <p:sp>
        <p:nvSpPr>
          <p:cNvPr id="14" name="等腰三角形 13"/>
          <p:cNvSpPr/>
          <p:nvPr/>
        </p:nvSpPr>
        <p:spPr>
          <a:xfrm rot="5400000">
            <a:off x="5627249" y="3282110"/>
            <a:ext cx="384048" cy="293780"/>
          </a:xfrm>
          <a:prstGeom prst="triangle">
            <a:avLst/>
          </a:prstGeom>
          <a:solidFill>
            <a:srgbClr val="FFD6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886400" y="1543869"/>
            <a:ext cx="3778599" cy="3770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39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79BA"/>
                    </a:gs>
                    <a:gs pos="75000">
                      <a:srgbClr val="0079BA">
                        <a:alpha val="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01</a:t>
            </a:r>
            <a:endParaRPr kumimoji="0" lang="zh-CN" altLang="en-US" sz="239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0079BA"/>
                  </a:gs>
                  <a:gs pos="75000">
                    <a:srgbClr val="0079BA">
                      <a:alpha val="0"/>
                    </a:srgbClr>
                  </a:gs>
                </a:gsLst>
                <a:lin ang="5400000" scaled="1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3612" y="2625184"/>
            <a:ext cx="5851062" cy="1625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30000"/>
              </a:lnSpc>
              <a:defRPr/>
            </a:pPr>
            <a:r>
              <a:rPr lang="en-US" altLang="zh-CN" sz="4000" b="1" dirty="0"/>
              <a:t>Research Background and Objectives</a:t>
            </a:r>
            <a:endParaRPr kumimoji="0" lang="zh-CN" altLang="en-US" sz="4000" b="1" i="0" u="none" strike="noStrike" kern="1200" cap="none" spc="60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11823700" y="0"/>
            <a:ext cx="368300" cy="6858000"/>
          </a:xfrm>
          <a:prstGeom prst="roundRect">
            <a:avLst>
              <a:gd name="adj" fmla="val 0"/>
            </a:avLst>
          </a:prstGeom>
          <a:solidFill>
            <a:srgbClr val="0079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622300" y="2895865"/>
            <a:ext cx="3317913" cy="872859"/>
            <a:chOff x="1787579" y="3204043"/>
            <a:chExt cx="8793335" cy="2313301"/>
          </a:xfrm>
        </p:grpSpPr>
        <p:pic>
          <p:nvPicPr>
            <p:cNvPr id="20" name="图片 19" descr="徽标&#10;&#10;描述已自动生成"/>
            <p:cNvPicPr>
              <a:picLocks noChangeAspect="1"/>
            </p:cNvPicPr>
            <p:nvPr/>
          </p:nvPicPr>
          <p:blipFill>
            <a:blip r:embed="rId4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787579" y="3204043"/>
              <a:ext cx="2313302" cy="2313301"/>
            </a:xfrm>
            <a:custGeom>
              <a:avLst/>
              <a:gdLst>
                <a:gd name="connsiteX0" fmla="*/ 5265550 w 10531101"/>
                <a:gd name="connsiteY0" fmla="*/ 1712068 h 10531101"/>
                <a:gd name="connsiteX1" fmla="*/ 1712068 w 10531101"/>
                <a:gd name="connsiteY1" fmla="*/ 5265550 h 10531101"/>
                <a:gd name="connsiteX2" fmla="*/ 5265550 w 10531101"/>
                <a:gd name="connsiteY2" fmla="*/ 8819032 h 10531101"/>
                <a:gd name="connsiteX3" fmla="*/ 8819032 w 10531101"/>
                <a:gd name="connsiteY3" fmla="*/ 5265550 h 10531101"/>
                <a:gd name="connsiteX4" fmla="*/ 5265550 w 10531101"/>
                <a:gd name="connsiteY4" fmla="*/ 1712068 h 10531101"/>
                <a:gd name="connsiteX5" fmla="*/ 0 w 10531101"/>
                <a:gd name="connsiteY5" fmla="*/ 0 h 10531101"/>
                <a:gd name="connsiteX6" fmla="*/ 10531101 w 10531101"/>
                <a:gd name="connsiteY6" fmla="*/ 0 h 10531101"/>
                <a:gd name="connsiteX7" fmla="*/ 10531101 w 10531101"/>
                <a:gd name="connsiteY7" fmla="*/ 10531101 h 10531101"/>
                <a:gd name="connsiteX8" fmla="*/ 0 w 10531101"/>
                <a:gd name="connsiteY8" fmla="*/ 10531101 h 1053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1101" h="10531101">
                  <a:moveTo>
                    <a:pt x="5265550" y="1712068"/>
                  </a:moveTo>
                  <a:cubicBezTo>
                    <a:pt x="3303016" y="1712068"/>
                    <a:pt x="1712068" y="3303016"/>
                    <a:pt x="1712068" y="5265550"/>
                  </a:cubicBezTo>
                  <a:cubicBezTo>
                    <a:pt x="1712068" y="7228084"/>
                    <a:pt x="3303016" y="8819032"/>
                    <a:pt x="5265550" y="8819032"/>
                  </a:cubicBezTo>
                  <a:cubicBezTo>
                    <a:pt x="7228084" y="8819032"/>
                    <a:pt x="8819032" y="7228084"/>
                    <a:pt x="8819032" y="5265550"/>
                  </a:cubicBezTo>
                  <a:cubicBezTo>
                    <a:pt x="8819032" y="3303016"/>
                    <a:pt x="7228084" y="1712068"/>
                    <a:pt x="5265550" y="1712068"/>
                  </a:cubicBezTo>
                  <a:close/>
                  <a:moveTo>
                    <a:pt x="0" y="0"/>
                  </a:moveTo>
                  <a:lnTo>
                    <a:pt x="10531101" y="0"/>
                  </a:lnTo>
                  <a:lnTo>
                    <a:pt x="10531101" y="10531101"/>
                  </a:lnTo>
                  <a:lnTo>
                    <a:pt x="0" y="10531101"/>
                  </a:lnTo>
                  <a:close/>
                </a:path>
              </a:pathLst>
            </a:custGeom>
          </p:spPr>
        </p:pic>
        <p:grpSp>
          <p:nvGrpSpPr>
            <p:cNvPr id="22" name="组合 21"/>
            <p:cNvGrpSpPr/>
            <p:nvPr/>
          </p:nvGrpSpPr>
          <p:grpSpPr>
            <a:xfrm>
              <a:off x="2375198" y="3792817"/>
              <a:ext cx="1137760" cy="1288749"/>
              <a:chOff x="9196100" y="1691088"/>
              <a:chExt cx="3421214" cy="3875236"/>
            </a:xfrm>
          </p:grpSpPr>
          <p:sp>
            <p:nvSpPr>
              <p:cNvPr id="42" name="ïṡļïḑe"/>
              <p:cNvSpPr/>
              <p:nvPr/>
            </p:nvSpPr>
            <p:spPr bwMode="auto">
              <a:xfrm>
                <a:off x="9270106" y="1760603"/>
                <a:ext cx="3273204" cy="3736206"/>
              </a:xfrm>
              <a:custGeom>
                <a:avLst/>
                <a:gdLst>
                  <a:gd name="T0" fmla="*/ 72 w 151"/>
                  <a:gd name="T1" fmla="*/ 92 h 171"/>
                  <a:gd name="T2" fmla="*/ 83 w 151"/>
                  <a:gd name="T3" fmla="*/ 96 h 171"/>
                  <a:gd name="T4" fmla="*/ 77 w 151"/>
                  <a:gd name="T5" fmla="*/ 92 h 171"/>
                  <a:gd name="T6" fmla="*/ 80 w 151"/>
                  <a:gd name="T7" fmla="*/ 115 h 171"/>
                  <a:gd name="T8" fmla="*/ 72 w 151"/>
                  <a:gd name="T9" fmla="*/ 115 h 171"/>
                  <a:gd name="T10" fmla="*/ 74 w 151"/>
                  <a:gd name="T11" fmla="*/ 97 h 171"/>
                  <a:gd name="T12" fmla="*/ 69 w 151"/>
                  <a:gd name="T13" fmla="*/ 137 h 171"/>
                  <a:gd name="T14" fmla="*/ 77 w 151"/>
                  <a:gd name="T15" fmla="*/ 121 h 171"/>
                  <a:gd name="T16" fmla="*/ 77 w 151"/>
                  <a:gd name="T17" fmla="*/ 127 h 171"/>
                  <a:gd name="T18" fmla="*/ 80 w 151"/>
                  <a:gd name="T19" fmla="*/ 145 h 171"/>
                  <a:gd name="T20" fmla="*/ 71 w 151"/>
                  <a:gd name="T21" fmla="*/ 144 h 171"/>
                  <a:gd name="T22" fmla="*/ 107 w 151"/>
                  <a:gd name="T23" fmla="*/ 13 h 171"/>
                  <a:gd name="T24" fmla="*/ 106 w 151"/>
                  <a:gd name="T25" fmla="*/ 11 h 171"/>
                  <a:gd name="T26" fmla="*/ 113 w 151"/>
                  <a:gd name="T27" fmla="*/ 10 h 171"/>
                  <a:gd name="T28" fmla="*/ 111 w 151"/>
                  <a:gd name="T29" fmla="*/ 15 h 171"/>
                  <a:gd name="T30" fmla="*/ 115 w 151"/>
                  <a:gd name="T31" fmla="*/ 26 h 171"/>
                  <a:gd name="T32" fmla="*/ 114 w 151"/>
                  <a:gd name="T33" fmla="*/ 30 h 171"/>
                  <a:gd name="T34" fmla="*/ 112 w 151"/>
                  <a:gd name="T35" fmla="*/ 22 h 171"/>
                  <a:gd name="T36" fmla="*/ 108 w 151"/>
                  <a:gd name="T37" fmla="*/ 27 h 171"/>
                  <a:gd name="T38" fmla="*/ 107 w 151"/>
                  <a:gd name="T39" fmla="*/ 27 h 171"/>
                  <a:gd name="T40" fmla="*/ 108 w 151"/>
                  <a:gd name="T41" fmla="*/ 22 h 171"/>
                  <a:gd name="T42" fmla="*/ 106 w 151"/>
                  <a:gd name="T43" fmla="*/ 28 h 171"/>
                  <a:gd name="T44" fmla="*/ 105 w 151"/>
                  <a:gd name="T45" fmla="*/ 30 h 171"/>
                  <a:gd name="T46" fmla="*/ 107 w 151"/>
                  <a:gd name="T47" fmla="*/ 16 h 171"/>
                  <a:gd name="T48" fmla="*/ 107 w 151"/>
                  <a:gd name="T49" fmla="*/ 18 h 171"/>
                  <a:gd name="T50" fmla="*/ 108 w 151"/>
                  <a:gd name="T51" fmla="*/ 25 h 171"/>
                  <a:gd name="T52" fmla="*/ 36 w 151"/>
                  <a:gd name="T53" fmla="*/ 65 h 171"/>
                  <a:gd name="T54" fmla="*/ 28 w 151"/>
                  <a:gd name="T55" fmla="*/ 69 h 171"/>
                  <a:gd name="T56" fmla="*/ 30 w 151"/>
                  <a:gd name="T57" fmla="*/ 63 h 171"/>
                  <a:gd name="T58" fmla="*/ 39 w 151"/>
                  <a:gd name="T59" fmla="*/ 65 h 171"/>
                  <a:gd name="T60" fmla="*/ 47 w 151"/>
                  <a:gd name="T61" fmla="*/ 69 h 171"/>
                  <a:gd name="T62" fmla="*/ 49 w 151"/>
                  <a:gd name="T63" fmla="*/ 65 h 171"/>
                  <a:gd name="T64" fmla="*/ 57 w 151"/>
                  <a:gd name="T65" fmla="*/ 66 h 171"/>
                  <a:gd name="T66" fmla="*/ 87 w 151"/>
                  <a:gd name="T67" fmla="*/ 71 h 171"/>
                  <a:gd name="T68" fmla="*/ 91 w 151"/>
                  <a:gd name="T69" fmla="*/ 72 h 171"/>
                  <a:gd name="T70" fmla="*/ 90 w 151"/>
                  <a:gd name="T71" fmla="*/ 57 h 171"/>
                  <a:gd name="T72" fmla="*/ 69 w 151"/>
                  <a:gd name="T73" fmla="*/ 67 h 171"/>
                  <a:gd name="T74" fmla="*/ 104 w 151"/>
                  <a:gd name="T75" fmla="*/ 59 h 171"/>
                  <a:gd name="T76" fmla="*/ 102 w 151"/>
                  <a:gd name="T77" fmla="*/ 94 h 171"/>
                  <a:gd name="T78" fmla="*/ 112 w 151"/>
                  <a:gd name="T79" fmla="*/ 20 h 171"/>
                  <a:gd name="T80" fmla="*/ 113 w 151"/>
                  <a:gd name="T81" fmla="*/ 18 h 171"/>
                  <a:gd name="T82" fmla="*/ 113 w 151"/>
                  <a:gd name="T83" fmla="*/ 18 h 171"/>
                  <a:gd name="T84" fmla="*/ 88 w 151"/>
                  <a:gd name="T85" fmla="*/ 29 h 171"/>
                  <a:gd name="T86" fmla="*/ 88 w 151"/>
                  <a:gd name="T87" fmla="*/ 29 h 171"/>
                  <a:gd name="T88" fmla="*/ 86 w 151"/>
                  <a:gd name="T89" fmla="*/ 17 h 171"/>
                  <a:gd name="T90" fmla="*/ 91 w 151"/>
                  <a:gd name="T91" fmla="*/ 25 h 171"/>
                  <a:gd name="T92" fmla="*/ 93 w 151"/>
                  <a:gd name="T93" fmla="*/ 22 h 171"/>
                  <a:gd name="T94" fmla="*/ 97 w 151"/>
                  <a:gd name="T95" fmla="*/ 14 h 171"/>
                  <a:gd name="T96" fmla="*/ 92 w 151"/>
                  <a:gd name="T97" fmla="*/ 25 h 171"/>
                  <a:gd name="T98" fmla="*/ 20 w 151"/>
                  <a:gd name="T99" fmla="*/ 110 h 171"/>
                  <a:gd name="T100" fmla="*/ 54 w 151"/>
                  <a:gd name="T101" fmla="*/ 88 h 171"/>
                  <a:gd name="T102" fmla="*/ 58 w 151"/>
                  <a:gd name="T103" fmla="*/ 120 h 171"/>
                  <a:gd name="T104" fmla="*/ 125 w 151"/>
                  <a:gd name="T105" fmla="*/ 4 h 171"/>
                  <a:gd name="T106" fmla="*/ 20 w 151"/>
                  <a:gd name="T107" fmla="*/ 119 h 171"/>
                  <a:gd name="T108" fmla="*/ 43 w 151"/>
                  <a:gd name="T109" fmla="*/ 129 h 171"/>
                  <a:gd name="T110" fmla="*/ 125 w 151"/>
                  <a:gd name="T111" fmla="*/ 134 h 171"/>
                  <a:gd name="T112" fmla="*/ 119 w 151"/>
                  <a:gd name="T113" fmla="*/ 67 h 171"/>
                  <a:gd name="T114" fmla="*/ 121 w 151"/>
                  <a:gd name="T115" fmla="*/ 68 h 171"/>
                  <a:gd name="T116" fmla="*/ 116 w 151"/>
                  <a:gd name="T117" fmla="*/ 66 h 171"/>
                  <a:gd name="T118" fmla="*/ 122 w 151"/>
                  <a:gd name="T119" fmla="*/ 62 h 171"/>
                  <a:gd name="T120" fmla="*/ 106 w 151"/>
                  <a:gd name="T121" fmla="*/ 39 h 171"/>
                  <a:gd name="T122" fmla="*/ 119 w 151"/>
                  <a:gd name="T123" fmla="*/ 46 h 171"/>
                  <a:gd name="T124" fmla="*/ 126 w 151"/>
                  <a:gd name="T125" fmla="*/ 40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51" h="171">
                    <a:moveTo>
                      <a:pt x="151" y="92"/>
                    </a:moveTo>
                    <a:cubicBezTo>
                      <a:pt x="151" y="22"/>
                      <a:pt x="151" y="22"/>
                      <a:pt x="151" y="22"/>
                    </a:cubicBezTo>
                    <a:cubicBezTo>
                      <a:pt x="144" y="19"/>
                      <a:pt x="130" y="8"/>
                      <a:pt x="129" y="0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1" y="8"/>
                      <a:pt x="6" y="19"/>
                      <a:pt x="0" y="22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96"/>
                      <a:pt x="0" y="100"/>
                      <a:pt x="1" y="105"/>
                    </a:cubicBezTo>
                    <a:cubicBezTo>
                      <a:pt x="9" y="137"/>
                      <a:pt x="39" y="165"/>
                      <a:pt x="76" y="171"/>
                    </a:cubicBezTo>
                    <a:cubicBezTo>
                      <a:pt x="76" y="171"/>
                      <a:pt x="76" y="171"/>
                      <a:pt x="76" y="171"/>
                    </a:cubicBezTo>
                    <a:cubicBezTo>
                      <a:pt x="114" y="164"/>
                      <a:pt x="142" y="139"/>
                      <a:pt x="150" y="109"/>
                    </a:cubicBezTo>
                    <a:cubicBezTo>
                      <a:pt x="151" y="103"/>
                      <a:pt x="151" y="98"/>
                      <a:pt x="151" y="92"/>
                    </a:cubicBezTo>
                    <a:close/>
                    <a:moveTo>
                      <a:pt x="75" y="94"/>
                    </a:moveTo>
                    <a:cubicBezTo>
                      <a:pt x="75" y="92"/>
                      <a:pt x="75" y="92"/>
                      <a:pt x="75" y="92"/>
                    </a:cubicBezTo>
                    <a:cubicBezTo>
                      <a:pt x="75" y="92"/>
                      <a:pt x="74" y="92"/>
                      <a:pt x="74" y="92"/>
                    </a:cubicBezTo>
                    <a:cubicBezTo>
                      <a:pt x="73" y="93"/>
                      <a:pt x="73" y="93"/>
                      <a:pt x="73" y="93"/>
                    </a:cubicBezTo>
                    <a:cubicBezTo>
                      <a:pt x="73" y="93"/>
                      <a:pt x="72" y="94"/>
                      <a:pt x="72" y="94"/>
                    </a:cubicBezTo>
                    <a:cubicBezTo>
                      <a:pt x="72" y="94"/>
                      <a:pt x="72" y="95"/>
                      <a:pt x="71" y="95"/>
                    </a:cubicBezTo>
                    <a:cubicBezTo>
                      <a:pt x="71" y="95"/>
                      <a:pt x="71" y="95"/>
                      <a:pt x="71" y="95"/>
                    </a:cubicBezTo>
                    <a:cubicBezTo>
                      <a:pt x="71" y="95"/>
                      <a:pt x="71" y="96"/>
                      <a:pt x="71" y="96"/>
                    </a:cubicBezTo>
                    <a:cubicBezTo>
                      <a:pt x="70" y="96"/>
                      <a:pt x="70" y="96"/>
                      <a:pt x="70" y="97"/>
                    </a:cubicBezTo>
                    <a:cubicBezTo>
                      <a:pt x="70" y="97"/>
                      <a:pt x="70" y="97"/>
                      <a:pt x="70" y="97"/>
                    </a:cubicBezTo>
                    <a:cubicBezTo>
                      <a:pt x="70" y="98"/>
                      <a:pt x="70" y="98"/>
                      <a:pt x="70" y="98"/>
                    </a:cubicBezTo>
                    <a:cubicBezTo>
                      <a:pt x="70" y="98"/>
                      <a:pt x="70" y="98"/>
                      <a:pt x="70" y="98"/>
                    </a:cubicBezTo>
                    <a:cubicBezTo>
                      <a:pt x="70" y="98"/>
                      <a:pt x="69" y="98"/>
                      <a:pt x="69" y="98"/>
                    </a:cubicBezTo>
                    <a:cubicBezTo>
                      <a:pt x="69" y="98"/>
                      <a:pt x="69" y="98"/>
                      <a:pt x="69" y="98"/>
                    </a:cubicBezTo>
                    <a:cubicBezTo>
                      <a:pt x="69" y="98"/>
                      <a:pt x="69" y="98"/>
                      <a:pt x="69" y="98"/>
                    </a:cubicBezTo>
                    <a:cubicBezTo>
                      <a:pt x="69" y="98"/>
                      <a:pt x="69" y="98"/>
                      <a:pt x="69" y="98"/>
                    </a:cubicBezTo>
                    <a:cubicBezTo>
                      <a:pt x="69" y="98"/>
                      <a:pt x="69" y="98"/>
                      <a:pt x="68" y="97"/>
                    </a:cubicBezTo>
                    <a:cubicBezTo>
                      <a:pt x="68" y="97"/>
                      <a:pt x="68" y="97"/>
                      <a:pt x="68" y="97"/>
                    </a:cubicBezTo>
                    <a:cubicBezTo>
                      <a:pt x="68" y="97"/>
                      <a:pt x="68" y="97"/>
                      <a:pt x="69" y="97"/>
                    </a:cubicBezTo>
                    <a:cubicBezTo>
                      <a:pt x="69" y="96"/>
                      <a:pt x="69" y="96"/>
                      <a:pt x="69" y="96"/>
                    </a:cubicBezTo>
                    <a:cubicBezTo>
                      <a:pt x="69" y="96"/>
                      <a:pt x="69" y="96"/>
                      <a:pt x="69" y="96"/>
                    </a:cubicBezTo>
                    <a:cubicBezTo>
                      <a:pt x="70" y="94"/>
                      <a:pt x="70" y="94"/>
                      <a:pt x="70" y="94"/>
                    </a:cubicBezTo>
                    <a:cubicBezTo>
                      <a:pt x="70" y="94"/>
                      <a:pt x="70" y="94"/>
                      <a:pt x="70" y="94"/>
                    </a:cubicBezTo>
                    <a:cubicBezTo>
                      <a:pt x="70" y="94"/>
                      <a:pt x="70" y="93"/>
                      <a:pt x="71" y="93"/>
                    </a:cubicBezTo>
                    <a:cubicBezTo>
                      <a:pt x="71" y="93"/>
                      <a:pt x="71" y="93"/>
                      <a:pt x="72" y="92"/>
                    </a:cubicBezTo>
                    <a:cubicBezTo>
                      <a:pt x="72" y="92"/>
                      <a:pt x="72" y="92"/>
                      <a:pt x="72" y="92"/>
                    </a:cubicBezTo>
                    <a:cubicBezTo>
                      <a:pt x="72" y="92"/>
                      <a:pt x="72" y="92"/>
                      <a:pt x="73" y="91"/>
                    </a:cubicBezTo>
                    <a:cubicBezTo>
                      <a:pt x="73" y="91"/>
                      <a:pt x="73" y="91"/>
                      <a:pt x="74" y="91"/>
                    </a:cubicBezTo>
                    <a:cubicBezTo>
                      <a:pt x="74" y="91"/>
                      <a:pt x="74" y="91"/>
                      <a:pt x="74" y="91"/>
                    </a:cubicBezTo>
                    <a:cubicBezTo>
                      <a:pt x="75" y="90"/>
                      <a:pt x="75" y="90"/>
                      <a:pt x="75" y="90"/>
                    </a:cubicBezTo>
                    <a:cubicBezTo>
                      <a:pt x="75" y="90"/>
                      <a:pt x="75" y="90"/>
                      <a:pt x="75" y="90"/>
                    </a:cubicBezTo>
                    <a:cubicBezTo>
                      <a:pt x="75" y="90"/>
                      <a:pt x="75" y="90"/>
                      <a:pt x="75" y="89"/>
                    </a:cubicBezTo>
                    <a:cubicBezTo>
                      <a:pt x="75" y="89"/>
                      <a:pt x="75" y="89"/>
                      <a:pt x="75" y="89"/>
                    </a:cubicBezTo>
                    <a:cubicBezTo>
                      <a:pt x="75" y="89"/>
                      <a:pt x="75" y="89"/>
                      <a:pt x="75" y="89"/>
                    </a:cubicBezTo>
                    <a:cubicBezTo>
                      <a:pt x="75" y="88"/>
                      <a:pt x="75" y="88"/>
                      <a:pt x="75" y="88"/>
                    </a:cubicBezTo>
                    <a:cubicBezTo>
                      <a:pt x="75" y="88"/>
                      <a:pt x="75" y="88"/>
                      <a:pt x="75" y="88"/>
                    </a:cubicBezTo>
                    <a:cubicBezTo>
                      <a:pt x="75" y="88"/>
                      <a:pt x="75" y="88"/>
                      <a:pt x="75" y="88"/>
                    </a:cubicBezTo>
                    <a:cubicBezTo>
                      <a:pt x="75" y="88"/>
                      <a:pt x="75" y="88"/>
                      <a:pt x="75" y="87"/>
                    </a:cubicBezTo>
                    <a:cubicBezTo>
                      <a:pt x="75" y="87"/>
                      <a:pt x="75" y="87"/>
                      <a:pt x="75" y="87"/>
                    </a:cubicBezTo>
                    <a:cubicBezTo>
                      <a:pt x="75" y="87"/>
                      <a:pt x="76" y="87"/>
                      <a:pt x="76" y="87"/>
                    </a:cubicBezTo>
                    <a:cubicBezTo>
                      <a:pt x="76" y="87"/>
                      <a:pt x="76" y="87"/>
                      <a:pt x="76" y="87"/>
                    </a:cubicBezTo>
                    <a:cubicBezTo>
                      <a:pt x="76" y="87"/>
                      <a:pt x="76" y="87"/>
                      <a:pt x="76" y="87"/>
                    </a:cubicBezTo>
                    <a:cubicBezTo>
                      <a:pt x="76" y="87"/>
                      <a:pt x="76" y="87"/>
                      <a:pt x="76" y="87"/>
                    </a:cubicBezTo>
                    <a:cubicBezTo>
                      <a:pt x="76" y="87"/>
                      <a:pt x="76" y="87"/>
                      <a:pt x="76" y="87"/>
                    </a:cubicBezTo>
                    <a:cubicBezTo>
                      <a:pt x="76" y="87"/>
                      <a:pt x="76" y="87"/>
                      <a:pt x="76" y="87"/>
                    </a:cubicBezTo>
                    <a:cubicBezTo>
                      <a:pt x="77" y="87"/>
                      <a:pt x="77" y="87"/>
                      <a:pt x="77" y="87"/>
                    </a:cubicBezTo>
                    <a:cubicBezTo>
                      <a:pt x="77" y="87"/>
                      <a:pt x="77" y="87"/>
                      <a:pt x="77" y="87"/>
                    </a:cubicBezTo>
                    <a:cubicBezTo>
                      <a:pt x="77" y="87"/>
                      <a:pt x="77" y="87"/>
                      <a:pt x="77" y="88"/>
                    </a:cubicBezTo>
                    <a:cubicBezTo>
                      <a:pt x="77" y="89"/>
                      <a:pt x="77" y="89"/>
                      <a:pt x="77" y="89"/>
                    </a:cubicBezTo>
                    <a:cubicBezTo>
                      <a:pt x="77" y="89"/>
                      <a:pt x="77" y="89"/>
                      <a:pt x="77" y="89"/>
                    </a:cubicBezTo>
                    <a:cubicBezTo>
                      <a:pt x="77" y="90"/>
                      <a:pt x="77" y="90"/>
                      <a:pt x="77" y="90"/>
                    </a:cubicBezTo>
                    <a:cubicBezTo>
                      <a:pt x="77" y="90"/>
                      <a:pt x="77" y="90"/>
                      <a:pt x="77" y="91"/>
                    </a:cubicBezTo>
                    <a:cubicBezTo>
                      <a:pt x="77" y="91"/>
                      <a:pt x="77" y="91"/>
                      <a:pt x="77" y="91"/>
                    </a:cubicBezTo>
                    <a:cubicBezTo>
                      <a:pt x="78" y="91"/>
                      <a:pt x="78" y="91"/>
                      <a:pt x="78" y="91"/>
                    </a:cubicBezTo>
                    <a:cubicBezTo>
                      <a:pt x="78" y="91"/>
                      <a:pt x="78" y="91"/>
                      <a:pt x="78" y="91"/>
                    </a:cubicBezTo>
                    <a:cubicBezTo>
                      <a:pt x="78" y="91"/>
                      <a:pt x="79" y="91"/>
                      <a:pt x="79" y="91"/>
                    </a:cubicBezTo>
                    <a:cubicBezTo>
                      <a:pt x="79" y="91"/>
                      <a:pt x="80" y="91"/>
                      <a:pt x="80" y="92"/>
                    </a:cubicBezTo>
                    <a:cubicBezTo>
                      <a:pt x="80" y="92"/>
                      <a:pt x="81" y="92"/>
                      <a:pt x="81" y="92"/>
                    </a:cubicBezTo>
                    <a:cubicBezTo>
                      <a:pt x="81" y="92"/>
                      <a:pt x="81" y="93"/>
                      <a:pt x="81" y="93"/>
                    </a:cubicBezTo>
                    <a:cubicBezTo>
                      <a:pt x="82" y="93"/>
                      <a:pt x="82" y="93"/>
                      <a:pt x="82" y="93"/>
                    </a:cubicBezTo>
                    <a:cubicBezTo>
                      <a:pt x="82" y="94"/>
                      <a:pt x="82" y="94"/>
                      <a:pt x="82" y="94"/>
                    </a:cubicBezTo>
                    <a:cubicBezTo>
                      <a:pt x="82" y="94"/>
                      <a:pt x="82" y="94"/>
                      <a:pt x="82" y="94"/>
                    </a:cubicBezTo>
                    <a:cubicBezTo>
                      <a:pt x="83" y="95"/>
                      <a:pt x="83" y="95"/>
                      <a:pt x="83" y="95"/>
                    </a:cubicBezTo>
                    <a:cubicBezTo>
                      <a:pt x="83" y="95"/>
                      <a:pt x="83" y="95"/>
                      <a:pt x="83" y="96"/>
                    </a:cubicBezTo>
                    <a:cubicBezTo>
                      <a:pt x="83" y="96"/>
                      <a:pt x="83" y="96"/>
                      <a:pt x="83" y="96"/>
                    </a:cubicBezTo>
                    <a:cubicBezTo>
                      <a:pt x="83" y="96"/>
                      <a:pt x="83" y="96"/>
                      <a:pt x="83" y="96"/>
                    </a:cubicBezTo>
                    <a:cubicBezTo>
                      <a:pt x="83" y="96"/>
                      <a:pt x="83" y="96"/>
                      <a:pt x="83" y="96"/>
                    </a:cubicBezTo>
                    <a:cubicBezTo>
                      <a:pt x="84" y="96"/>
                      <a:pt x="84" y="96"/>
                      <a:pt x="84" y="97"/>
                    </a:cubicBezTo>
                    <a:cubicBezTo>
                      <a:pt x="84" y="97"/>
                      <a:pt x="84" y="97"/>
                      <a:pt x="84" y="97"/>
                    </a:cubicBezTo>
                    <a:cubicBezTo>
                      <a:pt x="84" y="97"/>
                      <a:pt x="84" y="97"/>
                      <a:pt x="84" y="97"/>
                    </a:cubicBezTo>
                    <a:cubicBezTo>
                      <a:pt x="84" y="97"/>
                      <a:pt x="84" y="97"/>
                      <a:pt x="84" y="97"/>
                    </a:cubicBezTo>
                    <a:cubicBezTo>
                      <a:pt x="84" y="97"/>
                      <a:pt x="84" y="97"/>
                      <a:pt x="84" y="97"/>
                    </a:cubicBezTo>
                    <a:cubicBezTo>
                      <a:pt x="84" y="98"/>
                      <a:pt x="84" y="98"/>
                      <a:pt x="84" y="98"/>
                    </a:cubicBezTo>
                    <a:cubicBezTo>
                      <a:pt x="84" y="98"/>
                      <a:pt x="84" y="98"/>
                      <a:pt x="84" y="98"/>
                    </a:cubicBezTo>
                    <a:cubicBezTo>
                      <a:pt x="84" y="98"/>
                      <a:pt x="84" y="98"/>
                      <a:pt x="84" y="98"/>
                    </a:cubicBezTo>
                    <a:cubicBezTo>
                      <a:pt x="84" y="98"/>
                      <a:pt x="84" y="98"/>
                      <a:pt x="84" y="98"/>
                    </a:cubicBezTo>
                    <a:cubicBezTo>
                      <a:pt x="84" y="98"/>
                      <a:pt x="84" y="98"/>
                      <a:pt x="84" y="98"/>
                    </a:cubicBezTo>
                    <a:cubicBezTo>
                      <a:pt x="84" y="98"/>
                      <a:pt x="84" y="98"/>
                      <a:pt x="84" y="98"/>
                    </a:cubicBezTo>
                    <a:cubicBezTo>
                      <a:pt x="84" y="98"/>
                      <a:pt x="84" y="98"/>
                      <a:pt x="84" y="98"/>
                    </a:cubicBezTo>
                    <a:cubicBezTo>
                      <a:pt x="84" y="98"/>
                      <a:pt x="84" y="98"/>
                      <a:pt x="84" y="98"/>
                    </a:cubicBezTo>
                    <a:cubicBezTo>
                      <a:pt x="84" y="98"/>
                      <a:pt x="84" y="98"/>
                      <a:pt x="84" y="98"/>
                    </a:cubicBezTo>
                    <a:cubicBezTo>
                      <a:pt x="84" y="98"/>
                      <a:pt x="84" y="98"/>
                      <a:pt x="84" y="98"/>
                    </a:cubicBezTo>
                    <a:cubicBezTo>
                      <a:pt x="83" y="98"/>
                      <a:pt x="83" y="98"/>
                      <a:pt x="83" y="98"/>
                    </a:cubicBezTo>
                    <a:cubicBezTo>
                      <a:pt x="83" y="98"/>
                      <a:pt x="83" y="98"/>
                      <a:pt x="83" y="98"/>
                    </a:cubicBezTo>
                    <a:cubicBezTo>
                      <a:pt x="83" y="98"/>
                      <a:pt x="83" y="98"/>
                      <a:pt x="83" y="98"/>
                    </a:cubicBezTo>
                    <a:cubicBezTo>
                      <a:pt x="83" y="98"/>
                      <a:pt x="83" y="98"/>
                      <a:pt x="83" y="98"/>
                    </a:cubicBezTo>
                    <a:cubicBezTo>
                      <a:pt x="83" y="98"/>
                      <a:pt x="83" y="98"/>
                      <a:pt x="83" y="98"/>
                    </a:cubicBezTo>
                    <a:cubicBezTo>
                      <a:pt x="83" y="98"/>
                      <a:pt x="83" y="98"/>
                      <a:pt x="83" y="98"/>
                    </a:cubicBezTo>
                    <a:cubicBezTo>
                      <a:pt x="83" y="98"/>
                      <a:pt x="83" y="98"/>
                      <a:pt x="83" y="98"/>
                    </a:cubicBezTo>
                    <a:cubicBezTo>
                      <a:pt x="83" y="98"/>
                      <a:pt x="83" y="98"/>
                      <a:pt x="83" y="98"/>
                    </a:cubicBezTo>
                    <a:cubicBezTo>
                      <a:pt x="82" y="96"/>
                      <a:pt x="82" y="96"/>
                      <a:pt x="82" y="96"/>
                    </a:cubicBezTo>
                    <a:cubicBezTo>
                      <a:pt x="82" y="96"/>
                      <a:pt x="82" y="96"/>
                      <a:pt x="81" y="96"/>
                    </a:cubicBezTo>
                    <a:cubicBezTo>
                      <a:pt x="81" y="95"/>
                      <a:pt x="81" y="95"/>
                      <a:pt x="81" y="95"/>
                    </a:cubicBezTo>
                    <a:cubicBezTo>
                      <a:pt x="81" y="95"/>
                      <a:pt x="81" y="95"/>
                      <a:pt x="81" y="95"/>
                    </a:cubicBezTo>
                    <a:cubicBezTo>
                      <a:pt x="81" y="95"/>
                      <a:pt x="81" y="94"/>
                      <a:pt x="81" y="94"/>
                    </a:cubicBezTo>
                    <a:cubicBezTo>
                      <a:pt x="80" y="94"/>
                      <a:pt x="80" y="94"/>
                      <a:pt x="80" y="94"/>
                    </a:cubicBezTo>
                    <a:cubicBezTo>
                      <a:pt x="80" y="94"/>
                      <a:pt x="80" y="93"/>
                      <a:pt x="79" y="93"/>
                    </a:cubicBezTo>
                    <a:cubicBezTo>
                      <a:pt x="79" y="93"/>
                      <a:pt x="79" y="93"/>
                      <a:pt x="79" y="93"/>
                    </a:cubicBezTo>
                    <a:cubicBezTo>
                      <a:pt x="79" y="93"/>
                      <a:pt x="79" y="93"/>
                      <a:pt x="79" y="93"/>
                    </a:cubicBezTo>
                    <a:cubicBezTo>
                      <a:pt x="79" y="92"/>
                      <a:pt x="78" y="92"/>
                      <a:pt x="78" y="92"/>
                    </a:cubicBezTo>
                    <a:cubicBezTo>
                      <a:pt x="78" y="92"/>
                      <a:pt x="78" y="92"/>
                      <a:pt x="78" y="92"/>
                    </a:cubicBezTo>
                    <a:cubicBezTo>
                      <a:pt x="78" y="92"/>
                      <a:pt x="77" y="92"/>
                      <a:pt x="77" y="92"/>
                    </a:cubicBezTo>
                    <a:cubicBezTo>
                      <a:pt x="77" y="94"/>
                      <a:pt x="77" y="94"/>
                      <a:pt x="77" y="94"/>
                    </a:cubicBezTo>
                    <a:cubicBezTo>
                      <a:pt x="77" y="94"/>
                      <a:pt x="77" y="94"/>
                      <a:pt x="77" y="94"/>
                    </a:cubicBezTo>
                    <a:cubicBezTo>
                      <a:pt x="78" y="94"/>
                      <a:pt x="78" y="94"/>
                      <a:pt x="78" y="95"/>
                    </a:cubicBezTo>
                    <a:cubicBezTo>
                      <a:pt x="78" y="95"/>
                      <a:pt x="78" y="95"/>
                      <a:pt x="78" y="95"/>
                    </a:cubicBezTo>
                    <a:cubicBezTo>
                      <a:pt x="79" y="95"/>
                      <a:pt x="79" y="95"/>
                      <a:pt x="79" y="96"/>
                    </a:cubicBezTo>
                    <a:cubicBezTo>
                      <a:pt x="79" y="96"/>
                      <a:pt x="79" y="96"/>
                      <a:pt x="79" y="97"/>
                    </a:cubicBezTo>
                    <a:cubicBezTo>
                      <a:pt x="80" y="97"/>
                      <a:pt x="80" y="97"/>
                      <a:pt x="80" y="98"/>
                    </a:cubicBezTo>
                    <a:cubicBezTo>
                      <a:pt x="80" y="98"/>
                      <a:pt x="80" y="99"/>
                      <a:pt x="80" y="99"/>
                    </a:cubicBezTo>
                    <a:cubicBezTo>
                      <a:pt x="79" y="99"/>
                      <a:pt x="79" y="100"/>
                      <a:pt x="79" y="100"/>
                    </a:cubicBezTo>
                    <a:cubicBezTo>
                      <a:pt x="79" y="100"/>
                      <a:pt x="79" y="101"/>
                      <a:pt x="79" y="101"/>
                    </a:cubicBezTo>
                    <a:cubicBezTo>
                      <a:pt x="78" y="101"/>
                      <a:pt x="78" y="101"/>
                      <a:pt x="78" y="102"/>
                    </a:cubicBezTo>
                    <a:cubicBezTo>
                      <a:pt x="78" y="102"/>
                      <a:pt x="78" y="103"/>
                      <a:pt x="78" y="103"/>
                    </a:cubicBezTo>
                    <a:cubicBezTo>
                      <a:pt x="79" y="103"/>
                      <a:pt x="79" y="104"/>
                      <a:pt x="79" y="104"/>
                    </a:cubicBezTo>
                    <a:cubicBezTo>
                      <a:pt x="79" y="104"/>
                      <a:pt x="79" y="104"/>
                      <a:pt x="79" y="104"/>
                    </a:cubicBezTo>
                    <a:cubicBezTo>
                      <a:pt x="79" y="104"/>
                      <a:pt x="79" y="104"/>
                      <a:pt x="79" y="105"/>
                    </a:cubicBezTo>
                    <a:cubicBezTo>
                      <a:pt x="79" y="105"/>
                      <a:pt x="80" y="106"/>
                      <a:pt x="80" y="106"/>
                    </a:cubicBezTo>
                    <a:cubicBezTo>
                      <a:pt x="80" y="106"/>
                      <a:pt x="80" y="106"/>
                      <a:pt x="80" y="106"/>
                    </a:cubicBezTo>
                    <a:cubicBezTo>
                      <a:pt x="80" y="106"/>
                      <a:pt x="80" y="107"/>
                      <a:pt x="80" y="107"/>
                    </a:cubicBezTo>
                    <a:cubicBezTo>
                      <a:pt x="80" y="108"/>
                      <a:pt x="80" y="108"/>
                      <a:pt x="80" y="109"/>
                    </a:cubicBezTo>
                    <a:cubicBezTo>
                      <a:pt x="80" y="109"/>
                      <a:pt x="80" y="109"/>
                      <a:pt x="80" y="109"/>
                    </a:cubicBezTo>
                    <a:cubicBezTo>
                      <a:pt x="81" y="109"/>
                      <a:pt x="81" y="110"/>
                      <a:pt x="81" y="110"/>
                    </a:cubicBezTo>
                    <a:cubicBezTo>
                      <a:pt x="81" y="111"/>
                      <a:pt x="81" y="111"/>
                      <a:pt x="81" y="112"/>
                    </a:cubicBezTo>
                    <a:cubicBezTo>
                      <a:pt x="81" y="112"/>
                      <a:pt x="81" y="112"/>
                      <a:pt x="81" y="112"/>
                    </a:cubicBezTo>
                    <a:cubicBezTo>
                      <a:pt x="81" y="112"/>
                      <a:pt x="81" y="113"/>
                      <a:pt x="81" y="113"/>
                    </a:cubicBezTo>
                    <a:cubicBezTo>
                      <a:pt x="81" y="113"/>
                      <a:pt x="81" y="113"/>
                      <a:pt x="81" y="113"/>
                    </a:cubicBezTo>
                    <a:cubicBezTo>
                      <a:pt x="81" y="113"/>
                      <a:pt x="81" y="114"/>
                      <a:pt x="81" y="114"/>
                    </a:cubicBezTo>
                    <a:cubicBezTo>
                      <a:pt x="81" y="114"/>
                      <a:pt x="81" y="114"/>
                      <a:pt x="81" y="115"/>
                    </a:cubicBezTo>
                    <a:cubicBezTo>
                      <a:pt x="81" y="115"/>
                      <a:pt x="81" y="115"/>
                      <a:pt x="81" y="115"/>
                    </a:cubicBezTo>
                    <a:cubicBezTo>
                      <a:pt x="81" y="115"/>
                      <a:pt x="81" y="115"/>
                      <a:pt x="81" y="115"/>
                    </a:cubicBezTo>
                    <a:cubicBezTo>
                      <a:pt x="81" y="115"/>
                      <a:pt x="81" y="115"/>
                      <a:pt x="81" y="115"/>
                    </a:cubicBezTo>
                    <a:cubicBezTo>
                      <a:pt x="81" y="115"/>
                      <a:pt x="81" y="115"/>
                      <a:pt x="81" y="115"/>
                    </a:cubicBezTo>
                    <a:cubicBezTo>
                      <a:pt x="81" y="115"/>
                      <a:pt x="81" y="115"/>
                      <a:pt x="80" y="115"/>
                    </a:cubicBezTo>
                    <a:cubicBezTo>
                      <a:pt x="80" y="115"/>
                      <a:pt x="80" y="115"/>
                      <a:pt x="80" y="115"/>
                    </a:cubicBezTo>
                    <a:cubicBezTo>
                      <a:pt x="80" y="115"/>
                      <a:pt x="80" y="115"/>
                      <a:pt x="80" y="115"/>
                    </a:cubicBezTo>
                    <a:cubicBezTo>
                      <a:pt x="80" y="115"/>
                      <a:pt x="80" y="115"/>
                      <a:pt x="80" y="115"/>
                    </a:cubicBezTo>
                    <a:cubicBezTo>
                      <a:pt x="80" y="115"/>
                      <a:pt x="80" y="115"/>
                      <a:pt x="80" y="115"/>
                    </a:cubicBezTo>
                    <a:cubicBezTo>
                      <a:pt x="80" y="115"/>
                      <a:pt x="80" y="115"/>
                      <a:pt x="80" y="115"/>
                    </a:cubicBezTo>
                    <a:cubicBezTo>
                      <a:pt x="80" y="115"/>
                      <a:pt x="80" y="115"/>
                      <a:pt x="80" y="115"/>
                    </a:cubicBezTo>
                    <a:cubicBezTo>
                      <a:pt x="80" y="114"/>
                      <a:pt x="80" y="114"/>
                      <a:pt x="79" y="114"/>
                    </a:cubicBezTo>
                    <a:cubicBezTo>
                      <a:pt x="79" y="114"/>
                      <a:pt x="79" y="114"/>
                      <a:pt x="79" y="113"/>
                    </a:cubicBezTo>
                    <a:cubicBezTo>
                      <a:pt x="79" y="113"/>
                      <a:pt x="79" y="113"/>
                      <a:pt x="79" y="113"/>
                    </a:cubicBezTo>
                    <a:cubicBezTo>
                      <a:pt x="79" y="113"/>
                      <a:pt x="79" y="113"/>
                      <a:pt x="79" y="112"/>
                    </a:cubicBezTo>
                    <a:cubicBezTo>
                      <a:pt x="79" y="112"/>
                      <a:pt x="79" y="112"/>
                      <a:pt x="79" y="112"/>
                    </a:cubicBezTo>
                    <a:cubicBezTo>
                      <a:pt x="79" y="112"/>
                      <a:pt x="79" y="111"/>
                      <a:pt x="79" y="110"/>
                    </a:cubicBezTo>
                    <a:cubicBezTo>
                      <a:pt x="79" y="110"/>
                      <a:pt x="79" y="109"/>
                      <a:pt x="79" y="109"/>
                    </a:cubicBezTo>
                    <a:cubicBezTo>
                      <a:pt x="79" y="108"/>
                      <a:pt x="79" y="108"/>
                      <a:pt x="79" y="108"/>
                    </a:cubicBezTo>
                    <a:cubicBezTo>
                      <a:pt x="78" y="107"/>
                      <a:pt x="78" y="107"/>
                      <a:pt x="78" y="107"/>
                    </a:cubicBezTo>
                    <a:cubicBezTo>
                      <a:pt x="78" y="107"/>
                      <a:pt x="78" y="106"/>
                      <a:pt x="78" y="106"/>
                    </a:cubicBezTo>
                    <a:cubicBezTo>
                      <a:pt x="78" y="106"/>
                      <a:pt x="78" y="106"/>
                      <a:pt x="78" y="106"/>
                    </a:cubicBezTo>
                    <a:cubicBezTo>
                      <a:pt x="78" y="106"/>
                      <a:pt x="78" y="105"/>
                      <a:pt x="78" y="105"/>
                    </a:cubicBezTo>
                    <a:cubicBezTo>
                      <a:pt x="78" y="105"/>
                      <a:pt x="78" y="105"/>
                      <a:pt x="77" y="104"/>
                    </a:cubicBezTo>
                    <a:cubicBezTo>
                      <a:pt x="77" y="104"/>
                      <a:pt x="77" y="104"/>
                      <a:pt x="77" y="103"/>
                    </a:cubicBezTo>
                    <a:cubicBezTo>
                      <a:pt x="77" y="103"/>
                      <a:pt x="77" y="103"/>
                      <a:pt x="77" y="103"/>
                    </a:cubicBezTo>
                    <a:cubicBezTo>
                      <a:pt x="77" y="103"/>
                      <a:pt x="77" y="103"/>
                      <a:pt x="77" y="103"/>
                    </a:cubicBezTo>
                    <a:cubicBezTo>
                      <a:pt x="76" y="102"/>
                      <a:pt x="76" y="102"/>
                      <a:pt x="76" y="102"/>
                    </a:cubicBezTo>
                    <a:cubicBezTo>
                      <a:pt x="76" y="103"/>
                      <a:pt x="75" y="103"/>
                      <a:pt x="75" y="103"/>
                    </a:cubicBezTo>
                    <a:cubicBezTo>
                      <a:pt x="75" y="104"/>
                      <a:pt x="75" y="104"/>
                      <a:pt x="75" y="104"/>
                    </a:cubicBezTo>
                    <a:cubicBezTo>
                      <a:pt x="74" y="104"/>
                      <a:pt x="74" y="104"/>
                      <a:pt x="74" y="105"/>
                    </a:cubicBezTo>
                    <a:cubicBezTo>
                      <a:pt x="74" y="105"/>
                      <a:pt x="74" y="105"/>
                      <a:pt x="74" y="106"/>
                    </a:cubicBezTo>
                    <a:cubicBezTo>
                      <a:pt x="74" y="106"/>
                      <a:pt x="74" y="106"/>
                      <a:pt x="73" y="107"/>
                    </a:cubicBezTo>
                    <a:cubicBezTo>
                      <a:pt x="73" y="107"/>
                      <a:pt x="73" y="107"/>
                      <a:pt x="73" y="108"/>
                    </a:cubicBezTo>
                    <a:cubicBezTo>
                      <a:pt x="73" y="108"/>
                      <a:pt x="73" y="108"/>
                      <a:pt x="73" y="108"/>
                    </a:cubicBezTo>
                    <a:cubicBezTo>
                      <a:pt x="73" y="108"/>
                      <a:pt x="73" y="108"/>
                      <a:pt x="73" y="109"/>
                    </a:cubicBezTo>
                    <a:cubicBezTo>
                      <a:pt x="73" y="109"/>
                      <a:pt x="73" y="110"/>
                      <a:pt x="73" y="110"/>
                    </a:cubicBezTo>
                    <a:cubicBezTo>
                      <a:pt x="73" y="110"/>
                      <a:pt x="73" y="110"/>
                      <a:pt x="73" y="110"/>
                    </a:cubicBezTo>
                    <a:cubicBezTo>
                      <a:pt x="73" y="111"/>
                      <a:pt x="73" y="111"/>
                      <a:pt x="73" y="111"/>
                    </a:cubicBezTo>
                    <a:cubicBezTo>
                      <a:pt x="73" y="111"/>
                      <a:pt x="73" y="111"/>
                      <a:pt x="73" y="111"/>
                    </a:cubicBezTo>
                    <a:cubicBezTo>
                      <a:pt x="73" y="112"/>
                      <a:pt x="73" y="112"/>
                      <a:pt x="73" y="112"/>
                    </a:cubicBezTo>
                    <a:cubicBezTo>
                      <a:pt x="73" y="112"/>
                      <a:pt x="73" y="112"/>
                      <a:pt x="73" y="112"/>
                    </a:cubicBezTo>
                    <a:cubicBezTo>
                      <a:pt x="73" y="113"/>
                      <a:pt x="73" y="113"/>
                      <a:pt x="73" y="113"/>
                    </a:cubicBezTo>
                    <a:cubicBezTo>
                      <a:pt x="73" y="113"/>
                      <a:pt x="73" y="113"/>
                      <a:pt x="73" y="113"/>
                    </a:cubicBezTo>
                    <a:cubicBezTo>
                      <a:pt x="73" y="114"/>
                      <a:pt x="73" y="114"/>
                      <a:pt x="73" y="114"/>
                    </a:cubicBezTo>
                    <a:cubicBezTo>
                      <a:pt x="73" y="114"/>
                      <a:pt x="73" y="114"/>
                      <a:pt x="73" y="114"/>
                    </a:cubicBezTo>
                    <a:cubicBezTo>
                      <a:pt x="73" y="114"/>
                      <a:pt x="73" y="115"/>
                      <a:pt x="73" y="115"/>
                    </a:cubicBezTo>
                    <a:cubicBezTo>
                      <a:pt x="73" y="115"/>
                      <a:pt x="73" y="115"/>
                      <a:pt x="73" y="115"/>
                    </a:cubicBezTo>
                    <a:cubicBezTo>
                      <a:pt x="72" y="115"/>
                      <a:pt x="72" y="115"/>
                      <a:pt x="72" y="115"/>
                    </a:cubicBezTo>
                    <a:cubicBezTo>
                      <a:pt x="72" y="115"/>
                      <a:pt x="72" y="115"/>
                      <a:pt x="72" y="115"/>
                    </a:cubicBezTo>
                    <a:cubicBezTo>
                      <a:pt x="72" y="115"/>
                      <a:pt x="72" y="115"/>
                      <a:pt x="72" y="115"/>
                    </a:cubicBezTo>
                    <a:cubicBezTo>
                      <a:pt x="71" y="115"/>
                      <a:pt x="71" y="115"/>
                      <a:pt x="71" y="115"/>
                    </a:cubicBezTo>
                    <a:cubicBezTo>
                      <a:pt x="71" y="115"/>
                      <a:pt x="71" y="115"/>
                      <a:pt x="71" y="115"/>
                    </a:cubicBezTo>
                    <a:cubicBezTo>
                      <a:pt x="71" y="115"/>
                      <a:pt x="71" y="115"/>
                      <a:pt x="71" y="114"/>
                    </a:cubicBezTo>
                    <a:cubicBezTo>
                      <a:pt x="71" y="114"/>
                      <a:pt x="71" y="114"/>
                      <a:pt x="71" y="114"/>
                    </a:cubicBezTo>
                    <a:cubicBezTo>
                      <a:pt x="71" y="114"/>
                      <a:pt x="71" y="113"/>
                      <a:pt x="71" y="113"/>
                    </a:cubicBezTo>
                    <a:cubicBezTo>
                      <a:pt x="71" y="112"/>
                      <a:pt x="71" y="111"/>
                      <a:pt x="71" y="110"/>
                    </a:cubicBezTo>
                    <a:cubicBezTo>
                      <a:pt x="71" y="110"/>
                      <a:pt x="71" y="109"/>
                      <a:pt x="71" y="109"/>
                    </a:cubicBezTo>
                    <a:cubicBezTo>
                      <a:pt x="71" y="108"/>
                      <a:pt x="72" y="107"/>
                      <a:pt x="72" y="107"/>
                    </a:cubicBezTo>
                    <a:cubicBezTo>
                      <a:pt x="72" y="106"/>
                      <a:pt x="72" y="106"/>
                      <a:pt x="72" y="105"/>
                    </a:cubicBezTo>
                    <a:cubicBezTo>
                      <a:pt x="72" y="105"/>
                      <a:pt x="73" y="104"/>
                      <a:pt x="73" y="104"/>
                    </a:cubicBezTo>
                    <a:cubicBezTo>
                      <a:pt x="73" y="104"/>
                      <a:pt x="73" y="104"/>
                      <a:pt x="73" y="104"/>
                    </a:cubicBezTo>
                    <a:cubicBezTo>
                      <a:pt x="73" y="104"/>
                      <a:pt x="73" y="103"/>
                      <a:pt x="73" y="103"/>
                    </a:cubicBezTo>
                    <a:cubicBezTo>
                      <a:pt x="74" y="102"/>
                      <a:pt x="74" y="102"/>
                      <a:pt x="74" y="102"/>
                    </a:cubicBezTo>
                    <a:cubicBezTo>
                      <a:pt x="74" y="102"/>
                      <a:pt x="74" y="102"/>
                      <a:pt x="74" y="101"/>
                    </a:cubicBezTo>
                    <a:cubicBezTo>
                      <a:pt x="74" y="101"/>
                      <a:pt x="74" y="101"/>
                      <a:pt x="73" y="101"/>
                    </a:cubicBezTo>
                    <a:cubicBezTo>
                      <a:pt x="73" y="101"/>
                      <a:pt x="73" y="101"/>
                      <a:pt x="73" y="101"/>
                    </a:cubicBezTo>
                    <a:cubicBezTo>
                      <a:pt x="73" y="101"/>
                      <a:pt x="73" y="100"/>
                      <a:pt x="73" y="100"/>
                    </a:cubicBezTo>
                    <a:cubicBezTo>
                      <a:pt x="72" y="100"/>
                      <a:pt x="72" y="100"/>
                      <a:pt x="72" y="99"/>
                    </a:cubicBezTo>
                    <a:cubicBezTo>
                      <a:pt x="72" y="99"/>
                      <a:pt x="72" y="99"/>
                      <a:pt x="72" y="98"/>
                    </a:cubicBezTo>
                    <a:cubicBezTo>
                      <a:pt x="72" y="98"/>
                      <a:pt x="72" y="98"/>
                      <a:pt x="72" y="98"/>
                    </a:cubicBezTo>
                    <a:cubicBezTo>
                      <a:pt x="72" y="98"/>
                      <a:pt x="72" y="97"/>
                      <a:pt x="72" y="97"/>
                    </a:cubicBezTo>
                    <a:cubicBezTo>
                      <a:pt x="72" y="97"/>
                      <a:pt x="73" y="96"/>
                      <a:pt x="73" y="96"/>
                    </a:cubicBezTo>
                    <a:cubicBezTo>
                      <a:pt x="73" y="96"/>
                      <a:pt x="73" y="95"/>
                      <a:pt x="74" y="95"/>
                    </a:cubicBezTo>
                    <a:cubicBezTo>
                      <a:pt x="74" y="95"/>
                      <a:pt x="75" y="94"/>
                      <a:pt x="75" y="94"/>
                    </a:cubicBezTo>
                    <a:close/>
                    <a:moveTo>
                      <a:pt x="76" y="101"/>
                    </a:moveTo>
                    <a:cubicBezTo>
                      <a:pt x="75" y="100"/>
                      <a:pt x="75" y="100"/>
                      <a:pt x="75" y="100"/>
                    </a:cubicBezTo>
                    <a:cubicBezTo>
                      <a:pt x="75" y="100"/>
                      <a:pt x="75" y="100"/>
                      <a:pt x="75" y="100"/>
                    </a:cubicBezTo>
                    <a:cubicBezTo>
                      <a:pt x="75" y="100"/>
                      <a:pt x="75" y="100"/>
                      <a:pt x="74" y="100"/>
                    </a:cubicBezTo>
                    <a:cubicBezTo>
                      <a:pt x="74" y="100"/>
                      <a:pt x="74" y="100"/>
                      <a:pt x="74" y="100"/>
                    </a:cubicBezTo>
                    <a:cubicBezTo>
                      <a:pt x="74" y="100"/>
                      <a:pt x="74" y="100"/>
                      <a:pt x="74" y="99"/>
                    </a:cubicBezTo>
                    <a:cubicBezTo>
                      <a:pt x="74" y="99"/>
                      <a:pt x="74" y="99"/>
                      <a:pt x="74" y="99"/>
                    </a:cubicBezTo>
                    <a:cubicBezTo>
                      <a:pt x="74" y="99"/>
                      <a:pt x="74" y="99"/>
                      <a:pt x="74" y="99"/>
                    </a:cubicBezTo>
                    <a:cubicBezTo>
                      <a:pt x="74" y="98"/>
                      <a:pt x="74" y="98"/>
                      <a:pt x="74" y="98"/>
                    </a:cubicBezTo>
                    <a:cubicBezTo>
                      <a:pt x="74" y="98"/>
                      <a:pt x="74" y="98"/>
                      <a:pt x="74" y="97"/>
                    </a:cubicBezTo>
                    <a:cubicBezTo>
                      <a:pt x="74" y="97"/>
                      <a:pt x="74" y="97"/>
                      <a:pt x="74" y="97"/>
                    </a:cubicBezTo>
                    <a:cubicBezTo>
                      <a:pt x="74" y="97"/>
                      <a:pt x="74" y="97"/>
                      <a:pt x="74" y="97"/>
                    </a:cubicBezTo>
                    <a:cubicBezTo>
                      <a:pt x="74" y="97"/>
                      <a:pt x="74" y="97"/>
                      <a:pt x="74" y="96"/>
                    </a:cubicBezTo>
                    <a:cubicBezTo>
                      <a:pt x="75" y="96"/>
                      <a:pt x="75" y="96"/>
                      <a:pt x="75" y="96"/>
                    </a:cubicBezTo>
                    <a:cubicBezTo>
                      <a:pt x="75" y="96"/>
                      <a:pt x="75" y="96"/>
                      <a:pt x="75" y="96"/>
                    </a:cubicBezTo>
                    <a:cubicBezTo>
                      <a:pt x="75" y="96"/>
                      <a:pt x="75" y="96"/>
                      <a:pt x="76" y="96"/>
                    </a:cubicBezTo>
                    <a:cubicBezTo>
                      <a:pt x="76" y="95"/>
                      <a:pt x="76" y="95"/>
                      <a:pt x="76" y="95"/>
                    </a:cubicBezTo>
                    <a:cubicBezTo>
                      <a:pt x="76" y="95"/>
                      <a:pt x="76" y="95"/>
                      <a:pt x="76" y="95"/>
                    </a:cubicBezTo>
                    <a:cubicBezTo>
                      <a:pt x="76" y="95"/>
                      <a:pt x="76" y="95"/>
                      <a:pt x="76" y="96"/>
                    </a:cubicBezTo>
                    <a:cubicBezTo>
                      <a:pt x="77" y="96"/>
                      <a:pt x="77" y="96"/>
                      <a:pt x="77" y="96"/>
                    </a:cubicBezTo>
                    <a:cubicBezTo>
                      <a:pt x="77" y="96"/>
                      <a:pt x="77" y="96"/>
                      <a:pt x="77" y="96"/>
                    </a:cubicBezTo>
                    <a:cubicBezTo>
                      <a:pt x="78" y="96"/>
                      <a:pt x="78" y="97"/>
                      <a:pt x="78" y="97"/>
                    </a:cubicBezTo>
                    <a:cubicBezTo>
                      <a:pt x="78" y="97"/>
                      <a:pt x="78" y="97"/>
                      <a:pt x="78" y="97"/>
                    </a:cubicBezTo>
                    <a:cubicBezTo>
                      <a:pt x="78" y="97"/>
                      <a:pt x="78" y="97"/>
                      <a:pt x="78" y="97"/>
                    </a:cubicBezTo>
                    <a:cubicBezTo>
                      <a:pt x="78" y="97"/>
                      <a:pt x="78" y="98"/>
                      <a:pt x="78" y="98"/>
                    </a:cubicBezTo>
                    <a:cubicBezTo>
                      <a:pt x="78" y="98"/>
                      <a:pt x="78" y="98"/>
                      <a:pt x="78" y="98"/>
                    </a:cubicBezTo>
                    <a:cubicBezTo>
                      <a:pt x="78" y="98"/>
                      <a:pt x="78" y="99"/>
                      <a:pt x="78" y="99"/>
                    </a:cubicBezTo>
                    <a:cubicBezTo>
                      <a:pt x="78" y="99"/>
                      <a:pt x="78" y="99"/>
                      <a:pt x="78" y="99"/>
                    </a:cubicBezTo>
                    <a:cubicBezTo>
                      <a:pt x="78" y="100"/>
                      <a:pt x="77" y="100"/>
                      <a:pt x="77" y="100"/>
                    </a:cubicBezTo>
                    <a:cubicBezTo>
                      <a:pt x="77" y="100"/>
                      <a:pt x="77" y="100"/>
                      <a:pt x="77" y="100"/>
                    </a:cubicBezTo>
                    <a:cubicBezTo>
                      <a:pt x="77" y="100"/>
                      <a:pt x="77" y="100"/>
                      <a:pt x="77" y="101"/>
                    </a:cubicBezTo>
                    <a:cubicBezTo>
                      <a:pt x="77" y="101"/>
                      <a:pt x="77" y="101"/>
                      <a:pt x="77" y="101"/>
                    </a:cubicBezTo>
                    <a:cubicBezTo>
                      <a:pt x="76" y="101"/>
                      <a:pt x="76" y="101"/>
                      <a:pt x="76" y="101"/>
                    </a:cubicBezTo>
                    <a:close/>
                    <a:moveTo>
                      <a:pt x="75" y="127"/>
                    </a:moveTo>
                    <a:cubicBezTo>
                      <a:pt x="75" y="127"/>
                      <a:pt x="74" y="128"/>
                      <a:pt x="74" y="128"/>
                    </a:cubicBezTo>
                    <a:cubicBezTo>
                      <a:pt x="74" y="128"/>
                      <a:pt x="74" y="128"/>
                      <a:pt x="74" y="128"/>
                    </a:cubicBezTo>
                    <a:cubicBezTo>
                      <a:pt x="74" y="128"/>
                      <a:pt x="73" y="128"/>
                      <a:pt x="73" y="128"/>
                    </a:cubicBezTo>
                    <a:cubicBezTo>
                      <a:pt x="73" y="129"/>
                      <a:pt x="72" y="129"/>
                      <a:pt x="72" y="129"/>
                    </a:cubicBezTo>
                    <a:cubicBezTo>
                      <a:pt x="72" y="130"/>
                      <a:pt x="72" y="130"/>
                      <a:pt x="71" y="130"/>
                    </a:cubicBezTo>
                    <a:cubicBezTo>
                      <a:pt x="71" y="131"/>
                      <a:pt x="71" y="131"/>
                      <a:pt x="71" y="132"/>
                    </a:cubicBezTo>
                    <a:cubicBezTo>
                      <a:pt x="71" y="132"/>
                      <a:pt x="71" y="132"/>
                      <a:pt x="71" y="132"/>
                    </a:cubicBezTo>
                    <a:cubicBezTo>
                      <a:pt x="71" y="132"/>
                      <a:pt x="71" y="132"/>
                      <a:pt x="71" y="132"/>
                    </a:cubicBezTo>
                    <a:cubicBezTo>
                      <a:pt x="71" y="133"/>
                      <a:pt x="71" y="133"/>
                      <a:pt x="70" y="133"/>
                    </a:cubicBezTo>
                    <a:cubicBezTo>
                      <a:pt x="70" y="134"/>
                      <a:pt x="70" y="134"/>
                      <a:pt x="70" y="135"/>
                    </a:cubicBezTo>
                    <a:cubicBezTo>
                      <a:pt x="70" y="135"/>
                      <a:pt x="70" y="135"/>
                      <a:pt x="70" y="135"/>
                    </a:cubicBezTo>
                    <a:cubicBezTo>
                      <a:pt x="70" y="135"/>
                      <a:pt x="70" y="135"/>
                      <a:pt x="70" y="136"/>
                    </a:cubicBezTo>
                    <a:cubicBezTo>
                      <a:pt x="70" y="136"/>
                      <a:pt x="70" y="136"/>
                      <a:pt x="70" y="136"/>
                    </a:cubicBezTo>
                    <a:cubicBezTo>
                      <a:pt x="70" y="136"/>
                      <a:pt x="70" y="136"/>
                      <a:pt x="70" y="136"/>
                    </a:cubicBezTo>
                    <a:cubicBezTo>
                      <a:pt x="70" y="137"/>
                      <a:pt x="70" y="137"/>
                      <a:pt x="70" y="137"/>
                    </a:cubicBezTo>
                    <a:cubicBezTo>
                      <a:pt x="70" y="137"/>
                      <a:pt x="70" y="137"/>
                      <a:pt x="69" y="137"/>
                    </a:cubicBezTo>
                    <a:cubicBezTo>
                      <a:pt x="69" y="137"/>
                      <a:pt x="69" y="137"/>
                      <a:pt x="69" y="137"/>
                    </a:cubicBezTo>
                    <a:cubicBezTo>
                      <a:pt x="69" y="137"/>
                      <a:pt x="69" y="137"/>
                      <a:pt x="69" y="137"/>
                    </a:cubicBezTo>
                    <a:cubicBezTo>
                      <a:pt x="69" y="137"/>
                      <a:pt x="69" y="137"/>
                      <a:pt x="69" y="137"/>
                    </a:cubicBezTo>
                    <a:cubicBezTo>
                      <a:pt x="69" y="137"/>
                      <a:pt x="69" y="136"/>
                      <a:pt x="69" y="136"/>
                    </a:cubicBezTo>
                    <a:cubicBezTo>
                      <a:pt x="69" y="136"/>
                      <a:pt x="69" y="136"/>
                      <a:pt x="69" y="136"/>
                    </a:cubicBezTo>
                    <a:cubicBezTo>
                      <a:pt x="69" y="136"/>
                      <a:pt x="69" y="136"/>
                      <a:pt x="69" y="135"/>
                    </a:cubicBezTo>
                    <a:cubicBezTo>
                      <a:pt x="69" y="135"/>
                      <a:pt x="69" y="135"/>
                      <a:pt x="69" y="135"/>
                    </a:cubicBezTo>
                    <a:cubicBezTo>
                      <a:pt x="69" y="135"/>
                      <a:pt x="69" y="135"/>
                      <a:pt x="69" y="135"/>
                    </a:cubicBezTo>
                    <a:cubicBezTo>
                      <a:pt x="69" y="135"/>
                      <a:pt x="69" y="135"/>
                      <a:pt x="69" y="135"/>
                    </a:cubicBezTo>
                    <a:cubicBezTo>
                      <a:pt x="69" y="134"/>
                      <a:pt x="69" y="134"/>
                      <a:pt x="69" y="134"/>
                    </a:cubicBezTo>
                    <a:cubicBezTo>
                      <a:pt x="69" y="134"/>
                      <a:pt x="69" y="134"/>
                      <a:pt x="69" y="134"/>
                    </a:cubicBezTo>
                    <a:cubicBezTo>
                      <a:pt x="69" y="134"/>
                      <a:pt x="69" y="133"/>
                      <a:pt x="69" y="133"/>
                    </a:cubicBezTo>
                    <a:cubicBezTo>
                      <a:pt x="69" y="132"/>
                      <a:pt x="69" y="132"/>
                      <a:pt x="69" y="131"/>
                    </a:cubicBezTo>
                    <a:cubicBezTo>
                      <a:pt x="70" y="131"/>
                      <a:pt x="70" y="130"/>
                      <a:pt x="70" y="130"/>
                    </a:cubicBezTo>
                    <a:cubicBezTo>
                      <a:pt x="70" y="129"/>
                      <a:pt x="70" y="129"/>
                      <a:pt x="71" y="128"/>
                    </a:cubicBezTo>
                    <a:cubicBezTo>
                      <a:pt x="71" y="128"/>
                      <a:pt x="71" y="128"/>
                      <a:pt x="72" y="127"/>
                    </a:cubicBezTo>
                    <a:cubicBezTo>
                      <a:pt x="72" y="127"/>
                      <a:pt x="72" y="127"/>
                      <a:pt x="72" y="127"/>
                    </a:cubicBezTo>
                    <a:cubicBezTo>
                      <a:pt x="72" y="127"/>
                      <a:pt x="72" y="127"/>
                      <a:pt x="73" y="127"/>
                    </a:cubicBezTo>
                    <a:cubicBezTo>
                      <a:pt x="73" y="127"/>
                      <a:pt x="73" y="127"/>
                      <a:pt x="73" y="127"/>
                    </a:cubicBezTo>
                    <a:cubicBezTo>
                      <a:pt x="73" y="126"/>
                      <a:pt x="73" y="126"/>
                      <a:pt x="74" y="126"/>
                    </a:cubicBezTo>
                    <a:cubicBezTo>
                      <a:pt x="74" y="126"/>
                      <a:pt x="75" y="126"/>
                      <a:pt x="75" y="126"/>
                    </a:cubicBezTo>
                    <a:cubicBezTo>
                      <a:pt x="75" y="125"/>
                      <a:pt x="75" y="125"/>
                      <a:pt x="75" y="125"/>
                    </a:cubicBezTo>
                    <a:cubicBezTo>
                      <a:pt x="75" y="125"/>
                      <a:pt x="75" y="125"/>
                      <a:pt x="75" y="125"/>
                    </a:cubicBezTo>
                    <a:cubicBezTo>
                      <a:pt x="75" y="124"/>
                      <a:pt x="75" y="124"/>
                      <a:pt x="75" y="124"/>
                    </a:cubicBezTo>
                    <a:cubicBezTo>
                      <a:pt x="75" y="123"/>
                      <a:pt x="75" y="123"/>
                      <a:pt x="75" y="123"/>
                    </a:cubicBezTo>
                    <a:cubicBezTo>
                      <a:pt x="75" y="123"/>
                      <a:pt x="75" y="123"/>
                      <a:pt x="75" y="123"/>
                    </a:cubicBezTo>
                    <a:cubicBezTo>
                      <a:pt x="75" y="122"/>
                      <a:pt x="75" y="122"/>
                      <a:pt x="75" y="121"/>
                    </a:cubicBezTo>
                    <a:cubicBezTo>
                      <a:pt x="75" y="121"/>
                      <a:pt x="75" y="121"/>
                      <a:pt x="75" y="120"/>
                    </a:cubicBezTo>
                    <a:cubicBezTo>
                      <a:pt x="75" y="120"/>
                      <a:pt x="75" y="120"/>
                      <a:pt x="75" y="120"/>
                    </a:cubicBezTo>
                    <a:cubicBezTo>
                      <a:pt x="76" y="120"/>
                      <a:pt x="76" y="120"/>
                      <a:pt x="76" y="120"/>
                    </a:cubicBezTo>
                    <a:cubicBezTo>
                      <a:pt x="76" y="120"/>
                      <a:pt x="76" y="120"/>
                      <a:pt x="76" y="120"/>
                    </a:cubicBezTo>
                    <a:cubicBezTo>
                      <a:pt x="76" y="120"/>
                      <a:pt x="76" y="120"/>
                      <a:pt x="76" y="120"/>
                    </a:cubicBezTo>
                    <a:cubicBezTo>
                      <a:pt x="76" y="120"/>
                      <a:pt x="76" y="120"/>
                      <a:pt x="76" y="120"/>
                    </a:cubicBezTo>
                    <a:cubicBezTo>
                      <a:pt x="76" y="120"/>
                      <a:pt x="76" y="120"/>
                      <a:pt x="76" y="120"/>
                    </a:cubicBezTo>
                    <a:cubicBezTo>
                      <a:pt x="76" y="120"/>
                      <a:pt x="77" y="120"/>
                      <a:pt x="77" y="120"/>
                    </a:cubicBezTo>
                    <a:cubicBezTo>
                      <a:pt x="77" y="120"/>
                      <a:pt x="77" y="120"/>
                      <a:pt x="77" y="120"/>
                    </a:cubicBezTo>
                    <a:cubicBezTo>
                      <a:pt x="77" y="120"/>
                      <a:pt x="77" y="120"/>
                      <a:pt x="77" y="121"/>
                    </a:cubicBezTo>
                    <a:cubicBezTo>
                      <a:pt x="77" y="121"/>
                      <a:pt x="77" y="121"/>
                      <a:pt x="77" y="121"/>
                    </a:cubicBezTo>
                    <a:cubicBezTo>
                      <a:pt x="77" y="121"/>
                      <a:pt x="77" y="121"/>
                      <a:pt x="77" y="121"/>
                    </a:cubicBezTo>
                    <a:cubicBezTo>
                      <a:pt x="77" y="125"/>
                      <a:pt x="77" y="125"/>
                      <a:pt x="77" y="125"/>
                    </a:cubicBezTo>
                    <a:cubicBezTo>
                      <a:pt x="77" y="125"/>
                      <a:pt x="77" y="125"/>
                      <a:pt x="77" y="125"/>
                    </a:cubicBezTo>
                    <a:cubicBezTo>
                      <a:pt x="77" y="126"/>
                      <a:pt x="77" y="126"/>
                      <a:pt x="77" y="126"/>
                    </a:cubicBezTo>
                    <a:cubicBezTo>
                      <a:pt x="78" y="126"/>
                      <a:pt x="78" y="126"/>
                      <a:pt x="79" y="126"/>
                    </a:cubicBezTo>
                    <a:cubicBezTo>
                      <a:pt x="80" y="127"/>
                      <a:pt x="80" y="127"/>
                      <a:pt x="81" y="127"/>
                    </a:cubicBezTo>
                    <a:cubicBezTo>
                      <a:pt x="81" y="127"/>
                      <a:pt x="81" y="127"/>
                      <a:pt x="81" y="127"/>
                    </a:cubicBezTo>
                    <a:cubicBezTo>
                      <a:pt x="81" y="128"/>
                      <a:pt x="82" y="128"/>
                      <a:pt x="82" y="129"/>
                    </a:cubicBezTo>
                    <a:cubicBezTo>
                      <a:pt x="82" y="130"/>
                      <a:pt x="83" y="130"/>
                      <a:pt x="83" y="131"/>
                    </a:cubicBezTo>
                    <a:cubicBezTo>
                      <a:pt x="83" y="132"/>
                      <a:pt x="83" y="133"/>
                      <a:pt x="83" y="133"/>
                    </a:cubicBezTo>
                    <a:cubicBezTo>
                      <a:pt x="84" y="134"/>
                      <a:pt x="84" y="134"/>
                      <a:pt x="84" y="135"/>
                    </a:cubicBezTo>
                    <a:cubicBezTo>
                      <a:pt x="84" y="135"/>
                      <a:pt x="84" y="135"/>
                      <a:pt x="84" y="135"/>
                    </a:cubicBezTo>
                    <a:cubicBezTo>
                      <a:pt x="84" y="136"/>
                      <a:pt x="84" y="136"/>
                      <a:pt x="84" y="136"/>
                    </a:cubicBezTo>
                    <a:cubicBezTo>
                      <a:pt x="84" y="136"/>
                      <a:pt x="84" y="136"/>
                      <a:pt x="84" y="136"/>
                    </a:cubicBezTo>
                    <a:cubicBezTo>
                      <a:pt x="84" y="136"/>
                      <a:pt x="84" y="136"/>
                      <a:pt x="84" y="137"/>
                    </a:cubicBezTo>
                    <a:cubicBezTo>
                      <a:pt x="84" y="137"/>
                      <a:pt x="84" y="137"/>
                      <a:pt x="84" y="137"/>
                    </a:cubicBezTo>
                    <a:cubicBezTo>
                      <a:pt x="84" y="137"/>
                      <a:pt x="84" y="137"/>
                      <a:pt x="84" y="137"/>
                    </a:cubicBezTo>
                    <a:cubicBezTo>
                      <a:pt x="83" y="137"/>
                      <a:pt x="83" y="137"/>
                      <a:pt x="83" y="137"/>
                    </a:cubicBezTo>
                    <a:cubicBezTo>
                      <a:pt x="83" y="137"/>
                      <a:pt x="83" y="137"/>
                      <a:pt x="83" y="137"/>
                    </a:cubicBezTo>
                    <a:cubicBezTo>
                      <a:pt x="83" y="137"/>
                      <a:pt x="83" y="138"/>
                      <a:pt x="83" y="138"/>
                    </a:cubicBezTo>
                    <a:cubicBezTo>
                      <a:pt x="83" y="138"/>
                      <a:pt x="83" y="138"/>
                      <a:pt x="83" y="138"/>
                    </a:cubicBezTo>
                    <a:cubicBezTo>
                      <a:pt x="83" y="138"/>
                      <a:pt x="83" y="137"/>
                      <a:pt x="83" y="137"/>
                    </a:cubicBezTo>
                    <a:cubicBezTo>
                      <a:pt x="83" y="137"/>
                      <a:pt x="83" y="137"/>
                      <a:pt x="83" y="137"/>
                    </a:cubicBezTo>
                    <a:cubicBezTo>
                      <a:pt x="82" y="137"/>
                      <a:pt x="82" y="137"/>
                      <a:pt x="82" y="137"/>
                    </a:cubicBezTo>
                    <a:cubicBezTo>
                      <a:pt x="82" y="137"/>
                      <a:pt x="82" y="136"/>
                      <a:pt x="82" y="136"/>
                    </a:cubicBezTo>
                    <a:cubicBezTo>
                      <a:pt x="82" y="136"/>
                      <a:pt x="82" y="136"/>
                      <a:pt x="82" y="136"/>
                    </a:cubicBezTo>
                    <a:cubicBezTo>
                      <a:pt x="82" y="135"/>
                      <a:pt x="82" y="135"/>
                      <a:pt x="82" y="135"/>
                    </a:cubicBezTo>
                    <a:cubicBezTo>
                      <a:pt x="82" y="134"/>
                      <a:pt x="82" y="134"/>
                      <a:pt x="82" y="133"/>
                    </a:cubicBezTo>
                    <a:cubicBezTo>
                      <a:pt x="82" y="133"/>
                      <a:pt x="82" y="133"/>
                      <a:pt x="82" y="133"/>
                    </a:cubicBezTo>
                    <a:cubicBezTo>
                      <a:pt x="82" y="132"/>
                      <a:pt x="82" y="132"/>
                      <a:pt x="81" y="131"/>
                    </a:cubicBezTo>
                    <a:cubicBezTo>
                      <a:pt x="81" y="131"/>
                      <a:pt x="81" y="130"/>
                      <a:pt x="81" y="130"/>
                    </a:cubicBezTo>
                    <a:cubicBezTo>
                      <a:pt x="81" y="129"/>
                      <a:pt x="80" y="129"/>
                      <a:pt x="80" y="129"/>
                    </a:cubicBezTo>
                    <a:cubicBezTo>
                      <a:pt x="80" y="128"/>
                      <a:pt x="80" y="128"/>
                      <a:pt x="79" y="128"/>
                    </a:cubicBezTo>
                    <a:cubicBezTo>
                      <a:pt x="79" y="128"/>
                      <a:pt x="79" y="128"/>
                      <a:pt x="79" y="128"/>
                    </a:cubicBezTo>
                    <a:cubicBezTo>
                      <a:pt x="79" y="128"/>
                      <a:pt x="79" y="128"/>
                      <a:pt x="78" y="128"/>
                    </a:cubicBezTo>
                    <a:cubicBezTo>
                      <a:pt x="78" y="127"/>
                      <a:pt x="78" y="127"/>
                      <a:pt x="78" y="127"/>
                    </a:cubicBezTo>
                    <a:cubicBezTo>
                      <a:pt x="78" y="127"/>
                      <a:pt x="78" y="127"/>
                      <a:pt x="78" y="127"/>
                    </a:cubicBezTo>
                    <a:cubicBezTo>
                      <a:pt x="77" y="127"/>
                      <a:pt x="77" y="127"/>
                      <a:pt x="77" y="127"/>
                    </a:cubicBezTo>
                    <a:cubicBezTo>
                      <a:pt x="77" y="127"/>
                      <a:pt x="77" y="128"/>
                      <a:pt x="77" y="128"/>
                    </a:cubicBezTo>
                    <a:cubicBezTo>
                      <a:pt x="77" y="129"/>
                      <a:pt x="77" y="129"/>
                      <a:pt x="77" y="129"/>
                    </a:cubicBezTo>
                    <a:cubicBezTo>
                      <a:pt x="77" y="130"/>
                      <a:pt x="77" y="130"/>
                      <a:pt x="77" y="131"/>
                    </a:cubicBezTo>
                    <a:cubicBezTo>
                      <a:pt x="77" y="131"/>
                      <a:pt x="77" y="131"/>
                      <a:pt x="77" y="131"/>
                    </a:cubicBezTo>
                    <a:cubicBezTo>
                      <a:pt x="77" y="132"/>
                      <a:pt x="77" y="132"/>
                      <a:pt x="77" y="133"/>
                    </a:cubicBezTo>
                    <a:cubicBezTo>
                      <a:pt x="77" y="133"/>
                      <a:pt x="77" y="133"/>
                      <a:pt x="77" y="134"/>
                    </a:cubicBezTo>
                    <a:cubicBezTo>
                      <a:pt x="77" y="134"/>
                      <a:pt x="77" y="134"/>
                      <a:pt x="77" y="134"/>
                    </a:cubicBezTo>
                    <a:cubicBezTo>
                      <a:pt x="77" y="134"/>
                      <a:pt x="77" y="134"/>
                      <a:pt x="77" y="135"/>
                    </a:cubicBezTo>
                    <a:cubicBezTo>
                      <a:pt x="77" y="135"/>
                      <a:pt x="78" y="136"/>
                      <a:pt x="78" y="136"/>
                    </a:cubicBezTo>
                    <a:cubicBezTo>
                      <a:pt x="78" y="136"/>
                      <a:pt x="78" y="136"/>
                      <a:pt x="78" y="136"/>
                    </a:cubicBezTo>
                    <a:cubicBezTo>
                      <a:pt x="78" y="137"/>
                      <a:pt x="78" y="137"/>
                      <a:pt x="78" y="138"/>
                    </a:cubicBezTo>
                    <a:cubicBezTo>
                      <a:pt x="78" y="138"/>
                      <a:pt x="79" y="139"/>
                      <a:pt x="79" y="139"/>
                    </a:cubicBezTo>
                    <a:cubicBezTo>
                      <a:pt x="79" y="140"/>
                      <a:pt x="79" y="140"/>
                      <a:pt x="79" y="141"/>
                    </a:cubicBezTo>
                    <a:cubicBezTo>
                      <a:pt x="80" y="141"/>
                      <a:pt x="80" y="142"/>
                      <a:pt x="80" y="142"/>
                    </a:cubicBezTo>
                    <a:cubicBezTo>
                      <a:pt x="80" y="142"/>
                      <a:pt x="80" y="142"/>
                      <a:pt x="80" y="142"/>
                    </a:cubicBezTo>
                    <a:cubicBezTo>
                      <a:pt x="80" y="142"/>
                      <a:pt x="80" y="143"/>
                      <a:pt x="81" y="143"/>
                    </a:cubicBezTo>
                    <a:cubicBezTo>
                      <a:pt x="81" y="143"/>
                      <a:pt x="81" y="143"/>
                      <a:pt x="81" y="143"/>
                    </a:cubicBezTo>
                    <a:cubicBezTo>
                      <a:pt x="81" y="143"/>
                      <a:pt x="81" y="143"/>
                      <a:pt x="81" y="143"/>
                    </a:cubicBezTo>
                    <a:cubicBezTo>
                      <a:pt x="81" y="144"/>
                      <a:pt x="81" y="144"/>
                      <a:pt x="81" y="144"/>
                    </a:cubicBezTo>
                    <a:cubicBezTo>
                      <a:pt x="81" y="144"/>
                      <a:pt x="82" y="144"/>
                      <a:pt x="82" y="145"/>
                    </a:cubicBezTo>
                    <a:cubicBezTo>
                      <a:pt x="82" y="145"/>
                      <a:pt x="82" y="145"/>
                      <a:pt x="82" y="145"/>
                    </a:cubicBezTo>
                    <a:cubicBezTo>
                      <a:pt x="82" y="146"/>
                      <a:pt x="82" y="146"/>
                      <a:pt x="83" y="146"/>
                    </a:cubicBezTo>
                    <a:cubicBezTo>
                      <a:pt x="83" y="146"/>
                      <a:pt x="83" y="146"/>
                      <a:pt x="83" y="146"/>
                    </a:cubicBezTo>
                    <a:cubicBezTo>
                      <a:pt x="83" y="146"/>
                      <a:pt x="83" y="146"/>
                      <a:pt x="83" y="146"/>
                    </a:cubicBezTo>
                    <a:cubicBezTo>
                      <a:pt x="83" y="146"/>
                      <a:pt x="83" y="146"/>
                      <a:pt x="83" y="146"/>
                    </a:cubicBezTo>
                    <a:cubicBezTo>
                      <a:pt x="83" y="146"/>
                      <a:pt x="83" y="146"/>
                      <a:pt x="83" y="147"/>
                    </a:cubicBezTo>
                    <a:cubicBezTo>
                      <a:pt x="83" y="147"/>
                      <a:pt x="83" y="147"/>
                      <a:pt x="83" y="147"/>
                    </a:cubicBezTo>
                    <a:cubicBezTo>
                      <a:pt x="83" y="147"/>
                      <a:pt x="83" y="147"/>
                      <a:pt x="83" y="147"/>
                    </a:cubicBezTo>
                    <a:cubicBezTo>
                      <a:pt x="83" y="147"/>
                      <a:pt x="83" y="147"/>
                      <a:pt x="83" y="147"/>
                    </a:cubicBezTo>
                    <a:cubicBezTo>
                      <a:pt x="83" y="147"/>
                      <a:pt x="82" y="147"/>
                      <a:pt x="82" y="147"/>
                    </a:cubicBezTo>
                    <a:cubicBezTo>
                      <a:pt x="82" y="147"/>
                      <a:pt x="82" y="147"/>
                      <a:pt x="82" y="147"/>
                    </a:cubicBezTo>
                    <a:cubicBezTo>
                      <a:pt x="82" y="147"/>
                      <a:pt x="82" y="147"/>
                      <a:pt x="82" y="147"/>
                    </a:cubicBezTo>
                    <a:cubicBezTo>
                      <a:pt x="82" y="147"/>
                      <a:pt x="82" y="147"/>
                      <a:pt x="82" y="147"/>
                    </a:cubicBezTo>
                    <a:cubicBezTo>
                      <a:pt x="82" y="147"/>
                      <a:pt x="82" y="147"/>
                      <a:pt x="82" y="147"/>
                    </a:cubicBezTo>
                    <a:cubicBezTo>
                      <a:pt x="82" y="147"/>
                      <a:pt x="81" y="147"/>
                      <a:pt x="81" y="146"/>
                    </a:cubicBezTo>
                    <a:cubicBezTo>
                      <a:pt x="81" y="146"/>
                      <a:pt x="81" y="146"/>
                      <a:pt x="81" y="146"/>
                    </a:cubicBezTo>
                    <a:cubicBezTo>
                      <a:pt x="81" y="146"/>
                      <a:pt x="80" y="145"/>
                      <a:pt x="80" y="145"/>
                    </a:cubicBezTo>
                    <a:cubicBezTo>
                      <a:pt x="80" y="145"/>
                      <a:pt x="80" y="145"/>
                      <a:pt x="80" y="145"/>
                    </a:cubicBezTo>
                    <a:cubicBezTo>
                      <a:pt x="79" y="144"/>
                      <a:pt x="79" y="143"/>
                      <a:pt x="79" y="143"/>
                    </a:cubicBezTo>
                    <a:cubicBezTo>
                      <a:pt x="78" y="142"/>
                      <a:pt x="78" y="141"/>
                      <a:pt x="78" y="140"/>
                    </a:cubicBezTo>
                    <a:cubicBezTo>
                      <a:pt x="77" y="140"/>
                      <a:pt x="77" y="139"/>
                      <a:pt x="77" y="139"/>
                    </a:cubicBezTo>
                    <a:cubicBezTo>
                      <a:pt x="77" y="138"/>
                      <a:pt x="76" y="138"/>
                      <a:pt x="76" y="137"/>
                    </a:cubicBezTo>
                    <a:cubicBezTo>
                      <a:pt x="76" y="136"/>
                      <a:pt x="76" y="136"/>
                      <a:pt x="76" y="136"/>
                    </a:cubicBezTo>
                    <a:cubicBezTo>
                      <a:pt x="76" y="137"/>
                      <a:pt x="76" y="137"/>
                      <a:pt x="76" y="138"/>
                    </a:cubicBezTo>
                    <a:cubicBezTo>
                      <a:pt x="76" y="138"/>
                      <a:pt x="75" y="139"/>
                      <a:pt x="75" y="139"/>
                    </a:cubicBezTo>
                    <a:cubicBezTo>
                      <a:pt x="75" y="139"/>
                      <a:pt x="75" y="139"/>
                      <a:pt x="75" y="139"/>
                    </a:cubicBezTo>
                    <a:cubicBezTo>
                      <a:pt x="75" y="139"/>
                      <a:pt x="75" y="139"/>
                      <a:pt x="75" y="140"/>
                    </a:cubicBezTo>
                    <a:cubicBezTo>
                      <a:pt x="75" y="140"/>
                      <a:pt x="75" y="141"/>
                      <a:pt x="74" y="141"/>
                    </a:cubicBezTo>
                    <a:cubicBezTo>
                      <a:pt x="74" y="141"/>
                      <a:pt x="74" y="142"/>
                      <a:pt x="74" y="142"/>
                    </a:cubicBezTo>
                    <a:cubicBezTo>
                      <a:pt x="74" y="142"/>
                      <a:pt x="73" y="143"/>
                      <a:pt x="73" y="143"/>
                    </a:cubicBezTo>
                    <a:cubicBezTo>
                      <a:pt x="73" y="143"/>
                      <a:pt x="73" y="143"/>
                      <a:pt x="73" y="143"/>
                    </a:cubicBezTo>
                    <a:cubicBezTo>
                      <a:pt x="73" y="143"/>
                      <a:pt x="73" y="144"/>
                      <a:pt x="73" y="144"/>
                    </a:cubicBezTo>
                    <a:cubicBezTo>
                      <a:pt x="73" y="144"/>
                      <a:pt x="72" y="144"/>
                      <a:pt x="72" y="145"/>
                    </a:cubicBezTo>
                    <a:cubicBezTo>
                      <a:pt x="72" y="145"/>
                      <a:pt x="72" y="145"/>
                      <a:pt x="72" y="145"/>
                    </a:cubicBezTo>
                    <a:cubicBezTo>
                      <a:pt x="72" y="145"/>
                      <a:pt x="72" y="145"/>
                      <a:pt x="72" y="145"/>
                    </a:cubicBezTo>
                    <a:cubicBezTo>
                      <a:pt x="71" y="146"/>
                      <a:pt x="71" y="146"/>
                      <a:pt x="71" y="146"/>
                    </a:cubicBezTo>
                    <a:cubicBezTo>
                      <a:pt x="71" y="146"/>
                      <a:pt x="71" y="146"/>
                      <a:pt x="71" y="147"/>
                    </a:cubicBezTo>
                    <a:cubicBezTo>
                      <a:pt x="70" y="147"/>
                      <a:pt x="70" y="147"/>
                      <a:pt x="70" y="147"/>
                    </a:cubicBezTo>
                    <a:cubicBezTo>
                      <a:pt x="70" y="147"/>
                      <a:pt x="70" y="147"/>
                      <a:pt x="70" y="147"/>
                    </a:cubicBezTo>
                    <a:cubicBezTo>
                      <a:pt x="70" y="147"/>
                      <a:pt x="70" y="147"/>
                      <a:pt x="70" y="147"/>
                    </a:cubicBezTo>
                    <a:cubicBezTo>
                      <a:pt x="70" y="147"/>
                      <a:pt x="70" y="147"/>
                      <a:pt x="70" y="147"/>
                    </a:cubicBezTo>
                    <a:cubicBezTo>
                      <a:pt x="70" y="147"/>
                      <a:pt x="70" y="147"/>
                      <a:pt x="70" y="147"/>
                    </a:cubicBezTo>
                    <a:cubicBezTo>
                      <a:pt x="70" y="147"/>
                      <a:pt x="70" y="147"/>
                      <a:pt x="69" y="147"/>
                    </a:cubicBezTo>
                    <a:cubicBezTo>
                      <a:pt x="69" y="147"/>
                      <a:pt x="69" y="147"/>
                      <a:pt x="69" y="147"/>
                    </a:cubicBezTo>
                    <a:cubicBezTo>
                      <a:pt x="69" y="147"/>
                      <a:pt x="69" y="147"/>
                      <a:pt x="69" y="147"/>
                    </a:cubicBezTo>
                    <a:cubicBezTo>
                      <a:pt x="69" y="147"/>
                      <a:pt x="69" y="147"/>
                      <a:pt x="69" y="147"/>
                    </a:cubicBezTo>
                    <a:cubicBezTo>
                      <a:pt x="69" y="147"/>
                      <a:pt x="69" y="147"/>
                      <a:pt x="69" y="146"/>
                    </a:cubicBezTo>
                    <a:cubicBezTo>
                      <a:pt x="69" y="146"/>
                      <a:pt x="69" y="146"/>
                      <a:pt x="69" y="146"/>
                    </a:cubicBezTo>
                    <a:cubicBezTo>
                      <a:pt x="69" y="146"/>
                      <a:pt x="69" y="146"/>
                      <a:pt x="69" y="146"/>
                    </a:cubicBezTo>
                    <a:cubicBezTo>
                      <a:pt x="69" y="146"/>
                      <a:pt x="69" y="146"/>
                      <a:pt x="69" y="146"/>
                    </a:cubicBezTo>
                    <a:cubicBezTo>
                      <a:pt x="69" y="146"/>
                      <a:pt x="69" y="146"/>
                      <a:pt x="69" y="146"/>
                    </a:cubicBezTo>
                    <a:cubicBezTo>
                      <a:pt x="69" y="146"/>
                      <a:pt x="69" y="146"/>
                      <a:pt x="69" y="146"/>
                    </a:cubicBezTo>
                    <a:cubicBezTo>
                      <a:pt x="69" y="146"/>
                      <a:pt x="69" y="146"/>
                      <a:pt x="70" y="145"/>
                    </a:cubicBezTo>
                    <a:cubicBezTo>
                      <a:pt x="70" y="145"/>
                      <a:pt x="70" y="145"/>
                      <a:pt x="70" y="145"/>
                    </a:cubicBezTo>
                    <a:cubicBezTo>
                      <a:pt x="70" y="145"/>
                      <a:pt x="70" y="145"/>
                      <a:pt x="70" y="145"/>
                    </a:cubicBezTo>
                    <a:cubicBezTo>
                      <a:pt x="70" y="145"/>
                      <a:pt x="70" y="144"/>
                      <a:pt x="71" y="144"/>
                    </a:cubicBezTo>
                    <a:cubicBezTo>
                      <a:pt x="71" y="144"/>
                      <a:pt x="71" y="144"/>
                      <a:pt x="71" y="143"/>
                    </a:cubicBezTo>
                    <a:cubicBezTo>
                      <a:pt x="71" y="143"/>
                      <a:pt x="71" y="143"/>
                      <a:pt x="71" y="143"/>
                    </a:cubicBezTo>
                    <a:cubicBezTo>
                      <a:pt x="72" y="143"/>
                      <a:pt x="72" y="142"/>
                      <a:pt x="72" y="142"/>
                    </a:cubicBezTo>
                    <a:cubicBezTo>
                      <a:pt x="72" y="142"/>
                      <a:pt x="72" y="141"/>
                      <a:pt x="73" y="141"/>
                    </a:cubicBezTo>
                    <a:cubicBezTo>
                      <a:pt x="73" y="141"/>
                      <a:pt x="73" y="140"/>
                      <a:pt x="73" y="140"/>
                    </a:cubicBezTo>
                    <a:cubicBezTo>
                      <a:pt x="73" y="140"/>
                      <a:pt x="73" y="140"/>
                      <a:pt x="73" y="140"/>
                    </a:cubicBezTo>
                    <a:cubicBezTo>
                      <a:pt x="73" y="139"/>
                      <a:pt x="74" y="139"/>
                      <a:pt x="74" y="139"/>
                    </a:cubicBezTo>
                    <a:cubicBezTo>
                      <a:pt x="74" y="139"/>
                      <a:pt x="74" y="139"/>
                      <a:pt x="74" y="139"/>
                    </a:cubicBezTo>
                    <a:cubicBezTo>
                      <a:pt x="74" y="138"/>
                      <a:pt x="74" y="138"/>
                      <a:pt x="74" y="137"/>
                    </a:cubicBezTo>
                    <a:cubicBezTo>
                      <a:pt x="74" y="137"/>
                      <a:pt x="75" y="137"/>
                      <a:pt x="75" y="136"/>
                    </a:cubicBezTo>
                    <a:cubicBezTo>
                      <a:pt x="75" y="136"/>
                      <a:pt x="75" y="135"/>
                      <a:pt x="75" y="135"/>
                    </a:cubicBezTo>
                    <a:cubicBezTo>
                      <a:pt x="75" y="135"/>
                      <a:pt x="75" y="134"/>
                      <a:pt x="75" y="134"/>
                    </a:cubicBezTo>
                    <a:cubicBezTo>
                      <a:pt x="75" y="134"/>
                      <a:pt x="75" y="134"/>
                      <a:pt x="75" y="134"/>
                    </a:cubicBezTo>
                    <a:cubicBezTo>
                      <a:pt x="75" y="133"/>
                      <a:pt x="75" y="133"/>
                      <a:pt x="75" y="132"/>
                    </a:cubicBezTo>
                    <a:cubicBezTo>
                      <a:pt x="75" y="132"/>
                      <a:pt x="75" y="131"/>
                      <a:pt x="75" y="131"/>
                    </a:cubicBezTo>
                    <a:cubicBezTo>
                      <a:pt x="75" y="131"/>
                      <a:pt x="75" y="131"/>
                      <a:pt x="75" y="131"/>
                    </a:cubicBezTo>
                    <a:cubicBezTo>
                      <a:pt x="75" y="130"/>
                      <a:pt x="75" y="130"/>
                      <a:pt x="75" y="129"/>
                    </a:cubicBezTo>
                    <a:cubicBezTo>
                      <a:pt x="75" y="129"/>
                      <a:pt x="75" y="128"/>
                      <a:pt x="75" y="128"/>
                    </a:cubicBezTo>
                    <a:cubicBezTo>
                      <a:pt x="75" y="127"/>
                      <a:pt x="75" y="127"/>
                      <a:pt x="75" y="127"/>
                    </a:cubicBezTo>
                    <a:close/>
                    <a:moveTo>
                      <a:pt x="107" y="13"/>
                    </a:move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6" y="12"/>
                      <a:pt x="106" y="12"/>
                    </a:cubicBezTo>
                    <a:cubicBezTo>
                      <a:pt x="106" y="12"/>
                      <a:pt x="106" y="12"/>
                      <a:pt x="106" y="12"/>
                    </a:cubicBezTo>
                    <a:cubicBezTo>
                      <a:pt x="106" y="12"/>
                      <a:pt x="106" y="12"/>
                      <a:pt x="106" y="11"/>
                    </a:cubicBezTo>
                    <a:cubicBezTo>
                      <a:pt x="106" y="11"/>
                      <a:pt x="106" y="11"/>
                      <a:pt x="106" y="11"/>
                    </a:cubicBezTo>
                    <a:cubicBezTo>
                      <a:pt x="106" y="11"/>
                      <a:pt x="106" y="11"/>
                      <a:pt x="106" y="11"/>
                    </a:cubicBezTo>
                    <a:cubicBezTo>
                      <a:pt x="106" y="11"/>
                      <a:pt x="106" y="11"/>
                      <a:pt x="106" y="11"/>
                    </a:cubicBezTo>
                    <a:cubicBezTo>
                      <a:pt x="106" y="11"/>
                      <a:pt x="106" y="11"/>
                      <a:pt x="106" y="11"/>
                    </a:cubicBezTo>
                    <a:cubicBezTo>
                      <a:pt x="106" y="11"/>
                      <a:pt x="106" y="11"/>
                      <a:pt x="106" y="11"/>
                    </a:cubicBezTo>
                    <a:cubicBezTo>
                      <a:pt x="106" y="11"/>
                      <a:pt x="106" y="11"/>
                      <a:pt x="106" y="11"/>
                    </a:cubicBezTo>
                    <a:cubicBezTo>
                      <a:pt x="106" y="11"/>
                      <a:pt x="106" y="10"/>
                      <a:pt x="107" y="10"/>
                    </a:cubicBezTo>
                    <a:cubicBezTo>
                      <a:pt x="107" y="10"/>
                      <a:pt x="107" y="10"/>
                      <a:pt x="107" y="10"/>
                    </a:cubicBezTo>
                    <a:cubicBezTo>
                      <a:pt x="107" y="10"/>
                      <a:pt x="107" y="10"/>
                      <a:pt x="107" y="10"/>
                    </a:cubicBezTo>
                    <a:cubicBezTo>
                      <a:pt x="107" y="10"/>
                      <a:pt x="107" y="10"/>
                      <a:pt x="107" y="10"/>
                    </a:cubicBezTo>
                    <a:cubicBezTo>
                      <a:pt x="107" y="10"/>
                      <a:pt x="107" y="10"/>
                      <a:pt x="107" y="10"/>
                    </a:cubicBezTo>
                    <a:cubicBezTo>
                      <a:pt x="107" y="10"/>
                      <a:pt x="107" y="10"/>
                      <a:pt x="107" y="10"/>
                    </a:cubicBezTo>
                    <a:cubicBezTo>
                      <a:pt x="107" y="10"/>
                      <a:pt x="107" y="10"/>
                      <a:pt x="107" y="10"/>
                    </a:cubicBezTo>
                    <a:cubicBezTo>
                      <a:pt x="107" y="10"/>
                      <a:pt x="107" y="10"/>
                      <a:pt x="107" y="10"/>
                    </a:cubicBezTo>
                    <a:cubicBezTo>
                      <a:pt x="107" y="11"/>
                      <a:pt x="107" y="11"/>
                      <a:pt x="107" y="11"/>
                    </a:cubicBezTo>
                    <a:cubicBezTo>
                      <a:pt x="107" y="11"/>
                      <a:pt x="107" y="11"/>
                      <a:pt x="107" y="11"/>
                    </a:cubicBezTo>
                    <a:cubicBezTo>
                      <a:pt x="107" y="11"/>
                      <a:pt x="107" y="11"/>
                      <a:pt x="107" y="11"/>
                    </a:cubicBezTo>
                    <a:cubicBezTo>
                      <a:pt x="107" y="11"/>
                      <a:pt x="107" y="11"/>
                      <a:pt x="107" y="11"/>
                    </a:cubicBezTo>
                    <a:cubicBezTo>
                      <a:pt x="108" y="11"/>
                      <a:pt x="108" y="11"/>
                      <a:pt x="108" y="11"/>
                    </a:cubicBezTo>
                    <a:cubicBezTo>
                      <a:pt x="108" y="11"/>
                      <a:pt x="108" y="12"/>
                      <a:pt x="108" y="12"/>
                    </a:cubicBezTo>
                    <a:cubicBezTo>
                      <a:pt x="108" y="12"/>
                      <a:pt x="108" y="12"/>
                      <a:pt x="108" y="12"/>
                    </a:cubicBezTo>
                    <a:cubicBezTo>
                      <a:pt x="108" y="12"/>
                      <a:pt x="108" y="12"/>
                      <a:pt x="108" y="12"/>
                    </a:cubicBezTo>
                    <a:cubicBezTo>
                      <a:pt x="108" y="12"/>
                      <a:pt x="109" y="12"/>
                      <a:pt x="109" y="12"/>
                    </a:cubicBezTo>
                    <a:cubicBezTo>
                      <a:pt x="109" y="12"/>
                      <a:pt x="109" y="12"/>
                      <a:pt x="109" y="12"/>
                    </a:cubicBezTo>
                    <a:cubicBezTo>
                      <a:pt x="110" y="12"/>
                      <a:pt x="110" y="12"/>
                      <a:pt x="110" y="12"/>
                    </a:cubicBezTo>
                    <a:cubicBezTo>
                      <a:pt x="110" y="12"/>
                      <a:pt x="110" y="12"/>
                      <a:pt x="110" y="12"/>
                    </a:cubicBezTo>
                    <a:cubicBezTo>
                      <a:pt x="110" y="12"/>
                      <a:pt x="111" y="12"/>
                      <a:pt x="111" y="12"/>
                    </a:cubicBezTo>
                    <a:cubicBezTo>
                      <a:pt x="111" y="12"/>
                      <a:pt x="112" y="12"/>
                      <a:pt x="112" y="12"/>
                    </a:cubicBezTo>
                    <a:cubicBezTo>
                      <a:pt x="112" y="12"/>
                      <a:pt x="112" y="12"/>
                      <a:pt x="112" y="12"/>
                    </a:cubicBezTo>
                    <a:cubicBezTo>
                      <a:pt x="112" y="12"/>
                      <a:pt x="112" y="12"/>
                      <a:pt x="112" y="12"/>
                    </a:cubicBezTo>
                    <a:cubicBezTo>
                      <a:pt x="112" y="12"/>
                      <a:pt x="112" y="11"/>
                      <a:pt x="112" y="11"/>
                    </a:cubicBezTo>
                    <a:cubicBezTo>
                      <a:pt x="112" y="11"/>
                      <a:pt x="112" y="11"/>
                      <a:pt x="112" y="11"/>
                    </a:cubicBezTo>
                    <a:cubicBezTo>
                      <a:pt x="112" y="11"/>
                      <a:pt x="112" y="11"/>
                      <a:pt x="112" y="11"/>
                    </a:cubicBezTo>
                    <a:cubicBezTo>
                      <a:pt x="113" y="11"/>
                      <a:pt x="113" y="11"/>
                      <a:pt x="113" y="11"/>
                    </a:cubicBezTo>
                    <a:cubicBezTo>
                      <a:pt x="113" y="11"/>
                      <a:pt x="113" y="10"/>
                      <a:pt x="113" y="10"/>
                    </a:cubicBezTo>
                    <a:cubicBezTo>
                      <a:pt x="113" y="10"/>
                      <a:pt x="113" y="10"/>
                      <a:pt x="113" y="10"/>
                    </a:cubicBezTo>
                    <a:cubicBezTo>
                      <a:pt x="113" y="10"/>
                      <a:pt x="113" y="10"/>
                      <a:pt x="113" y="10"/>
                    </a:cubicBezTo>
                    <a:cubicBezTo>
                      <a:pt x="113" y="10"/>
                      <a:pt x="113" y="10"/>
                      <a:pt x="113" y="10"/>
                    </a:cubicBezTo>
                    <a:cubicBezTo>
                      <a:pt x="113" y="10"/>
                      <a:pt x="113" y="10"/>
                      <a:pt x="113" y="10"/>
                    </a:cubicBezTo>
                    <a:cubicBezTo>
                      <a:pt x="113" y="10"/>
                      <a:pt x="113" y="10"/>
                      <a:pt x="113" y="10"/>
                    </a:cubicBezTo>
                    <a:cubicBezTo>
                      <a:pt x="113" y="10"/>
                      <a:pt x="113" y="10"/>
                      <a:pt x="113" y="10"/>
                    </a:cubicBezTo>
                    <a:cubicBezTo>
                      <a:pt x="113" y="10"/>
                      <a:pt x="113" y="10"/>
                      <a:pt x="113" y="10"/>
                    </a:cubicBezTo>
                    <a:cubicBezTo>
                      <a:pt x="113" y="10"/>
                      <a:pt x="113" y="10"/>
                      <a:pt x="114" y="10"/>
                    </a:cubicBezTo>
                    <a:cubicBezTo>
                      <a:pt x="114" y="10"/>
                      <a:pt x="114" y="10"/>
                      <a:pt x="114" y="11"/>
                    </a:cubicBezTo>
                    <a:cubicBezTo>
                      <a:pt x="114" y="11"/>
                      <a:pt x="114" y="11"/>
                      <a:pt x="114" y="11"/>
                    </a:cubicBezTo>
                    <a:cubicBezTo>
                      <a:pt x="114" y="11"/>
                      <a:pt x="114" y="11"/>
                      <a:pt x="114" y="12"/>
                    </a:cubicBezTo>
                    <a:cubicBezTo>
                      <a:pt x="114" y="12"/>
                      <a:pt x="113" y="12"/>
                      <a:pt x="113" y="12"/>
                    </a:cubicBezTo>
                    <a:cubicBezTo>
                      <a:pt x="113" y="12"/>
                      <a:pt x="113" y="12"/>
                      <a:pt x="113" y="13"/>
                    </a:cubicBezTo>
                    <a:cubicBezTo>
                      <a:pt x="113" y="13"/>
                      <a:pt x="113" y="13"/>
                      <a:pt x="113" y="13"/>
                    </a:cubicBezTo>
                    <a:cubicBezTo>
                      <a:pt x="113" y="13"/>
                      <a:pt x="113" y="13"/>
                      <a:pt x="112" y="13"/>
                    </a:cubicBezTo>
                    <a:cubicBezTo>
                      <a:pt x="112" y="13"/>
                      <a:pt x="112" y="13"/>
                      <a:pt x="112" y="13"/>
                    </a:cubicBezTo>
                    <a:cubicBezTo>
                      <a:pt x="112" y="13"/>
                      <a:pt x="112" y="13"/>
                      <a:pt x="112" y="13"/>
                    </a:cubicBezTo>
                    <a:cubicBezTo>
                      <a:pt x="111" y="13"/>
                      <a:pt x="111" y="13"/>
                      <a:pt x="111" y="13"/>
                    </a:cubicBezTo>
                    <a:cubicBezTo>
                      <a:pt x="111" y="14"/>
                      <a:pt x="111" y="14"/>
                      <a:pt x="111" y="14"/>
                    </a:cubicBezTo>
                    <a:cubicBezTo>
                      <a:pt x="111" y="14"/>
                      <a:pt x="111" y="14"/>
                      <a:pt x="111" y="14"/>
                    </a:cubicBezTo>
                    <a:cubicBezTo>
                      <a:pt x="111" y="14"/>
                      <a:pt x="112" y="14"/>
                      <a:pt x="112" y="14"/>
                    </a:cubicBezTo>
                    <a:cubicBezTo>
                      <a:pt x="113" y="14"/>
                      <a:pt x="114" y="14"/>
                      <a:pt x="114" y="14"/>
                    </a:cubicBezTo>
                    <a:cubicBezTo>
                      <a:pt x="114" y="14"/>
                      <a:pt x="114" y="14"/>
                      <a:pt x="114" y="14"/>
                    </a:cubicBezTo>
                    <a:cubicBezTo>
                      <a:pt x="115" y="14"/>
                      <a:pt x="115" y="14"/>
                      <a:pt x="116" y="14"/>
                    </a:cubicBezTo>
                    <a:cubicBezTo>
                      <a:pt x="116" y="14"/>
                      <a:pt x="116" y="14"/>
                      <a:pt x="116" y="14"/>
                    </a:cubicBezTo>
                    <a:cubicBezTo>
                      <a:pt x="116" y="14"/>
                      <a:pt x="116" y="14"/>
                      <a:pt x="116" y="14"/>
                    </a:cubicBezTo>
                    <a:cubicBezTo>
                      <a:pt x="116" y="14"/>
                      <a:pt x="116" y="15"/>
                      <a:pt x="116" y="15"/>
                    </a:cubicBezTo>
                    <a:cubicBezTo>
                      <a:pt x="116" y="15"/>
                      <a:pt x="116" y="15"/>
                      <a:pt x="116" y="15"/>
                    </a:cubicBezTo>
                    <a:cubicBezTo>
                      <a:pt x="117" y="15"/>
                      <a:pt x="117" y="15"/>
                      <a:pt x="117" y="15"/>
                    </a:cubicBezTo>
                    <a:cubicBezTo>
                      <a:pt x="117" y="15"/>
                      <a:pt x="117" y="15"/>
                      <a:pt x="117" y="15"/>
                    </a:cubicBezTo>
                    <a:cubicBezTo>
                      <a:pt x="117" y="15"/>
                      <a:pt x="117" y="15"/>
                      <a:pt x="116" y="15"/>
                    </a:cubicBezTo>
                    <a:cubicBezTo>
                      <a:pt x="116" y="15"/>
                      <a:pt x="116" y="15"/>
                      <a:pt x="116" y="15"/>
                    </a:cubicBezTo>
                    <a:cubicBezTo>
                      <a:pt x="116" y="15"/>
                      <a:pt x="116" y="15"/>
                      <a:pt x="116" y="15"/>
                    </a:cubicBezTo>
                    <a:cubicBezTo>
                      <a:pt x="116" y="15"/>
                      <a:pt x="116" y="15"/>
                      <a:pt x="116" y="15"/>
                    </a:cubicBezTo>
                    <a:cubicBezTo>
                      <a:pt x="116" y="15"/>
                      <a:pt x="116" y="15"/>
                      <a:pt x="116" y="15"/>
                    </a:cubicBezTo>
                    <a:cubicBezTo>
                      <a:pt x="116" y="15"/>
                      <a:pt x="116" y="15"/>
                      <a:pt x="116" y="15"/>
                    </a:cubicBezTo>
                    <a:cubicBezTo>
                      <a:pt x="116" y="15"/>
                      <a:pt x="116" y="15"/>
                      <a:pt x="116" y="15"/>
                    </a:cubicBezTo>
                    <a:cubicBezTo>
                      <a:pt x="116" y="15"/>
                      <a:pt x="115" y="15"/>
                      <a:pt x="115" y="15"/>
                    </a:cubicBezTo>
                    <a:cubicBezTo>
                      <a:pt x="115" y="15"/>
                      <a:pt x="115" y="15"/>
                      <a:pt x="115" y="15"/>
                    </a:cubicBezTo>
                    <a:cubicBezTo>
                      <a:pt x="115" y="15"/>
                      <a:pt x="114" y="15"/>
                      <a:pt x="113" y="15"/>
                    </a:cubicBezTo>
                    <a:cubicBezTo>
                      <a:pt x="113" y="15"/>
                      <a:pt x="112" y="15"/>
                      <a:pt x="112" y="15"/>
                    </a:cubicBezTo>
                    <a:cubicBezTo>
                      <a:pt x="111" y="15"/>
                      <a:pt x="111" y="15"/>
                      <a:pt x="111" y="15"/>
                    </a:cubicBezTo>
                    <a:cubicBezTo>
                      <a:pt x="111" y="16"/>
                      <a:pt x="111" y="16"/>
                      <a:pt x="111" y="16"/>
                    </a:cubicBezTo>
                    <a:cubicBezTo>
                      <a:pt x="111" y="16"/>
                      <a:pt x="111" y="16"/>
                      <a:pt x="111" y="16"/>
                    </a:cubicBezTo>
                    <a:cubicBezTo>
                      <a:pt x="111" y="16"/>
                      <a:pt x="111" y="16"/>
                      <a:pt x="111" y="16"/>
                    </a:cubicBezTo>
                    <a:cubicBezTo>
                      <a:pt x="111" y="16"/>
                      <a:pt x="111" y="16"/>
                      <a:pt x="111" y="16"/>
                    </a:cubicBezTo>
                    <a:cubicBezTo>
                      <a:pt x="107" y="13"/>
                      <a:pt x="107" y="13"/>
                      <a:pt x="107" y="13"/>
                    </a:cubicBezTo>
                    <a:close/>
                    <a:moveTo>
                      <a:pt x="111" y="16"/>
                    </a:moveTo>
                    <a:cubicBezTo>
                      <a:pt x="111" y="16"/>
                      <a:pt x="111" y="16"/>
                      <a:pt x="111" y="16"/>
                    </a:cubicBezTo>
                    <a:cubicBezTo>
                      <a:pt x="111" y="16"/>
                      <a:pt x="111" y="16"/>
                      <a:pt x="111" y="16"/>
                    </a:cubicBezTo>
                    <a:cubicBezTo>
                      <a:pt x="111" y="16"/>
                      <a:pt x="111" y="16"/>
                      <a:pt x="111" y="16"/>
                    </a:cubicBezTo>
                    <a:cubicBezTo>
                      <a:pt x="112" y="16"/>
                      <a:pt x="112" y="16"/>
                      <a:pt x="112" y="16"/>
                    </a:cubicBezTo>
                    <a:cubicBezTo>
                      <a:pt x="113" y="16"/>
                      <a:pt x="113" y="16"/>
                      <a:pt x="113" y="17"/>
                    </a:cubicBezTo>
                    <a:cubicBezTo>
                      <a:pt x="113" y="17"/>
                      <a:pt x="114" y="17"/>
                      <a:pt x="114" y="17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4" y="18"/>
                      <a:pt x="115" y="18"/>
                      <a:pt x="115" y="18"/>
                    </a:cubicBezTo>
                    <a:cubicBezTo>
                      <a:pt x="115" y="18"/>
                      <a:pt x="115" y="18"/>
                      <a:pt x="115" y="18"/>
                    </a:cubicBezTo>
                    <a:cubicBezTo>
                      <a:pt x="115" y="18"/>
                      <a:pt x="115" y="18"/>
                      <a:pt x="115" y="18"/>
                    </a:cubicBezTo>
                    <a:cubicBezTo>
                      <a:pt x="115" y="18"/>
                      <a:pt x="115" y="19"/>
                      <a:pt x="115" y="19"/>
                    </a:cubicBezTo>
                    <a:cubicBezTo>
                      <a:pt x="115" y="19"/>
                      <a:pt x="115" y="19"/>
                      <a:pt x="115" y="19"/>
                    </a:cubicBezTo>
                    <a:cubicBezTo>
                      <a:pt x="115" y="19"/>
                      <a:pt x="115" y="19"/>
                      <a:pt x="115" y="19"/>
                    </a:cubicBezTo>
                    <a:cubicBezTo>
                      <a:pt x="115" y="19"/>
                      <a:pt x="115" y="20"/>
                      <a:pt x="114" y="20"/>
                    </a:cubicBezTo>
                    <a:cubicBezTo>
                      <a:pt x="114" y="20"/>
                      <a:pt x="114" y="20"/>
                      <a:pt x="114" y="20"/>
                    </a:cubicBezTo>
                    <a:cubicBezTo>
                      <a:pt x="114" y="20"/>
                      <a:pt x="114" y="20"/>
                      <a:pt x="114" y="20"/>
                    </a:cubicBezTo>
                    <a:cubicBezTo>
                      <a:pt x="114" y="21"/>
                      <a:pt x="114" y="21"/>
                      <a:pt x="114" y="21"/>
                    </a:cubicBezTo>
                    <a:cubicBezTo>
                      <a:pt x="114" y="21"/>
                      <a:pt x="114" y="21"/>
                      <a:pt x="114" y="21"/>
                    </a:cubicBezTo>
                    <a:cubicBezTo>
                      <a:pt x="114" y="21"/>
                      <a:pt x="114" y="21"/>
                      <a:pt x="114" y="21"/>
                    </a:cubicBezTo>
                    <a:cubicBezTo>
                      <a:pt x="114" y="21"/>
                      <a:pt x="114" y="21"/>
                      <a:pt x="114" y="21"/>
                    </a:cubicBezTo>
                    <a:cubicBezTo>
                      <a:pt x="114" y="21"/>
                      <a:pt x="114" y="21"/>
                      <a:pt x="114" y="21"/>
                    </a:cubicBezTo>
                    <a:cubicBezTo>
                      <a:pt x="114" y="21"/>
                      <a:pt x="114" y="21"/>
                      <a:pt x="115" y="22"/>
                    </a:cubicBezTo>
                    <a:cubicBezTo>
                      <a:pt x="115" y="22"/>
                      <a:pt x="115" y="22"/>
                      <a:pt x="115" y="22"/>
                    </a:cubicBezTo>
                    <a:cubicBezTo>
                      <a:pt x="115" y="22"/>
                      <a:pt x="115" y="22"/>
                      <a:pt x="115" y="22"/>
                    </a:cubicBezTo>
                    <a:cubicBezTo>
                      <a:pt x="115" y="23"/>
                      <a:pt x="115" y="23"/>
                      <a:pt x="115" y="23"/>
                    </a:cubicBezTo>
                    <a:cubicBezTo>
                      <a:pt x="115" y="23"/>
                      <a:pt x="115" y="24"/>
                      <a:pt x="115" y="24"/>
                    </a:cubicBezTo>
                    <a:cubicBezTo>
                      <a:pt x="115" y="24"/>
                      <a:pt x="115" y="24"/>
                      <a:pt x="115" y="25"/>
                    </a:cubicBezTo>
                    <a:cubicBezTo>
                      <a:pt x="115" y="25"/>
                      <a:pt x="115" y="25"/>
                      <a:pt x="115" y="25"/>
                    </a:cubicBezTo>
                    <a:cubicBezTo>
                      <a:pt x="115" y="25"/>
                      <a:pt x="115" y="25"/>
                      <a:pt x="115" y="26"/>
                    </a:cubicBezTo>
                    <a:cubicBezTo>
                      <a:pt x="115" y="26"/>
                      <a:pt x="115" y="26"/>
                      <a:pt x="115" y="26"/>
                    </a:cubicBezTo>
                    <a:cubicBezTo>
                      <a:pt x="115" y="28"/>
                      <a:pt x="115" y="28"/>
                      <a:pt x="115" y="28"/>
                    </a:cubicBezTo>
                    <a:cubicBezTo>
                      <a:pt x="115" y="28"/>
                      <a:pt x="115" y="28"/>
                      <a:pt x="115" y="28"/>
                    </a:cubicBezTo>
                    <a:cubicBezTo>
                      <a:pt x="115" y="28"/>
                      <a:pt x="115" y="29"/>
                      <a:pt x="115" y="29"/>
                    </a:cubicBezTo>
                    <a:cubicBezTo>
                      <a:pt x="115" y="29"/>
                      <a:pt x="115" y="29"/>
                      <a:pt x="115" y="29"/>
                    </a:cubicBezTo>
                    <a:cubicBezTo>
                      <a:pt x="115" y="30"/>
                      <a:pt x="115" y="30"/>
                      <a:pt x="115" y="30"/>
                    </a:cubicBezTo>
                    <a:cubicBezTo>
                      <a:pt x="115" y="30"/>
                      <a:pt x="115" y="30"/>
                      <a:pt x="115" y="30"/>
                    </a:cubicBezTo>
                    <a:cubicBezTo>
                      <a:pt x="115" y="30"/>
                      <a:pt x="115" y="30"/>
                      <a:pt x="115" y="30"/>
                    </a:cubicBezTo>
                    <a:cubicBezTo>
                      <a:pt x="115" y="30"/>
                      <a:pt x="115" y="30"/>
                      <a:pt x="115" y="31"/>
                    </a:cubicBezTo>
                    <a:cubicBezTo>
                      <a:pt x="115" y="31"/>
                      <a:pt x="115" y="31"/>
                      <a:pt x="115" y="31"/>
                    </a:cubicBezTo>
                    <a:cubicBezTo>
                      <a:pt x="115" y="31"/>
                      <a:pt x="115" y="31"/>
                      <a:pt x="115" y="31"/>
                    </a:cubicBezTo>
                    <a:cubicBezTo>
                      <a:pt x="115" y="31"/>
                      <a:pt x="115" y="31"/>
                      <a:pt x="114" y="31"/>
                    </a:cubicBezTo>
                    <a:cubicBezTo>
                      <a:pt x="114" y="31"/>
                      <a:pt x="114" y="31"/>
                      <a:pt x="114" y="31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29"/>
                      <a:pt x="114" y="29"/>
                      <a:pt x="114" y="29"/>
                    </a:cubicBezTo>
                    <a:cubicBezTo>
                      <a:pt x="114" y="29"/>
                      <a:pt x="114" y="29"/>
                      <a:pt x="114" y="29"/>
                    </a:cubicBezTo>
                    <a:cubicBezTo>
                      <a:pt x="114" y="29"/>
                      <a:pt x="114" y="28"/>
                      <a:pt x="114" y="28"/>
                    </a:cubicBezTo>
                    <a:cubicBezTo>
                      <a:pt x="114" y="26"/>
                      <a:pt x="114" y="26"/>
                      <a:pt x="114" y="26"/>
                    </a:cubicBezTo>
                    <a:cubicBezTo>
                      <a:pt x="114" y="26"/>
                      <a:pt x="114" y="26"/>
                      <a:pt x="114" y="26"/>
                    </a:cubicBezTo>
                    <a:cubicBezTo>
                      <a:pt x="114" y="26"/>
                      <a:pt x="114" y="26"/>
                      <a:pt x="114" y="26"/>
                    </a:cubicBezTo>
                    <a:cubicBezTo>
                      <a:pt x="114" y="26"/>
                      <a:pt x="114" y="25"/>
                      <a:pt x="114" y="25"/>
                    </a:cubicBezTo>
                    <a:cubicBezTo>
                      <a:pt x="114" y="24"/>
                      <a:pt x="114" y="24"/>
                      <a:pt x="114" y="24"/>
                    </a:cubicBezTo>
                    <a:cubicBezTo>
                      <a:pt x="114" y="23"/>
                      <a:pt x="114" y="23"/>
                      <a:pt x="114" y="23"/>
                    </a:cubicBezTo>
                    <a:cubicBezTo>
                      <a:pt x="114" y="23"/>
                      <a:pt x="114" y="23"/>
                      <a:pt x="114" y="23"/>
                    </a:cubicBezTo>
                    <a:cubicBezTo>
                      <a:pt x="114" y="23"/>
                      <a:pt x="113" y="22"/>
                      <a:pt x="113" y="22"/>
                    </a:cubicBezTo>
                    <a:cubicBezTo>
                      <a:pt x="113" y="22"/>
                      <a:pt x="113" y="22"/>
                      <a:pt x="113" y="22"/>
                    </a:cubicBezTo>
                    <a:cubicBezTo>
                      <a:pt x="113" y="22"/>
                      <a:pt x="113" y="22"/>
                      <a:pt x="113" y="21"/>
                    </a:cubicBezTo>
                    <a:cubicBezTo>
                      <a:pt x="113" y="21"/>
                      <a:pt x="113" y="21"/>
                      <a:pt x="113" y="21"/>
                    </a:cubicBezTo>
                    <a:cubicBezTo>
                      <a:pt x="113" y="22"/>
                      <a:pt x="113" y="22"/>
                      <a:pt x="112" y="22"/>
                    </a:cubicBezTo>
                    <a:cubicBezTo>
                      <a:pt x="112" y="22"/>
                      <a:pt x="112" y="22"/>
                      <a:pt x="112" y="22"/>
                    </a:cubicBezTo>
                    <a:cubicBezTo>
                      <a:pt x="112" y="22"/>
                      <a:pt x="112" y="22"/>
                      <a:pt x="112" y="22"/>
                    </a:cubicBezTo>
                    <a:cubicBezTo>
                      <a:pt x="111" y="22"/>
                      <a:pt x="111" y="22"/>
                      <a:pt x="111" y="22"/>
                    </a:cubicBezTo>
                    <a:cubicBezTo>
                      <a:pt x="111" y="22"/>
                      <a:pt x="111" y="22"/>
                      <a:pt x="111" y="22"/>
                    </a:cubicBezTo>
                    <a:cubicBezTo>
                      <a:pt x="111" y="22"/>
                      <a:pt x="111" y="22"/>
                      <a:pt x="111" y="22"/>
                    </a:cubicBezTo>
                    <a:cubicBezTo>
                      <a:pt x="111" y="22"/>
                      <a:pt x="111" y="23"/>
                      <a:pt x="111" y="23"/>
                    </a:cubicBezTo>
                    <a:cubicBezTo>
                      <a:pt x="111" y="23"/>
                      <a:pt x="111" y="23"/>
                      <a:pt x="111" y="23"/>
                    </a:cubicBezTo>
                    <a:cubicBezTo>
                      <a:pt x="111" y="23"/>
                      <a:pt x="111" y="23"/>
                      <a:pt x="111" y="23"/>
                    </a:cubicBezTo>
                    <a:cubicBezTo>
                      <a:pt x="111" y="23"/>
                      <a:pt x="111" y="23"/>
                      <a:pt x="111" y="23"/>
                    </a:cubicBezTo>
                    <a:cubicBezTo>
                      <a:pt x="111" y="23"/>
                      <a:pt x="111" y="23"/>
                      <a:pt x="111" y="23"/>
                    </a:cubicBezTo>
                    <a:cubicBezTo>
                      <a:pt x="112" y="23"/>
                      <a:pt x="112" y="23"/>
                      <a:pt x="112" y="23"/>
                    </a:cubicBezTo>
                    <a:cubicBezTo>
                      <a:pt x="112" y="23"/>
                      <a:pt x="112" y="23"/>
                      <a:pt x="112" y="23"/>
                    </a:cubicBezTo>
                    <a:cubicBezTo>
                      <a:pt x="112" y="23"/>
                      <a:pt x="112" y="23"/>
                      <a:pt x="112" y="23"/>
                    </a:cubicBezTo>
                    <a:cubicBezTo>
                      <a:pt x="112" y="23"/>
                      <a:pt x="112" y="23"/>
                      <a:pt x="112" y="23"/>
                    </a:cubicBezTo>
                    <a:cubicBezTo>
                      <a:pt x="112" y="23"/>
                      <a:pt x="112" y="23"/>
                      <a:pt x="112" y="23"/>
                    </a:cubicBezTo>
                    <a:cubicBezTo>
                      <a:pt x="112" y="23"/>
                      <a:pt x="112" y="23"/>
                      <a:pt x="112" y="23"/>
                    </a:cubicBezTo>
                    <a:cubicBezTo>
                      <a:pt x="112" y="23"/>
                      <a:pt x="112" y="23"/>
                      <a:pt x="112" y="23"/>
                    </a:cubicBezTo>
                    <a:cubicBezTo>
                      <a:pt x="112" y="23"/>
                      <a:pt x="112" y="23"/>
                      <a:pt x="112" y="23"/>
                    </a:cubicBezTo>
                    <a:cubicBezTo>
                      <a:pt x="112" y="22"/>
                      <a:pt x="112" y="22"/>
                      <a:pt x="112" y="22"/>
                    </a:cubicBezTo>
                    <a:cubicBezTo>
                      <a:pt x="112" y="22"/>
                      <a:pt x="112" y="22"/>
                      <a:pt x="112" y="22"/>
                    </a:cubicBezTo>
                    <a:cubicBezTo>
                      <a:pt x="112" y="22"/>
                      <a:pt x="112" y="22"/>
                      <a:pt x="112" y="22"/>
                    </a:cubicBezTo>
                    <a:cubicBezTo>
                      <a:pt x="112" y="22"/>
                      <a:pt x="112" y="22"/>
                      <a:pt x="112" y="22"/>
                    </a:cubicBezTo>
                    <a:cubicBezTo>
                      <a:pt x="112" y="22"/>
                      <a:pt x="112" y="22"/>
                      <a:pt x="112" y="22"/>
                    </a:cubicBezTo>
                    <a:cubicBezTo>
                      <a:pt x="112" y="22"/>
                      <a:pt x="112" y="22"/>
                      <a:pt x="112" y="22"/>
                    </a:cubicBezTo>
                    <a:cubicBezTo>
                      <a:pt x="112" y="22"/>
                      <a:pt x="112" y="22"/>
                      <a:pt x="112" y="22"/>
                    </a:cubicBezTo>
                    <a:cubicBezTo>
                      <a:pt x="112" y="22"/>
                      <a:pt x="112" y="22"/>
                      <a:pt x="112" y="22"/>
                    </a:cubicBezTo>
                    <a:cubicBezTo>
                      <a:pt x="113" y="22"/>
                      <a:pt x="113" y="22"/>
                      <a:pt x="113" y="22"/>
                    </a:cubicBezTo>
                    <a:cubicBezTo>
                      <a:pt x="113" y="22"/>
                      <a:pt x="113" y="22"/>
                      <a:pt x="113" y="22"/>
                    </a:cubicBezTo>
                    <a:cubicBezTo>
                      <a:pt x="113" y="22"/>
                      <a:pt x="113" y="23"/>
                      <a:pt x="113" y="23"/>
                    </a:cubicBezTo>
                    <a:cubicBezTo>
                      <a:pt x="113" y="23"/>
                      <a:pt x="113" y="23"/>
                      <a:pt x="113" y="23"/>
                    </a:cubicBezTo>
                    <a:cubicBezTo>
                      <a:pt x="113" y="24"/>
                      <a:pt x="113" y="24"/>
                      <a:pt x="113" y="24"/>
                    </a:cubicBezTo>
                    <a:cubicBezTo>
                      <a:pt x="113" y="24"/>
                      <a:pt x="113" y="24"/>
                      <a:pt x="113" y="24"/>
                    </a:cubicBezTo>
                    <a:cubicBezTo>
                      <a:pt x="113" y="24"/>
                      <a:pt x="113" y="24"/>
                      <a:pt x="113" y="24"/>
                    </a:cubicBezTo>
                    <a:cubicBezTo>
                      <a:pt x="113" y="24"/>
                      <a:pt x="113" y="24"/>
                      <a:pt x="113" y="24"/>
                    </a:cubicBezTo>
                    <a:cubicBezTo>
                      <a:pt x="113" y="24"/>
                      <a:pt x="113" y="24"/>
                      <a:pt x="113" y="24"/>
                    </a:cubicBezTo>
                    <a:cubicBezTo>
                      <a:pt x="113" y="25"/>
                      <a:pt x="113" y="25"/>
                      <a:pt x="113" y="25"/>
                    </a:cubicBezTo>
                    <a:cubicBezTo>
                      <a:pt x="113" y="26"/>
                      <a:pt x="113" y="26"/>
                      <a:pt x="113" y="26"/>
                    </a:cubicBezTo>
                    <a:cubicBezTo>
                      <a:pt x="113" y="26"/>
                      <a:pt x="113" y="26"/>
                      <a:pt x="113" y="26"/>
                    </a:cubicBezTo>
                    <a:cubicBezTo>
                      <a:pt x="113" y="27"/>
                      <a:pt x="113" y="27"/>
                      <a:pt x="112" y="27"/>
                    </a:cubicBezTo>
                    <a:cubicBezTo>
                      <a:pt x="112" y="27"/>
                      <a:pt x="112" y="27"/>
                      <a:pt x="112" y="27"/>
                    </a:cubicBezTo>
                    <a:cubicBezTo>
                      <a:pt x="112" y="27"/>
                      <a:pt x="112" y="27"/>
                      <a:pt x="112" y="27"/>
                    </a:cubicBezTo>
                    <a:cubicBezTo>
                      <a:pt x="111" y="28"/>
                      <a:pt x="111" y="28"/>
                      <a:pt x="111" y="28"/>
                    </a:cubicBezTo>
                    <a:cubicBezTo>
                      <a:pt x="110" y="28"/>
                      <a:pt x="110" y="28"/>
                      <a:pt x="110" y="28"/>
                    </a:cubicBezTo>
                    <a:cubicBezTo>
                      <a:pt x="109" y="28"/>
                      <a:pt x="109" y="28"/>
                      <a:pt x="109" y="28"/>
                    </a:cubicBezTo>
                    <a:cubicBezTo>
                      <a:pt x="108" y="28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6"/>
                    </a:cubicBezTo>
                    <a:cubicBezTo>
                      <a:pt x="107" y="26"/>
                      <a:pt x="107" y="26"/>
                      <a:pt x="107" y="26"/>
                    </a:cubicBezTo>
                    <a:cubicBezTo>
                      <a:pt x="107" y="26"/>
                      <a:pt x="107" y="26"/>
                      <a:pt x="107" y="25"/>
                    </a:cubicBezTo>
                    <a:cubicBezTo>
                      <a:pt x="107" y="25"/>
                      <a:pt x="107" y="25"/>
                      <a:pt x="107" y="25"/>
                    </a:cubicBezTo>
                    <a:cubicBezTo>
                      <a:pt x="107" y="25"/>
                      <a:pt x="107" y="25"/>
                      <a:pt x="107" y="25"/>
                    </a:cubicBezTo>
                    <a:cubicBezTo>
                      <a:pt x="107" y="25"/>
                      <a:pt x="107" y="25"/>
                      <a:pt x="107" y="24"/>
                    </a:cubicBezTo>
                    <a:cubicBezTo>
                      <a:pt x="107" y="24"/>
                      <a:pt x="107" y="24"/>
                      <a:pt x="107" y="24"/>
                    </a:cubicBezTo>
                    <a:cubicBezTo>
                      <a:pt x="107" y="24"/>
                      <a:pt x="107" y="24"/>
                      <a:pt x="107" y="24"/>
                    </a:cubicBezTo>
                    <a:cubicBezTo>
                      <a:pt x="107" y="24"/>
                      <a:pt x="107" y="23"/>
                      <a:pt x="107" y="23"/>
                    </a:cubicBezTo>
                    <a:cubicBezTo>
                      <a:pt x="107" y="23"/>
                      <a:pt x="107" y="23"/>
                      <a:pt x="107" y="23"/>
                    </a:cubicBezTo>
                    <a:cubicBezTo>
                      <a:pt x="107" y="23"/>
                      <a:pt x="107" y="23"/>
                      <a:pt x="107" y="23"/>
                    </a:cubicBezTo>
                    <a:cubicBezTo>
                      <a:pt x="107" y="23"/>
                      <a:pt x="107" y="23"/>
                      <a:pt x="107" y="22"/>
                    </a:cubicBezTo>
                    <a:cubicBezTo>
                      <a:pt x="107" y="22"/>
                      <a:pt x="107" y="22"/>
                      <a:pt x="107" y="22"/>
                    </a:cubicBezTo>
                    <a:cubicBezTo>
                      <a:pt x="107" y="22"/>
                      <a:pt x="107" y="22"/>
                      <a:pt x="107" y="22"/>
                    </a:cubicBezTo>
                    <a:cubicBezTo>
                      <a:pt x="107" y="22"/>
                      <a:pt x="108" y="22"/>
                      <a:pt x="108" y="22"/>
                    </a:cubicBezTo>
                    <a:cubicBezTo>
                      <a:pt x="108" y="22"/>
                      <a:pt x="108" y="22"/>
                      <a:pt x="108" y="22"/>
                    </a:cubicBezTo>
                    <a:cubicBezTo>
                      <a:pt x="108" y="22"/>
                      <a:pt x="108" y="22"/>
                      <a:pt x="108" y="22"/>
                    </a:cubicBezTo>
                    <a:cubicBezTo>
                      <a:pt x="108" y="22"/>
                      <a:pt x="108" y="22"/>
                      <a:pt x="108" y="22"/>
                    </a:cubicBezTo>
                    <a:cubicBezTo>
                      <a:pt x="108" y="22"/>
                      <a:pt x="108" y="22"/>
                      <a:pt x="108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4"/>
                      <a:pt x="108" y="24"/>
                      <a:pt x="108" y="24"/>
                    </a:cubicBezTo>
                    <a:cubicBezTo>
                      <a:pt x="108" y="24"/>
                      <a:pt x="109" y="23"/>
                      <a:pt x="109" y="23"/>
                    </a:cubicBezTo>
                    <a:cubicBezTo>
                      <a:pt x="109" y="23"/>
                      <a:pt x="109" y="23"/>
                      <a:pt x="109" y="23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109" y="22"/>
                      <a:pt x="108" y="22"/>
                      <a:pt x="108" y="22"/>
                    </a:cubicBezTo>
                    <a:cubicBezTo>
                      <a:pt x="108" y="22"/>
                      <a:pt x="107" y="22"/>
                      <a:pt x="107" y="22"/>
                    </a:cubicBezTo>
                    <a:cubicBezTo>
                      <a:pt x="107" y="21"/>
                      <a:pt x="107" y="21"/>
                      <a:pt x="107" y="21"/>
                    </a:cubicBezTo>
                    <a:cubicBezTo>
                      <a:pt x="107" y="21"/>
                      <a:pt x="107" y="22"/>
                      <a:pt x="107" y="22"/>
                    </a:cubicBezTo>
                    <a:cubicBezTo>
                      <a:pt x="107" y="22"/>
                      <a:pt x="107" y="22"/>
                      <a:pt x="107" y="22"/>
                    </a:cubicBezTo>
                    <a:cubicBezTo>
                      <a:pt x="106" y="22"/>
                      <a:pt x="106" y="22"/>
                      <a:pt x="106" y="22"/>
                    </a:cubicBezTo>
                    <a:cubicBezTo>
                      <a:pt x="106" y="22"/>
                      <a:pt x="106" y="22"/>
                      <a:pt x="106" y="22"/>
                    </a:cubicBezTo>
                    <a:cubicBezTo>
                      <a:pt x="106" y="22"/>
                      <a:pt x="106" y="22"/>
                      <a:pt x="106" y="23"/>
                    </a:cubicBezTo>
                    <a:cubicBezTo>
                      <a:pt x="106" y="23"/>
                      <a:pt x="106" y="23"/>
                      <a:pt x="106" y="23"/>
                    </a:cubicBezTo>
                    <a:cubicBezTo>
                      <a:pt x="106" y="23"/>
                      <a:pt x="106" y="23"/>
                      <a:pt x="106" y="23"/>
                    </a:cubicBezTo>
                    <a:cubicBezTo>
                      <a:pt x="106" y="23"/>
                      <a:pt x="106" y="23"/>
                      <a:pt x="106" y="24"/>
                    </a:cubicBezTo>
                    <a:cubicBezTo>
                      <a:pt x="106" y="24"/>
                      <a:pt x="106" y="24"/>
                      <a:pt x="106" y="25"/>
                    </a:cubicBezTo>
                    <a:cubicBezTo>
                      <a:pt x="106" y="25"/>
                      <a:pt x="106" y="25"/>
                      <a:pt x="106" y="25"/>
                    </a:cubicBezTo>
                    <a:cubicBezTo>
                      <a:pt x="106" y="26"/>
                      <a:pt x="106" y="26"/>
                      <a:pt x="106" y="26"/>
                    </a:cubicBezTo>
                    <a:cubicBezTo>
                      <a:pt x="106" y="26"/>
                      <a:pt x="106" y="26"/>
                      <a:pt x="106" y="26"/>
                    </a:cubicBezTo>
                    <a:cubicBezTo>
                      <a:pt x="106" y="26"/>
                      <a:pt x="106" y="26"/>
                      <a:pt x="106" y="26"/>
                    </a:cubicBezTo>
                    <a:cubicBezTo>
                      <a:pt x="106" y="27"/>
                      <a:pt x="106" y="27"/>
                      <a:pt x="106" y="28"/>
                    </a:cubicBezTo>
                    <a:cubicBezTo>
                      <a:pt x="106" y="28"/>
                      <a:pt x="106" y="28"/>
                      <a:pt x="106" y="28"/>
                    </a:cubicBezTo>
                    <a:cubicBezTo>
                      <a:pt x="106" y="28"/>
                      <a:pt x="106" y="28"/>
                      <a:pt x="106" y="28"/>
                    </a:cubicBezTo>
                    <a:cubicBezTo>
                      <a:pt x="106" y="28"/>
                      <a:pt x="106" y="28"/>
                      <a:pt x="106" y="28"/>
                    </a:cubicBezTo>
                    <a:cubicBezTo>
                      <a:pt x="106" y="30"/>
                      <a:pt x="106" y="30"/>
                      <a:pt x="106" y="30"/>
                    </a:cubicBezTo>
                    <a:cubicBezTo>
                      <a:pt x="106" y="30"/>
                      <a:pt x="106" y="30"/>
                      <a:pt x="106" y="30"/>
                    </a:cubicBezTo>
                    <a:cubicBezTo>
                      <a:pt x="106" y="30"/>
                      <a:pt x="106" y="30"/>
                      <a:pt x="106" y="30"/>
                    </a:cubicBezTo>
                    <a:cubicBezTo>
                      <a:pt x="106" y="30"/>
                      <a:pt x="106" y="30"/>
                      <a:pt x="106" y="30"/>
                    </a:cubicBezTo>
                    <a:cubicBezTo>
                      <a:pt x="106" y="30"/>
                      <a:pt x="106" y="30"/>
                      <a:pt x="106" y="30"/>
                    </a:cubicBezTo>
                    <a:cubicBezTo>
                      <a:pt x="106" y="30"/>
                      <a:pt x="106" y="30"/>
                      <a:pt x="106" y="30"/>
                    </a:cubicBezTo>
                    <a:cubicBezTo>
                      <a:pt x="106" y="30"/>
                      <a:pt x="106" y="30"/>
                      <a:pt x="105" y="30"/>
                    </a:cubicBezTo>
                    <a:cubicBezTo>
                      <a:pt x="105" y="30"/>
                      <a:pt x="105" y="31"/>
                      <a:pt x="105" y="31"/>
                    </a:cubicBezTo>
                    <a:cubicBezTo>
                      <a:pt x="105" y="31"/>
                      <a:pt x="105" y="31"/>
                      <a:pt x="105" y="31"/>
                    </a:cubicBezTo>
                    <a:cubicBezTo>
                      <a:pt x="105" y="31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29"/>
                      <a:pt x="105" y="29"/>
                    </a:cubicBezTo>
                    <a:cubicBezTo>
                      <a:pt x="105" y="29"/>
                      <a:pt x="105" y="29"/>
                      <a:pt x="105" y="29"/>
                    </a:cubicBezTo>
                    <a:cubicBezTo>
                      <a:pt x="105" y="29"/>
                      <a:pt x="105" y="29"/>
                      <a:pt x="105" y="29"/>
                    </a:cubicBezTo>
                    <a:cubicBezTo>
                      <a:pt x="105" y="28"/>
                      <a:pt x="105" y="28"/>
                      <a:pt x="105" y="28"/>
                    </a:cubicBezTo>
                    <a:cubicBezTo>
                      <a:pt x="105" y="28"/>
                      <a:pt x="105" y="28"/>
                      <a:pt x="105" y="28"/>
                    </a:cubicBezTo>
                    <a:cubicBezTo>
                      <a:pt x="105" y="28"/>
                      <a:pt x="105" y="28"/>
                      <a:pt x="105" y="28"/>
                    </a:cubicBezTo>
                    <a:cubicBezTo>
                      <a:pt x="105" y="27"/>
                      <a:pt x="105" y="27"/>
                      <a:pt x="105" y="27"/>
                    </a:cubicBezTo>
                    <a:cubicBezTo>
                      <a:pt x="105" y="27"/>
                      <a:pt x="105" y="26"/>
                      <a:pt x="105" y="26"/>
                    </a:cubicBezTo>
                    <a:cubicBezTo>
                      <a:pt x="105" y="26"/>
                      <a:pt x="105" y="25"/>
                      <a:pt x="105" y="25"/>
                    </a:cubicBezTo>
                    <a:cubicBezTo>
                      <a:pt x="105" y="25"/>
                      <a:pt x="105" y="25"/>
                      <a:pt x="105" y="25"/>
                    </a:cubicBezTo>
                    <a:cubicBezTo>
                      <a:pt x="105" y="25"/>
                      <a:pt x="105" y="25"/>
                      <a:pt x="105" y="24"/>
                    </a:cubicBezTo>
                    <a:cubicBezTo>
                      <a:pt x="105" y="24"/>
                      <a:pt x="105" y="24"/>
                      <a:pt x="105" y="23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5" y="23"/>
                      <a:pt x="105" y="23"/>
                      <a:pt x="105" y="22"/>
                    </a:cubicBezTo>
                    <a:cubicBezTo>
                      <a:pt x="105" y="22"/>
                      <a:pt x="105" y="22"/>
                      <a:pt x="105" y="22"/>
                    </a:cubicBezTo>
                    <a:cubicBezTo>
                      <a:pt x="105" y="22"/>
                      <a:pt x="105" y="22"/>
                      <a:pt x="105" y="22"/>
                    </a:cubicBezTo>
                    <a:cubicBezTo>
                      <a:pt x="105" y="22"/>
                      <a:pt x="105" y="21"/>
                      <a:pt x="105" y="21"/>
                    </a:cubicBezTo>
                    <a:cubicBezTo>
                      <a:pt x="105" y="21"/>
                      <a:pt x="106" y="21"/>
                      <a:pt x="106" y="20"/>
                    </a:cubicBezTo>
                    <a:cubicBezTo>
                      <a:pt x="106" y="20"/>
                      <a:pt x="106" y="20"/>
                      <a:pt x="106" y="20"/>
                    </a:cubicBezTo>
                    <a:cubicBezTo>
                      <a:pt x="106" y="20"/>
                      <a:pt x="106" y="20"/>
                      <a:pt x="106" y="20"/>
                    </a:cubicBezTo>
                    <a:cubicBezTo>
                      <a:pt x="106" y="20"/>
                      <a:pt x="106" y="20"/>
                      <a:pt x="106" y="19"/>
                    </a:cubicBezTo>
                    <a:cubicBezTo>
                      <a:pt x="106" y="19"/>
                      <a:pt x="106" y="19"/>
                      <a:pt x="106" y="19"/>
                    </a:cubicBezTo>
                    <a:cubicBezTo>
                      <a:pt x="106" y="19"/>
                      <a:pt x="106" y="19"/>
                      <a:pt x="106" y="19"/>
                    </a:cubicBezTo>
                    <a:cubicBezTo>
                      <a:pt x="106" y="18"/>
                      <a:pt x="106" y="18"/>
                      <a:pt x="106" y="18"/>
                    </a:cubicBezTo>
                    <a:cubicBezTo>
                      <a:pt x="106" y="18"/>
                      <a:pt x="106" y="18"/>
                      <a:pt x="106" y="18"/>
                    </a:cubicBezTo>
                    <a:cubicBezTo>
                      <a:pt x="106" y="18"/>
                      <a:pt x="106" y="18"/>
                      <a:pt x="106" y="17"/>
                    </a:cubicBezTo>
                    <a:cubicBezTo>
                      <a:pt x="106" y="17"/>
                      <a:pt x="106" y="17"/>
                      <a:pt x="106" y="17"/>
                    </a:cubicBezTo>
                    <a:cubicBezTo>
                      <a:pt x="106" y="17"/>
                      <a:pt x="106" y="17"/>
                      <a:pt x="107" y="17"/>
                    </a:cubicBezTo>
                    <a:cubicBezTo>
                      <a:pt x="107" y="17"/>
                      <a:pt x="107" y="17"/>
                      <a:pt x="107" y="17"/>
                    </a:cubicBezTo>
                    <a:cubicBezTo>
                      <a:pt x="107" y="17"/>
                      <a:pt x="107" y="17"/>
                      <a:pt x="107" y="17"/>
                    </a:cubicBezTo>
                    <a:cubicBezTo>
                      <a:pt x="108" y="17"/>
                      <a:pt x="108" y="16"/>
                      <a:pt x="108" y="16"/>
                    </a:cubicBezTo>
                    <a:cubicBezTo>
                      <a:pt x="109" y="16"/>
                      <a:pt x="109" y="16"/>
                      <a:pt x="109" y="16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08" y="15"/>
                      <a:pt x="108" y="16"/>
                      <a:pt x="107" y="16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5" y="16"/>
                      <a:pt x="105" y="16"/>
                      <a:pt x="105" y="16"/>
                    </a:cubicBezTo>
                    <a:cubicBezTo>
                      <a:pt x="105" y="16"/>
                      <a:pt x="105" y="16"/>
                      <a:pt x="105" y="16"/>
                    </a:cubicBezTo>
                    <a:cubicBezTo>
                      <a:pt x="105" y="16"/>
                      <a:pt x="105" y="16"/>
                      <a:pt x="105" y="16"/>
                    </a:cubicBezTo>
                    <a:cubicBezTo>
                      <a:pt x="104" y="16"/>
                      <a:pt x="104" y="16"/>
                      <a:pt x="104" y="16"/>
                    </a:cubicBezTo>
                    <a:cubicBezTo>
                      <a:pt x="104" y="15"/>
                      <a:pt x="104" y="15"/>
                      <a:pt x="104" y="15"/>
                    </a:cubicBezTo>
                    <a:cubicBezTo>
                      <a:pt x="104" y="15"/>
                      <a:pt x="104" y="15"/>
                      <a:pt x="104" y="15"/>
                    </a:cubicBezTo>
                    <a:cubicBezTo>
                      <a:pt x="104" y="15"/>
                      <a:pt x="104" y="15"/>
                      <a:pt x="104" y="15"/>
                    </a:cubicBezTo>
                    <a:cubicBezTo>
                      <a:pt x="104" y="15"/>
                      <a:pt x="104" y="15"/>
                      <a:pt x="104" y="15"/>
                    </a:cubicBezTo>
                    <a:cubicBezTo>
                      <a:pt x="104" y="15"/>
                      <a:pt x="104" y="15"/>
                      <a:pt x="104" y="14"/>
                    </a:cubicBezTo>
                    <a:cubicBezTo>
                      <a:pt x="104" y="14"/>
                      <a:pt x="104" y="14"/>
                      <a:pt x="104" y="14"/>
                    </a:cubicBezTo>
                    <a:cubicBezTo>
                      <a:pt x="104" y="14"/>
                      <a:pt x="104" y="14"/>
                      <a:pt x="104" y="14"/>
                    </a:cubicBezTo>
                    <a:cubicBezTo>
                      <a:pt x="104" y="14"/>
                      <a:pt x="105" y="14"/>
                      <a:pt x="105" y="14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7" y="14"/>
                      <a:pt x="107" y="14"/>
                      <a:pt x="107" y="14"/>
                    </a:cubicBezTo>
                    <a:cubicBezTo>
                      <a:pt x="107" y="14"/>
                      <a:pt x="107" y="14"/>
                      <a:pt x="107" y="14"/>
                    </a:cubicBezTo>
                    <a:cubicBezTo>
                      <a:pt x="108" y="14"/>
                      <a:pt x="108" y="14"/>
                      <a:pt x="108" y="14"/>
                    </a:cubicBezTo>
                    <a:cubicBezTo>
                      <a:pt x="110" y="14"/>
                      <a:pt x="110" y="14"/>
                      <a:pt x="110" y="14"/>
                    </a:cubicBezTo>
                    <a:cubicBezTo>
                      <a:pt x="110" y="14"/>
                      <a:pt x="110" y="14"/>
                      <a:pt x="110" y="14"/>
                    </a:cubicBezTo>
                    <a:cubicBezTo>
                      <a:pt x="110" y="14"/>
                      <a:pt x="110" y="14"/>
                      <a:pt x="110" y="14"/>
                    </a:cubicBezTo>
                    <a:cubicBezTo>
                      <a:pt x="110" y="14"/>
                      <a:pt x="110" y="14"/>
                      <a:pt x="110" y="14"/>
                    </a:cubicBezTo>
                    <a:cubicBezTo>
                      <a:pt x="110" y="13"/>
                      <a:pt x="110" y="13"/>
                      <a:pt x="110" y="13"/>
                    </a:cubicBezTo>
                    <a:cubicBezTo>
                      <a:pt x="109" y="13"/>
                      <a:pt x="108" y="13"/>
                      <a:pt x="108" y="13"/>
                    </a:cubicBezTo>
                    <a:cubicBezTo>
                      <a:pt x="108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11" y="16"/>
                      <a:pt x="111" y="16"/>
                      <a:pt x="111" y="16"/>
                    </a:cubicBezTo>
                    <a:close/>
                    <a:moveTo>
                      <a:pt x="107" y="19"/>
                    </a:moveTo>
                    <a:cubicBezTo>
                      <a:pt x="107" y="19"/>
                      <a:pt x="107" y="19"/>
                      <a:pt x="107" y="19"/>
                    </a:cubicBezTo>
                    <a:cubicBezTo>
                      <a:pt x="107" y="19"/>
                      <a:pt x="107" y="19"/>
                      <a:pt x="107" y="19"/>
                    </a:cubicBezTo>
                    <a:cubicBezTo>
                      <a:pt x="107" y="19"/>
                      <a:pt x="107" y="19"/>
                      <a:pt x="107" y="19"/>
                    </a:cubicBezTo>
                    <a:cubicBezTo>
                      <a:pt x="107" y="19"/>
                      <a:pt x="107" y="19"/>
                      <a:pt x="107" y="19"/>
                    </a:cubicBezTo>
                    <a:cubicBezTo>
                      <a:pt x="107" y="19"/>
                      <a:pt x="107" y="19"/>
                      <a:pt x="107" y="19"/>
                    </a:cubicBezTo>
                    <a:cubicBezTo>
                      <a:pt x="107" y="19"/>
                      <a:pt x="107" y="19"/>
                      <a:pt x="107" y="19"/>
                    </a:cubicBezTo>
                    <a:cubicBezTo>
                      <a:pt x="107" y="19"/>
                      <a:pt x="107" y="19"/>
                      <a:pt x="107" y="18"/>
                    </a:cubicBezTo>
                    <a:cubicBezTo>
                      <a:pt x="107" y="18"/>
                      <a:pt x="107" y="18"/>
                      <a:pt x="107" y="18"/>
                    </a:cubicBezTo>
                    <a:cubicBezTo>
                      <a:pt x="107" y="18"/>
                      <a:pt x="107" y="18"/>
                      <a:pt x="107" y="18"/>
                    </a:cubicBezTo>
                    <a:cubicBezTo>
                      <a:pt x="107" y="18"/>
                      <a:pt x="107" y="18"/>
                      <a:pt x="107" y="18"/>
                    </a:cubicBezTo>
                    <a:cubicBezTo>
                      <a:pt x="107" y="18"/>
                      <a:pt x="107" y="18"/>
                      <a:pt x="107" y="18"/>
                    </a:cubicBezTo>
                    <a:cubicBezTo>
                      <a:pt x="107" y="18"/>
                      <a:pt x="107" y="18"/>
                      <a:pt x="107" y="18"/>
                    </a:cubicBezTo>
                    <a:cubicBezTo>
                      <a:pt x="107" y="18"/>
                      <a:pt x="107" y="18"/>
                      <a:pt x="107" y="18"/>
                    </a:cubicBezTo>
                    <a:cubicBezTo>
                      <a:pt x="107" y="18"/>
                      <a:pt x="107" y="18"/>
                      <a:pt x="108" y="18"/>
                    </a:cubicBezTo>
                    <a:cubicBezTo>
                      <a:pt x="108" y="18"/>
                      <a:pt x="109" y="17"/>
                      <a:pt x="109" y="17"/>
                    </a:cubicBezTo>
                    <a:cubicBezTo>
                      <a:pt x="109" y="18"/>
                      <a:pt x="109" y="18"/>
                      <a:pt x="109" y="18"/>
                    </a:cubicBezTo>
                    <a:cubicBezTo>
                      <a:pt x="109" y="18"/>
                      <a:pt x="109" y="18"/>
                      <a:pt x="109" y="18"/>
                    </a:cubicBezTo>
                    <a:cubicBezTo>
                      <a:pt x="109" y="18"/>
                      <a:pt x="109" y="18"/>
                      <a:pt x="109" y="18"/>
                    </a:cubicBezTo>
                    <a:cubicBezTo>
                      <a:pt x="108" y="18"/>
                      <a:pt x="108" y="18"/>
                      <a:pt x="108" y="19"/>
                    </a:cubicBezTo>
                    <a:cubicBezTo>
                      <a:pt x="108" y="19"/>
                      <a:pt x="108" y="19"/>
                      <a:pt x="108" y="19"/>
                    </a:cubicBezTo>
                    <a:cubicBezTo>
                      <a:pt x="108" y="19"/>
                      <a:pt x="108" y="19"/>
                      <a:pt x="107" y="19"/>
                    </a:cubicBezTo>
                    <a:cubicBezTo>
                      <a:pt x="107" y="19"/>
                      <a:pt x="107" y="19"/>
                      <a:pt x="107" y="19"/>
                    </a:cubicBezTo>
                    <a:cubicBezTo>
                      <a:pt x="107" y="19"/>
                      <a:pt x="107" y="19"/>
                      <a:pt x="107" y="19"/>
                    </a:cubicBezTo>
                    <a:close/>
                    <a:moveTo>
                      <a:pt x="109" y="19"/>
                    </a:moveTo>
                    <a:cubicBezTo>
                      <a:pt x="109" y="21"/>
                      <a:pt x="109" y="21"/>
                      <a:pt x="109" y="21"/>
                    </a:cubicBezTo>
                    <a:cubicBezTo>
                      <a:pt x="109" y="21"/>
                      <a:pt x="109" y="21"/>
                      <a:pt x="109" y="21"/>
                    </a:cubicBezTo>
                    <a:cubicBezTo>
                      <a:pt x="108" y="21"/>
                      <a:pt x="108" y="21"/>
                      <a:pt x="108" y="21"/>
                    </a:cubicBezTo>
                    <a:cubicBezTo>
                      <a:pt x="108" y="21"/>
                      <a:pt x="108" y="21"/>
                      <a:pt x="108" y="21"/>
                    </a:cubicBezTo>
                    <a:cubicBezTo>
                      <a:pt x="108" y="20"/>
                      <a:pt x="108" y="20"/>
                      <a:pt x="108" y="20"/>
                    </a:cubicBezTo>
                    <a:cubicBezTo>
                      <a:pt x="108" y="20"/>
                      <a:pt x="107" y="20"/>
                      <a:pt x="107" y="20"/>
                    </a:cubicBezTo>
                    <a:cubicBezTo>
                      <a:pt x="107" y="20"/>
                      <a:pt x="107" y="20"/>
                      <a:pt x="107" y="20"/>
                    </a:cubicBezTo>
                    <a:cubicBezTo>
                      <a:pt x="107" y="20"/>
                      <a:pt x="107" y="20"/>
                      <a:pt x="107" y="20"/>
                    </a:cubicBezTo>
                    <a:cubicBezTo>
                      <a:pt x="108" y="20"/>
                      <a:pt x="108" y="20"/>
                      <a:pt x="108" y="20"/>
                    </a:cubicBezTo>
                    <a:cubicBezTo>
                      <a:pt x="108" y="20"/>
                      <a:pt x="108" y="20"/>
                      <a:pt x="108" y="20"/>
                    </a:cubicBezTo>
                    <a:cubicBezTo>
                      <a:pt x="108" y="20"/>
                      <a:pt x="108" y="20"/>
                      <a:pt x="108" y="20"/>
                    </a:cubicBezTo>
                    <a:cubicBezTo>
                      <a:pt x="109" y="19"/>
                      <a:pt x="109" y="19"/>
                      <a:pt x="109" y="19"/>
                    </a:cubicBezTo>
                    <a:close/>
                    <a:moveTo>
                      <a:pt x="112" y="25"/>
                    </a:moveTo>
                    <a:cubicBezTo>
                      <a:pt x="112" y="25"/>
                      <a:pt x="112" y="25"/>
                      <a:pt x="112" y="25"/>
                    </a:cubicBezTo>
                    <a:cubicBezTo>
                      <a:pt x="112" y="25"/>
                      <a:pt x="112" y="25"/>
                      <a:pt x="112" y="25"/>
                    </a:cubicBezTo>
                    <a:cubicBezTo>
                      <a:pt x="112" y="25"/>
                      <a:pt x="112" y="26"/>
                      <a:pt x="112" y="26"/>
                    </a:cubicBezTo>
                    <a:cubicBezTo>
                      <a:pt x="112" y="26"/>
                      <a:pt x="112" y="26"/>
                      <a:pt x="111" y="26"/>
                    </a:cubicBezTo>
                    <a:cubicBezTo>
                      <a:pt x="111" y="26"/>
                      <a:pt x="111" y="26"/>
                      <a:pt x="111" y="26"/>
                    </a:cubicBezTo>
                    <a:cubicBezTo>
                      <a:pt x="111" y="26"/>
                      <a:pt x="111" y="26"/>
                      <a:pt x="111" y="26"/>
                    </a:cubicBezTo>
                    <a:cubicBezTo>
                      <a:pt x="111" y="27"/>
                      <a:pt x="110" y="27"/>
                      <a:pt x="110" y="27"/>
                    </a:cubicBezTo>
                    <a:cubicBezTo>
                      <a:pt x="109" y="27"/>
                      <a:pt x="109" y="27"/>
                      <a:pt x="109" y="26"/>
                    </a:cubicBezTo>
                    <a:cubicBezTo>
                      <a:pt x="109" y="26"/>
                      <a:pt x="109" y="26"/>
                      <a:pt x="108" y="26"/>
                    </a:cubicBezTo>
                    <a:cubicBezTo>
                      <a:pt x="108" y="26"/>
                      <a:pt x="108" y="26"/>
                      <a:pt x="108" y="26"/>
                    </a:cubicBezTo>
                    <a:cubicBezTo>
                      <a:pt x="108" y="26"/>
                      <a:pt x="108" y="26"/>
                      <a:pt x="108" y="26"/>
                    </a:cubicBezTo>
                    <a:cubicBezTo>
                      <a:pt x="108" y="25"/>
                      <a:pt x="108" y="25"/>
                      <a:pt x="108" y="25"/>
                    </a:cubicBezTo>
                    <a:cubicBezTo>
                      <a:pt x="108" y="25"/>
                      <a:pt x="108" y="25"/>
                      <a:pt x="108" y="25"/>
                    </a:cubicBezTo>
                    <a:cubicBezTo>
                      <a:pt x="108" y="25"/>
                      <a:pt x="108" y="25"/>
                      <a:pt x="108" y="25"/>
                    </a:cubicBezTo>
                    <a:cubicBezTo>
                      <a:pt x="108" y="25"/>
                      <a:pt x="108" y="25"/>
                      <a:pt x="108" y="25"/>
                    </a:cubicBezTo>
                    <a:cubicBezTo>
                      <a:pt x="109" y="25"/>
                      <a:pt x="109" y="25"/>
                      <a:pt x="110" y="25"/>
                    </a:cubicBezTo>
                    <a:cubicBezTo>
                      <a:pt x="110" y="25"/>
                      <a:pt x="110" y="24"/>
                      <a:pt x="111" y="24"/>
                    </a:cubicBezTo>
                    <a:cubicBezTo>
                      <a:pt x="111" y="24"/>
                      <a:pt x="111" y="24"/>
                      <a:pt x="111" y="24"/>
                    </a:cubicBezTo>
                    <a:cubicBezTo>
                      <a:pt x="111" y="24"/>
                      <a:pt x="111" y="24"/>
                      <a:pt x="111" y="25"/>
                    </a:cubicBezTo>
                    <a:cubicBezTo>
                      <a:pt x="111" y="25"/>
                      <a:pt x="112" y="25"/>
                      <a:pt x="112" y="25"/>
                    </a:cubicBezTo>
                    <a:close/>
                    <a:moveTo>
                      <a:pt x="32" y="72"/>
                    </a:moveTo>
                    <a:cubicBezTo>
                      <a:pt x="31" y="73"/>
                      <a:pt x="31" y="73"/>
                      <a:pt x="31" y="73"/>
                    </a:cubicBezTo>
                    <a:cubicBezTo>
                      <a:pt x="31" y="73"/>
                      <a:pt x="30" y="73"/>
                      <a:pt x="30" y="73"/>
                    </a:cubicBezTo>
                    <a:cubicBezTo>
                      <a:pt x="30" y="73"/>
                      <a:pt x="29" y="73"/>
                      <a:pt x="29" y="73"/>
                    </a:cubicBezTo>
                    <a:cubicBezTo>
                      <a:pt x="29" y="73"/>
                      <a:pt x="29" y="73"/>
                      <a:pt x="29" y="73"/>
                    </a:cubicBezTo>
                    <a:cubicBezTo>
                      <a:pt x="29" y="72"/>
                      <a:pt x="29" y="72"/>
                      <a:pt x="29" y="72"/>
                    </a:cubicBezTo>
                    <a:cubicBezTo>
                      <a:pt x="29" y="72"/>
                      <a:pt x="29" y="72"/>
                      <a:pt x="29" y="72"/>
                    </a:cubicBezTo>
                    <a:cubicBezTo>
                      <a:pt x="29" y="72"/>
                      <a:pt x="29" y="72"/>
                      <a:pt x="29" y="72"/>
                    </a:cubicBezTo>
                    <a:cubicBezTo>
                      <a:pt x="29" y="72"/>
                      <a:pt x="29" y="72"/>
                      <a:pt x="29" y="72"/>
                    </a:cubicBezTo>
                    <a:cubicBezTo>
                      <a:pt x="30" y="71"/>
                      <a:pt x="31" y="71"/>
                      <a:pt x="31" y="71"/>
                    </a:cubicBezTo>
                    <a:cubicBezTo>
                      <a:pt x="31" y="71"/>
                      <a:pt x="31" y="71"/>
                      <a:pt x="31" y="71"/>
                    </a:cubicBezTo>
                    <a:cubicBezTo>
                      <a:pt x="31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3" y="71"/>
                      <a:pt x="33" y="71"/>
                    </a:cubicBezTo>
                    <a:cubicBezTo>
                      <a:pt x="33" y="71"/>
                      <a:pt x="33" y="71"/>
                      <a:pt x="33" y="71"/>
                    </a:cubicBezTo>
                    <a:cubicBezTo>
                      <a:pt x="33" y="71"/>
                      <a:pt x="33" y="71"/>
                      <a:pt x="33" y="71"/>
                    </a:cubicBezTo>
                    <a:cubicBezTo>
                      <a:pt x="33" y="71"/>
                      <a:pt x="34" y="71"/>
                      <a:pt x="34" y="71"/>
                    </a:cubicBezTo>
                    <a:cubicBezTo>
                      <a:pt x="34" y="70"/>
                      <a:pt x="34" y="70"/>
                      <a:pt x="34" y="70"/>
                    </a:cubicBezTo>
                    <a:cubicBezTo>
                      <a:pt x="34" y="70"/>
                      <a:pt x="34" y="69"/>
                      <a:pt x="34" y="69"/>
                    </a:cubicBezTo>
                    <a:cubicBezTo>
                      <a:pt x="34" y="69"/>
                      <a:pt x="34" y="68"/>
                      <a:pt x="35" y="68"/>
                    </a:cubicBezTo>
                    <a:cubicBezTo>
                      <a:pt x="35" y="68"/>
                      <a:pt x="35" y="68"/>
                      <a:pt x="35" y="67"/>
                    </a:cubicBezTo>
                    <a:cubicBezTo>
                      <a:pt x="35" y="67"/>
                      <a:pt x="35" y="67"/>
                      <a:pt x="35" y="66"/>
                    </a:cubicBezTo>
                    <a:cubicBezTo>
                      <a:pt x="35" y="66"/>
                      <a:pt x="36" y="66"/>
                      <a:pt x="36" y="66"/>
                    </a:cubicBezTo>
                    <a:cubicBezTo>
                      <a:pt x="36" y="66"/>
                      <a:pt x="36" y="65"/>
                      <a:pt x="36" y="65"/>
                    </a:cubicBezTo>
                    <a:cubicBezTo>
                      <a:pt x="36" y="65"/>
                      <a:pt x="36" y="65"/>
                      <a:pt x="36" y="65"/>
                    </a:cubicBezTo>
                    <a:cubicBezTo>
                      <a:pt x="36" y="65"/>
                      <a:pt x="36" y="65"/>
                      <a:pt x="36" y="65"/>
                    </a:cubicBezTo>
                    <a:cubicBezTo>
                      <a:pt x="36" y="65"/>
                      <a:pt x="36" y="65"/>
                      <a:pt x="36" y="64"/>
                    </a:cubicBezTo>
                    <a:cubicBezTo>
                      <a:pt x="36" y="64"/>
                      <a:pt x="36" y="65"/>
                      <a:pt x="36" y="65"/>
                    </a:cubicBezTo>
                    <a:cubicBezTo>
                      <a:pt x="35" y="65"/>
                      <a:pt x="35" y="65"/>
                      <a:pt x="35" y="65"/>
                    </a:cubicBezTo>
                    <a:cubicBezTo>
                      <a:pt x="35" y="65"/>
                      <a:pt x="35" y="65"/>
                      <a:pt x="35" y="65"/>
                    </a:cubicBezTo>
                    <a:cubicBezTo>
                      <a:pt x="36" y="65"/>
                      <a:pt x="35" y="65"/>
                      <a:pt x="35" y="65"/>
                    </a:cubicBezTo>
                    <a:cubicBezTo>
                      <a:pt x="35" y="65"/>
                      <a:pt x="35" y="65"/>
                      <a:pt x="35" y="65"/>
                    </a:cubicBezTo>
                    <a:cubicBezTo>
                      <a:pt x="34" y="65"/>
                      <a:pt x="34" y="66"/>
                      <a:pt x="34" y="66"/>
                    </a:cubicBezTo>
                    <a:cubicBezTo>
                      <a:pt x="34" y="66"/>
                      <a:pt x="33" y="66"/>
                      <a:pt x="33" y="66"/>
                    </a:cubicBezTo>
                    <a:cubicBezTo>
                      <a:pt x="33" y="66"/>
                      <a:pt x="33" y="67"/>
                      <a:pt x="33" y="67"/>
                    </a:cubicBezTo>
                    <a:cubicBezTo>
                      <a:pt x="33" y="67"/>
                      <a:pt x="33" y="67"/>
                      <a:pt x="33" y="67"/>
                    </a:cubicBezTo>
                    <a:cubicBezTo>
                      <a:pt x="33" y="67"/>
                      <a:pt x="33" y="67"/>
                      <a:pt x="33" y="67"/>
                    </a:cubicBezTo>
                    <a:cubicBezTo>
                      <a:pt x="33" y="67"/>
                      <a:pt x="33" y="67"/>
                      <a:pt x="33" y="67"/>
                    </a:cubicBezTo>
                    <a:cubicBezTo>
                      <a:pt x="33" y="68"/>
                      <a:pt x="33" y="68"/>
                      <a:pt x="33" y="68"/>
                    </a:cubicBezTo>
                    <a:cubicBezTo>
                      <a:pt x="33" y="68"/>
                      <a:pt x="32" y="68"/>
                      <a:pt x="32" y="68"/>
                    </a:cubicBezTo>
                    <a:cubicBezTo>
                      <a:pt x="32" y="68"/>
                      <a:pt x="32" y="68"/>
                      <a:pt x="32" y="68"/>
                    </a:cubicBezTo>
                    <a:cubicBezTo>
                      <a:pt x="32" y="68"/>
                      <a:pt x="32" y="68"/>
                      <a:pt x="32" y="67"/>
                    </a:cubicBezTo>
                    <a:cubicBezTo>
                      <a:pt x="32" y="67"/>
                      <a:pt x="32" y="67"/>
                      <a:pt x="32" y="67"/>
                    </a:cubicBezTo>
                    <a:cubicBezTo>
                      <a:pt x="32" y="67"/>
                      <a:pt x="32" y="67"/>
                      <a:pt x="32" y="67"/>
                    </a:cubicBezTo>
                    <a:cubicBezTo>
                      <a:pt x="31" y="67"/>
                      <a:pt x="31" y="67"/>
                      <a:pt x="31" y="67"/>
                    </a:cubicBezTo>
                    <a:cubicBezTo>
                      <a:pt x="31" y="67"/>
                      <a:pt x="31" y="67"/>
                      <a:pt x="31" y="67"/>
                    </a:cubicBezTo>
                    <a:cubicBezTo>
                      <a:pt x="31" y="67"/>
                      <a:pt x="31" y="67"/>
                      <a:pt x="31" y="68"/>
                    </a:cubicBezTo>
                    <a:cubicBezTo>
                      <a:pt x="30" y="68"/>
                      <a:pt x="30" y="68"/>
                      <a:pt x="30" y="68"/>
                    </a:cubicBezTo>
                    <a:cubicBezTo>
                      <a:pt x="30" y="68"/>
                      <a:pt x="30" y="68"/>
                      <a:pt x="30" y="68"/>
                    </a:cubicBezTo>
                    <a:cubicBezTo>
                      <a:pt x="30" y="68"/>
                      <a:pt x="30" y="68"/>
                      <a:pt x="30" y="68"/>
                    </a:cubicBezTo>
                    <a:cubicBezTo>
                      <a:pt x="30" y="68"/>
                      <a:pt x="30" y="69"/>
                      <a:pt x="30" y="69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9" y="69"/>
                      <a:pt x="29" y="69"/>
                      <a:pt x="29" y="69"/>
                    </a:cubicBezTo>
                    <a:cubicBezTo>
                      <a:pt x="29" y="69"/>
                      <a:pt x="29" y="70"/>
                      <a:pt x="29" y="70"/>
                    </a:cubicBezTo>
                    <a:cubicBezTo>
                      <a:pt x="29" y="70"/>
                      <a:pt x="29" y="70"/>
                      <a:pt x="29" y="70"/>
                    </a:cubicBezTo>
                    <a:cubicBezTo>
                      <a:pt x="29" y="70"/>
                      <a:pt x="29" y="70"/>
                      <a:pt x="29" y="70"/>
                    </a:cubicBezTo>
                    <a:cubicBezTo>
                      <a:pt x="29" y="70"/>
                      <a:pt x="29" y="70"/>
                      <a:pt x="29" y="71"/>
                    </a:cubicBezTo>
                    <a:cubicBezTo>
                      <a:pt x="28" y="71"/>
                      <a:pt x="28" y="70"/>
                      <a:pt x="28" y="70"/>
                    </a:cubicBezTo>
                    <a:cubicBezTo>
                      <a:pt x="28" y="70"/>
                      <a:pt x="28" y="70"/>
                      <a:pt x="28" y="70"/>
                    </a:cubicBezTo>
                    <a:cubicBezTo>
                      <a:pt x="28" y="70"/>
                      <a:pt x="28" y="70"/>
                      <a:pt x="28" y="69"/>
                    </a:cubicBezTo>
                    <a:cubicBezTo>
                      <a:pt x="28" y="69"/>
                      <a:pt x="28" y="69"/>
                      <a:pt x="28" y="69"/>
                    </a:cubicBezTo>
                    <a:cubicBezTo>
                      <a:pt x="28" y="69"/>
                      <a:pt x="28" y="69"/>
                      <a:pt x="28" y="69"/>
                    </a:cubicBezTo>
                    <a:cubicBezTo>
                      <a:pt x="28" y="69"/>
                      <a:pt x="28" y="69"/>
                      <a:pt x="28" y="69"/>
                    </a:cubicBezTo>
                    <a:cubicBezTo>
                      <a:pt x="28" y="69"/>
                      <a:pt x="28" y="69"/>
                      <a:pt x="28" y="69"/>
                    </a:cubicBezTo>
                    <a:cubicBezTo>
                      <a:pt x="28" y="69"/>
                      <a:pt x="28" y="69"/>
                      <a:pt x="28" y="69"/>
                    </a:cubicBezTo>
                    <a:cubicBezTo>
                      <a:pt x="28" y="69"/>
                      <a:pt x="28" y="69"/>
                      <a:pt x="28" y="69"/>
                    </a:cubicBezTo>
                    <a:cubicBezTo>
                      <a:pt x="28" y="69"/>
                      <a:pt x="28" y="69"/>
                      <a:pt x="28" y="69"/>
                    </a:cubicBezTo>
                    <a:cubicBezTo>
                      <a:pt x="27" y="69"/>
                      <a:pt x="27" y="70"/>
                      <a:pt x="27" y="70"/>
                    </a:cubicBezTo>
                    <a:cubicBezTo>
                      <a:pt x="27" y="70"/>
                      <a:pt x="26" y="71"/>
                      <a:pt x="26" y="71"/>
                    </a:cubicBezTo>
                    <a:cubicBezTo>
                      <a:pt x="26" y="72"/>
                      <a:pt x="26" y="72"/>
                      <a:pt x="26" y="72"/>
                    </a:cubicBezTo>
                    <a:cubicBezTo>
                      <a:pt x="26" y="72"/>
                      <a:pt x="25" y="73"/>
                      <a:pt x="25" y="73"/>
                    </a:cubicBezTo>
                    <a:cubicBezTo>
                      <a:pt x="25" y="73"/>
                      <a:pt x="25" y="73"/>
                      <a:pt x="25" y="73"/>
                    </a:cubicBezTo>
                    <a:cubicBezTo>
                      <a:pt x="25" y="73"/>
                      <a:pt x="24" y="73"/>
                      <a:pt x="24" y="73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4" y="73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3" y="72"/>
                      <a:pt x="23" y="72"/>
                    </a:cubicBezTo>
                    <a:cubicBezTo>
                      <a:pt x="23" y="72"/>
                      <a:pt x="23" y="72"/>
                      <a:pt x="23" y="71"/>
                    </a:cubicBezTo>
                    <a:cubicBezTo>
                      <a:pt x="23" y="72"/>
                      <a:pt x="24" y="71"/>
                      <a:pt x="24" y="71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0"/>
                      <a:pt x="25" y="70"/>
                      <a:pt x="25" y="70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5" y="70"/>
                      <a:pt x="26" y="70"/>
                      <a:pt x="26" y="70"/>
                    </a:cubicBezTo>
                    <a:cubicBezTo>
                      <a:pt x="26" y="70"/>
                      <a:pt x="26" y="69"/>
                      <a:pt x="26" y="69"/>
                    </a:cubicBezTo>
                    <a:cubicBezTo>
                      <a:pt x="27" y="69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8" y="68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28" y="68"/>
                      <a:pt x="28" y="67"/>
                      <a:pt x="29" y="67"/>
                    </a:cubicBezTo>
                    <a:cubicBezTo>
                      <a:pt x="29" y="67"/>
                      <a:pt x="29" y="67"/>
                      <a:pt x="29" y="67"/>
                    </a:cubicBezTo>
                    <a:cubicBezTo>
                      <a:pt x="29" y="66"/>
                      <a:pt x="29" y="66"/>
                      <a:pt x="29" y="66"/>
                    </a:cubicBezTo>
                    <a:cubicBezTo>
                      <a:pt x="29" y="66"/>
                      <a:pt x="29" y="66"/>
                      <a:pt x="29" y="66"/>
                    </a:cubicBezTo>
                    <a:cubicBezTo>
                      <a:pt x="29" y="65"/>
                      <a:pt x="29" y="65"/>
                      <a:pt x="29" y="65"/>
                    </a:cubicBezTo>
                    <a:cubicBezTo>
                      <a:pt x="29" y="65"/>
                      <a:pt x="29" y="65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2"/>
                      <a:pt x="30" y="62"/>
                      <a:pt x="30" y="62"/>
                    </a:cubicBezTo>
                    <a:cubicBezTo>
                      <a:pt x="30" y="62"/>
                      <a:pt x="30" y="62"/>
                      <a:pt x="30" y="62"/>
                    </a:cubicBezTo>
                    <a:cubicBezTo>
                      <a:pt x="30" y="62"/>
                      <a:pt x="30" y="62"/>
                      <a:pt x="30" y="62"/>
                    </a:cubicBezTo>
                    <a:cubicBezTo>
                      <a:pt x="30" y="62"/>
                      <a:pt x="29" y="62"/>
                      <a:pt x="29" y="61"/>
                    </a:cubicBezTo>
                    <a:cubicBezTo>
                      <a:pt x="29" y="61"/>
                      <a:pt x="29" y="61"/>
                      <a:pt x="29" y="61"/>
                    </a:cubicBezTo>
                    <a:cubicBezTo>
                      <a:pt x="29" y="61"/>
                      <a:pt x="30" y="61"/>
                      <a:pt x="30" y="61"/>
                    </a:cubicBezTo>
                    <a:cubicBezTo>
                      <a:pt x="31" y="61"/>
                      <a:pt x="31" y="61"/>
                      <a:pt x="31" y="61"/>
                    </a:cubicBezTo>
                    <a:cubicBezTo>
                      <a:pt x="31" y="61"/>
                      <a:pt x="32" y="61"/>
                      <a:pt x="32" y="61"/>
                    </a:cubicBezTo>
                    <a:cubicBezTo>
                      <a:pt x="32" y="61"/>
                      <a:pt x="33" y="60"/>
                      <a:pt x="33" y="60"/>
                    </a:cubicBezTo>
                    <a:cubicBezTo>
                      <a:pt x="33" y="60"/>
                      <a:pt x="34" y="60"/>
                      <a:pt x="34" y="60"/>
                    </a:cubicBezTo>
                    <a:cubicBezTo>
                      <a:pt x="34" y="60"/>
                      <a:pt x="34" y="60"/>
                      <a:pt x="34" y="60"/>
                    </a:cubicBezTo>
                    <a:cubicBezTo>
                      <a:pt x="34" y="60"/>
                      <a:pt x="34" y="59"/>
                      <a:pt x="35" y="59"/>
                    </a:cubicBezTo>
                    <a:cubicBezTo>
                      <a:pt x="35" y="59"/>
                      <a:pt x="35" y="59"/>
                      <a:pt x="36" y="59"/>
                    </a:cubicBezTo>
                    <a:cubicBezTo>
                      <a:pt x="36" y="59"/>
                      <a:pt x="36" y="59"/>
                      <a:pt x="36" y="59"/>
                    </a:cubicBezTo>
                    <a:cubicBezTo>
                      <a:pt x="36" y="58"/>
                      <a:pt x="36" y="58"/>
                      <a:pt x="36" y="58"/>
                    </a:cubicBezTo>
                    <a:cubicBezTo>
                      <a:pt x="37" y="58"/>
                      <a:pt x="37" y="58"/>
                      <a:pt x="37" y="58"/>
                    </a:cubicBezTo>
                    <a:cubicBezTo>
                      <a:pt x="37" y="58"/>
                      <a:pt x="37" y="58"/>
                      <a:pt x="37" y="58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8" y="59"/>
                      <a:pt x="37" y="60"/>
                      <a:pt x="37" y="60"/>
                    </a:cubicBezTo>
                    <a:cubicBezTo>
                      <a:pt x="37" y="60"/>
                      <a:pt x="37" y="60"/>
                      <a:pt x="36" y="60"/>
                    </a:cubicBezTo>
                    <a:cubicBezTo>
                      <a:pt x="36" y="60"/>
                      <a:pt x="36" y="60"/>
                      <a:pt x="36" y="61"/>
                    </a:cubicBezTo>
                    <a:cubicBezTo>
                      <a:pt x="35" y="61"/>
                      <a:pt x="34" y="61"/>
                      <a:pt x="34" y="62"/>
                    </a:cubicBezTo>
                    <a:cubicBezTo>
                      <a:pt x="34" y="62"/>
                      <a:pt x="34" y="62"/>
                      <a:pt x="34" y="62"/>
                    </a:cubicBezTo>
                    <a:cubicBezTo>
                      <a:pt x="34" y="62"/>
                      <a:pt x="34" y="62"/>
                      <a:pt x="34" y="62"/>
                    </a:cubicBezTo>
                    <a:cubicBezTo>
                      <a:pt x="34" y="62"/>
                      <a:pt x="34" y="62"/>
                      <a:pt x="34" y="63"/>
                    </a:cubicBezTo>
                    <a:cubicBezTo>
                      <a:pt x="34" y="63"/>
                      <a:pt x="34" y="63"/>
                      <a:pt x="34" y="64"/>
                    </a:cubicBezTo>
                    <a:cubicBezTo>
                      <a:pt x="34" y="64"/>
                      <a:pt x="34" y="64"/>
                      <a:pt x="34" y="64"/>
                    </a:cubicBezTo>
                    <a:cubicBezTo>
                      <a:pt x="35" y="64"/>
                      <a:pt x="35" y="64"/>
                      <a:pt x="35" y="64"/>
                    </a:cubicBezTo>
                    <a:cubicBezTo>
                      <a:pt x="35" y="64"/>
                      <a:pt x="36" y="64"/>
                      <a:pt x="36" y="63"/>
                    </a:cubicBezTo>
                    <a:cubicBezTo>
                      <a:pt x="36" y="63"/>
                      <a:pt x="37" y="63"/>
                      <a:pt x="37" y="63"/>
                    </a:cubicBezTo>
                    <a:cubicBezTo>
                      <a:pt x="37" y="63"/>
                      <a:pt x="37" y="63"/>
                      <a:pt x="37" y="63"/>
                    </a:cubicBezTo>
                    <a:cubicBezTo>
                      <a:pt x="38" y="63"/>
                      <a:pt x="38" y="63"/>
                      <a:pt x="38" y="63"/>
                    </a:cubicBezTo>
                    <a:cubicBezTo>
                      <a:pt x="38" y="63"/>
                      <a:pt x="38" y="63"/>
                      <a:pt x="38" y="63"/>
                    </a:cubicBezTo>
                    <a:cubicBezTo>
                      <a:pt x="38" y="63"/>
                      <a:pt x="39" y="63"/>
                      <a:pt x="39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4"/>
                      <a:pt x="39" y="64"/>
                      <a:pt x="39" y="64"/>
                    </a:cubicBezTo>
                    <a:cubicBezTo>
                      <a:pt x="39" y="64"/>
                      <a:pt x="39" y="64"/>
                      <a:pt x="39" y="65"/>
                    </a:cubicBezTo>
                    <a:cubicBezTo>
                      <a:pt x="38" y="65"/>
                      <a:pt x="38" y="65"/>
                      <a:pt x="38" y="65"/>
                    </a:cubicBezTo>
                    <a:cubicBezTo>
                      <a:pt x="38" y="65"/>
                      <a:pt x="38" y="66"/>
                      <a:pt x="38" y="66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7" y="67"/>
                      <a:pt x="37" y="67"/>
                      <a:pt x="37" y="67"/>
                    </a:cubicBezTo>
                    <a:cubicBezTo>
                      <a:pt x="37" y="67"/>
                      <a:pt x="37" y="68"/>
                      <a:pt x="37" y="68"/>
                    </a:cubicBezTo>
                    <a:cubicBezTo>
                      <a:pt x="37" y="68"/>
                      <a:pt x="36" y="69"/>
                      <a:pt x="36" y="69"/>
                    </a:cubicBezTo>
                    <a:cubicBezTo>
                      <a:pt x="36" y="70"/>
                      <a:pt x="36" y="70"/>
                      <a:pt x="36" y="70"/>
                    </a:cubicBezTo>
                    <a:cubicBezTo>
                      <a:pt x="36" y="70"/>
                      <a:pt x="36" y="71"/>
                      <a:pt x="36" y="71"/>
                    </a:cubicBezTo>
                    <a:cubicBezTo>
                      <a:pt x="35" y="71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3"/>
                      <a:pt x="35" y="73"/>
                      <a:pt x="35" y="73"/>
                    </a:cubicBezTo>
                    <a:cubicBezTo>
                      <a:pt x="35" y="73"/>
                      <a:pt x="34" y="73"/>
                      <a:pt x="34" y="73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3" y="73"/>
                      <a:pt x="33" y="73"/>
                      <a:pt x="33" y="73"/>
                    </a:cubicBezTo>
                    <a:cubicBezTo>
                      <a:pt x="33" y="72"/>
                      <a:pt x="33" y="72"/>
                      <a:pt x="33" y="72"/>
                    </a:cubicBezTo>
                    <a:cubicBezTo>
                      <a:pt x="33" y="72"/>
                      <a:pt x="33" y="72"/>
                      <a:pt x="33" y="72"/>
                    </a:cubicBezTo>
                    <a:cubicBezTo>
                      <a:pt x="33" y="71"/>
                      <a:pt x="32" y="71"/>
                      <a:pt x="32" y="71"/>
                    </a:cubicBezTo>
                    <a:cubicBezTo>
                      <a:pt x="32" y="71"/>
                      <a:pt x="32" y="72"/>
                      <a:pt x="32" y="72"/>
                    </a:cubicBezTo>
                    <a:cubicBezTo>
                      <a:pt x="32" y="72"/>
                      <a:pt x="32" y="72"/>
                      <a:pt x="32" y="72"/>
                    </a:cubicBezTo>
                    <a:close/>
                    <a:moveTo>
                      <a:pt x="30" y="64"/>
                    </a:moveTo>
                    <a:cubicBezTo>
                      <a:pt x="30" y="64"/>
                      <a:pt x="30" y="64"/>
                      <a:pt x="30" y="63"/>
                    </a:cubicBezTo>
                    <a:cubicBezTo>
                      <a:pt x="31" y="63"/>
                      <a:pt x="31" y="63"/>
                      <a:pt x="31" y="63"/>
                    </a:cubicBezTo>
                    <a:cubicBezTo>
                      <a:pt x="32" y="63"/>
                      <a:pt x="32" y="63"/>
                      <a:pt x="32" y="63"/>
                    </a:cubicBezTo>
                    <a:cubicBezTo>
                      <a:pt x="32" y="63"/>
                      <a:pt x="32" y="63"/>
                      <a:pt x="33" y="63"/>
                    </a:cubicBezTo>
                    <a:cubicBezTo>
                      <a:pt x="33" y="63"/>
                      <a:pt x="33" y="63"/>
                      <a:pt x="33" y="63"/>
                    </a:cubicBezTo>
                    <a:cubicBezTo>
                      <a:pt x="33" y="63"/>
                      <a:pt x="33" y="63"/>
                      <a:pt x="33" y="64"/>
                    </a:cubicBezTo>
                    <a:cubicBezTo>
                      <a:pt x="33" y="64"/>
                      <a:pt x="33" y="65"/>
                      <a:pt x="33" y="65"/>
                    </a:cubicBezTo>
                    <a:cubicBezTo>
                      <a:pt x="33" y="65"/>
                      <a:pt x="33" y="65"/>
                      <a:pt x="33" y="65"/>
                    </a:cubicBezTo>
                    <a:cubicBezTo>
                      <a:pt x="33" y="65"/>
                      <a:pt x="32" y="65"/>
                      <a:pt x="32" y="65"/>
                    </a:cubicBezTo>
                    <a:cubicBezTo>
                      <a:pt x="31" y="65"/>
                      <a:pt x="31" y="66"/>
                      <a:pt x="31" y="66"/>
                    </a:cubicBezTo>
                    <a:cubicBezTo>
                      <a:pt x="31" y="66"/>
                      <a:pt x="31" y="66"/>
                      <a:pt x="31" y="66"/>
                    </a:cubicBezTo>
                    <a:cubicBezTo>
                      <a:pt x="31" y="66"/>
                      <a:pt x="30" y="65"/>
                      <a:pt x="30" y="65"/>
                    </a:cubicBezTo>
                    <a:cubicBezTo>
                      <a:pt x="30" y="65"/>
                      <a:pt x="30" y="64"/>
                      <a:pt x="30" y="64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4"/>
                      <a:pt x="30" y="64"/>
                      <a:pt x="30" y="64"/>
                    </a:cubicBezTo>
                    <a:close/>
                    <a:moveTo>
                      <a:pt x="47" y="72"/>
                    </a:moveTo>
                    <a:cubicBezTo>
                      <a:pt x="47" y="72"/>
                      <a:pt x="47" y="71"/>
                      <a:pt x="47" y="70"/>
                    </a:cubicBezTo>
                    <a:cubicBezTo>
                      <a:pt x="47" y="70"/>
                      <a:pt x="47" y="69"/>
                      <a:pt x="47" y="69"/>
                    </a:cubicBezTo>
                    <a:cubicBezTo>
                      <a:pt x="47" y="69"/>
                      <a:pt x="47" y="69"/>
                      <a:pt x="47" y="69"/>
                    </a:cubicBezTo>
                    <a:cubicBezTo>
                      <a:pt x="47" y="69"/>
                      <a:pt x="47" y="69"/>
                      <a:pt x="48" y="69"/>
                    </a:cubicBezTo>
                    <a:cubicBezTo>
                      <a:pt x="48" y="69"/>
                      <a:pt x="48" y="69"/>
                      <a:pt x="48" y="69"/>
                    </a:cubicBezTo>
                    <a:cubicBezTo>
                      <a:pt x="48" y="69"/>
                      <a:pt x="48" y="69"/>
                      <a:pt x="48" y="70"/>
                    </a:cubicBezTo>
                    <a:cubicBezTo>
                      <a:pt x="49" y="70"/>
                      <a:pt x="49" y="70"/>
                      <a:pt x="49" y="70"/>
                    </a:cubicBezTo>
                    <a:cubicBezTo>
                      <a:pt x="49" y="70"/>
                      <a:pt x="49" y="71"/>
                      <a:pt x="49" y="71"/>
                    </a:cubicBezTo>
                    <a:cubicBezTo>
                      <a:pt x="49" y="72"/>
                      <a:pt x="49" y="72"/>
                      <a:pt x="49" y="72"/>
                    </a:cubicBezTo>
                    <a:cubicBezTo>
                      <a:pt x="49" y="73"/>
                      <a:pt x="49" y="73"/>
                      <a:pt x="49" y="73"/>
                    </a:cubicBezTo>
                    <a:cubicBezTo>
                      <a:pt x="49" y="73"/>
                      <a:pt x="48" y="73"/>
                      <a:pt x="48" y="73"/>
                    </a:cubicBezTo>
                    <a:cubicBezTo>
                      <a:pt x="48" y="73"/>
                      <a:pt x="48" y="73"/>
                      <a:pt x="48" y="73"/>
                    </a:cubicBezTo>
                    <a:cubicBezTo>
                      <a:pt x="48" y="73"/>
                      <a:pt x="47" y="72"/>
                      <a:pt x="47" y="72"/>
                    </a:cubicBezTo>
                    <a:close/>
                    <a:moveTo>
                      <a:pt x="55" y="69"/>
                    </a:moveTo>
                    <a:cubicBezTo>
                      <a:pt x="55" y="69"/>
                      <a:pt x="55" y="69"/>
                      <a:pt x="55" y="68"/>
                    </a:cubicBezTo>
                    <a:cubicBezTo>
                      <a:pt x="55" y="68"/>
                      <a:pt x="55" y="67"/>
                      <a:pt x="55" y="67"/>
                    </a:cubicBezTo>
                    <a:cubicBezTo>
                      <a:pt x="55" y="67"/>
                      <a:pt x="55" y="66"/>
                      <a:pt x="55" y="66"/>
                    </a:cubicBezTo>
                    <a:cubicBezTo>
                      <a:pt x="55" y="66"/>
                      <a:pt x="56" y="65"/>
                      <a:pt x="56" y="65"/>
                    </a:cubicBezTo>
                    <a:cubicBezTo>
                      <a:pt x="55" y="65"/>
                      <a:pt x="55" y="65"/>
                      <a:pt x="55" y="65"/>
                    </a:cubicBezTo>
                    <a:cubicBezTo>
                      <a:pt x="55" y="65"/>
                      <a:pt x="55" y="65"/>
                      <a:pt x="55" y="65"/>
                    </a:cubicBezTo>
                    <a:cubicBezTo>
                      <a:pt x="55" y="65"/>
                      <a:pt x="55" y="65"/>
                      <a:pt x="55" y="65"/>
                    </a:cubicBezTo>
                    <a:cubicBezTo>
                      <a:pt x="54" y="65"/>
                      <a:pt x="54" y="65"/>
                      <a:pt x="54" y="65"/>
                    </a:cubicBezTo>
                    <a:cubicBezTo>
                      <a:pt x="54" y="65"/>
                      <a:pt x="54" y="66"/>
                      <a:pt x="53" y="66"/>
                    </a:cubicBezTo>
                    <a:cubicBezTo>
                      <a:pt x="53" y="66"/>
                      <a:pt x="53" y="67"/>
                      <a:pt x="53" y="67"/>
                    </a:cubicBezTo>
                    <a:cubicBezTo>
                      <a:pt x="53" y="67"/>
                      <a:pt x="53" y="67"/>
                      <a:pt x="53" y="67"/>
                    </a:cubicBezTo>
                    <a:cubicBezTo>
                      <a:pt x="53" y="67"/>
                      <a:pt x="52" y="67"/>
                      <a:pt x="52" y="68"/>
                    </a:cubicBezTo>
                    <a:cubicBezTo>
                      <a:pt x="51" y="68"/>
                      <a:pt x="51" y="68"/>
                      <a:pt x="51" y="69"/>
                    </a:cubicBezTo>
                    <a:cubicBezTo>
                      <a:pt x="50" y="69"/>
                      <a:pt x="49" y="69"/>
                      <a:pt x="49" y="69"/>
                    </a:cubicBezTo>
                    <a:cubicBezTo>
                      <a:pt x="49" y="69"/>
                      <a:pt x="49" y="68"/>
                      <a:pt x="48" y="68"/>
                    </a:cubicBezTo>
                    <a:cubicBezTo>
                      <a:pt x="48" y="68"/>
                      <a:pt x="48" y="68"/>
                      <a:pt x="48" y="68"/>
                    </a:cubicBezTo>
                    <a:cubicBezTo>
                      <a:pt x="48" y="68"/>
                      <a:pt x="48" y="67"/>
                      <a:pt x="48" y="67"/>
                    </a:cubicBezTo>
                    <a:cubicBezTo>
                      <a:pt x="49" y="67"/>
                      <a:pt x="49" y="67"/>
                      <a:pt x="49" y="67"/>
                    </a:cubicBezTo>
                    <a:cubicBezTo>
                      <a:pt x="49" y="67"/>
                      <a:pt x="49" y="67"/>
                      <a:pt x="50" y="67"/>
                    </a:cubicBezTo>
                    <a:cubicBezTo>
                      <a:pt x="50" y="67"/>
                      <a:pt x="50" y="67"/>
                      <a:pt x="51" y="67"/>
                    </a:cubicBezTo>
                    <a:cubicBezTo>
                      <a:pt x="51" y="67"/>
                      <a:pt x="51" y="66"/>
                      <a:pt x="51" y="66"/>
                    </a:cubicBezTo>
                    <a:cubicBezTo>
                      <a:pt x="51" y="66"/>
                      <a:pt x="51" y="66"/>
                      <a:pt x="51" y="66"/>
                    </a:cubicBezTo>
                    <a:cubicBezTo>
                      <a:pt x="51" y="66"/>
                      <a:pt x="51" y="66"/>
                      <a:pt x="51" y="65"/>
                    </a:cubicBezTo>
                    <a:cubicBezTo>
                      <a:pt x="50" y="65"/>
                      <a:pt x="50" y="66"/>
                      <a:pt x="50" y="66"/>
                    </a:cubicBezTo>
                    <a:cubicBezTo>
                      <a:pt x="50" y="66"/>
                      <a:pt x="50" y="66"/>
                      <a:pt x="50" y="66"/>
                    </a:cubicBezTo>
                    <a:cubicBezTo>
                      <a:pt x="49" y="66"/>
                      <a:pt x="49" y="66"/>
                      <a:pt x="49" y="65"/>
                    </a:cubicBezTo>
                    <a:cubicBezTo>
                      <a:pt x="49" y="65"/>
                      <a:pt x="48" y="65"/>
                      <a:pt x="48" y="65"/>
                    </a:cubicBezTo>
                    <a:cubicBezTo>
                      <a:pt x="48" y="65"/>
                      <a:pt x="48" y="65"/>
                      <a:pt x="48" y="65"/>
                    </a:cubicBezTo>
                    <a:cubicBezTo>
                      <a:pt x="48" y="65"/>
                      <a:pt x="48" y="65"/>
                      <a:pt x="48" y="65"/>
                    </a:cubicBezTo>
                    <a:cubicBezTo>
                      <a:pt x="48" y="65"/>
                      <a:pt x="48" y="65"/>
                      <a:pt x="48" y="64"/>
                    </a:cubicBezTo>
                    <a:cubicBezTo>
                      <a:pt x="49" y="64"/>
                      <a:pt x="48" y="64"/>
                      <a:pt x="49" y="64"/>
                    </a:cubicBezTo>
                    <a:cubicBezTo>
                      <a:pt x="49" y="64"/>
                      <a:pt x="50" y="64"/>
                      <a:pt x="50" y="64"/>
                    </a:cubicBezTo>
                    <a:cubicBezTo>
                      <a:pt x="50" y="64"/>
                      <a:pt x="50" y="64"/>
                      <a:pt x="50" y="64"/>
                    </a:cubicBezTo>
                    <a:cubicBezTo>
                      <a:pt x="50" y="64"/>
                      <a:pt x="50" y="64"/>
                      <a:pt x="51" y="64"/>
                    </a:cubicBezTo>
                    <a:cubicBezTo>
                      <a:pt x="51" y="64"/>
                      <a:pt x="52" y="64"/>
                      <a:pt x="52" y="63"/>
                    </a:cubicBezTo>
                    <a:cubicBezTo>
                      <a:pt x="52" y="63"/>
                      <a:pt x="52" y="63"/>
                      <a:pt x="52" y="62"/>
                    </a:cubicBezTo>
                    <a:cubicBezTo>
                      <a:pt x="53" y="62"/>
                      <a:pt x="53" y="62"/>
                      <a:pt x="53" y="61"/>
                    </a:cubicBezTo>
                    <a:cubicBezTo>
                      <a:pt x="53" y="61"/>
                      <a:pt x="53" y="61"/>
                      <a:pt x="53" y="61"/>
                    </a:cubicBezTo>
                    <a:cubicBezTo>
                      <a:pt x="53" y="61"/>
                      <a:pt x="53" y="60"/>
                      <a:pt x="53" y="60"/>
                    </a:cubicBezTo>
                    <a:cubicBezTo>
                      <a:pt x="53" y="60"/>
                      <a:pt x="53" y="60"/>
                      <a:pt x="53" y="60"/>
                    </a:cubicBezTo>
                    <a:cubicBezTo>
                      <a:pt x="53" y="59"/>
                      <a:pt x="53" y="59"/>
                      <a:pt x="54" y="59"/>
                    </a:cubicBezTo>
                    <a:cubicBezTo>
                      <a:pt x="54" y="59"/>
                      <a:pt x="54" y="59"/>
                      <a:pt x="54" y="59"/>
                    </a:cubicBezTo>
                    <a:cubicBezTo>
                      <a:pt x="54" y="59"/>
                      <a:pt x="54" y="59"/>
                      <a:pt x="54" y="59"/>
                    </a:cubicBezTo>
                    <a:cubicBezTo>
                      <a:pt x="55" y="60"/>
                      <a:pt x="55" y="60"/>
                      <a:pt x="55" y="60"/>
                    </a:cubicBezTo>
                    <a:cubicBezTo>
                      <a:pt x="55" y="60"/>
                      <a:pt x="55" y="61"/>
                      <a:pt x="55" y="62"/>
                    </a:cubicBezTo>
                    <a:cubicBezTo>
                      <a:pt x="54" y="62"/>
                      <a:pt x="55" y="62"/>
                      <a:pt x="55" y="62"/>
                    </a:cubicBezTo>
                    <a:cubicBezTo>
                      <a:pt x="55" y="61"/>
                      <a:pt x="55" y="61"/>
                      <a:pt x="55" y="61"/>
                    </a:cubicBezTo>
                    <a:cubicBezTo>
                      <a:pt x="55" y="62"/>
                      <a:pt x="56" y="61"/>
                      <a:pt x="56" y="61"/>
                    </a:cubicBezTo>
                    <a:cubicBezTo>
                      <a:pt x="56" y="61"/>
                      <a:pt x="56" y="61"/>
                      <a:pt x="56" y="61"/>
                    </a:cubicBezTo>
                    <a:cubicBezTo>
                      <a:pt x="56" y="61"/>
                      <a:pt x="57" y="60"/>
                      <a:pt x="57" y="61"/>
                    </a:cubicBezTo>
                    <a:cubicBezTo>
                      <a:pt x="57" y="61"/>
                      <a:pt x="57" y="61"/>
                      <a:pt x="57" y="61"/>
                    </a:cubicBezTo>
                    <a:cubicBezTo>
                      <a:pt x="57" y="62"/>
                      <a:pt x="57" y="62"/>
                      <a:pt x="56" y="62"/>
                    </a:cubicBezTo>
                    <a:cubicBezTo>
                      <a:pt x="55" y="63"/>
                      <a:pt x="54" y="63"/>
                      <a:pt x="54" y="63"/>
                    </a:cubicBezTo>
                    <a:cubicBezTo>
                      <a:pt x="53" y="63"/>
                      <a:pt x="53" y="64"/>
                      <a:pt x="53" y="64"/>
                    </a:cubicBezTo>
                    <a:cubicBezTo>
                      <a:pt x="52" y="65"/>
                      <a:pt x="52" y="65"/>
                      <a:pt x="52" y="65"/>
                    </a:cubicBezTo>
                    <a:cubicBezTo>
                      <a:pt x="52" y="65"/>
                      <a:pt x="52" y="66"/>
                      <a:pt x="52" y="66"/>
                    </a:cubicBezTo>
                    <a:cubicBezTo>
                      <a:pt x="53" y="66"/>
                      <a:pt x="53" y="65"/>
                      <a:pt x="54" y="65"/>
                    </a:cubicBezTo>
                    <a:cubicBezTo>
                      <a:pt x="54" y="65"/>
                      <a:pt x="54" y="64"/>
                      <a:pt x="55" y="64"/>
                    </a:cubicBezTo>
                    <a:cubicBezTo>
                      <a:pt x="55" y="64"/>
                      <a:pt x="55" y="64"/>
                      <a:pt x="55" y="64"/>
                    </a:cubicBezTo>
                    <a:cubicBezTo>
                      <a:pt x="56" y="64"/>
                      <a:pt x="56" y="64"/>
                      <a:pt x="56" y="63"/>
                    </a:cubicBezTo>
                    <a:cubicBezTo>
                      <a:pt x="56" y="63"/>
                      <a:pt x="56" y="63"/>
                      <a:pt x="56" y="63"/>
                    </a:cubicBezTo>
                    <a:cubicBezTo>
                      <a:pt x="56" y="63"/>
                      <a:pt x="57" y="63"/>
                      <a:pt x="57" y="64"/>
                    </a:cubicBezTo>
                    <a:cubicBezTo>
                      <a:pt x="57" y="64"/>
                      <a:pt x="57" y="64"/>
                      <a:pt x="57" y="64"/>
                    </a:cubicBezTo>
                    <a:cubicBezTo>
                      <a:pt x="57" y="65"/>
                      <a:pt x="57" y="65"/>
                      <a:pt x="57" y="66"/>
                    </a:cubicBezTo>
                    <a:cubicBezTo>
                      <a:pt x="57" y="66"/>
                      <a:pt x="57" y="67"/>
                      <a:pt x="56" y="67"/>
                    </a:cubicBezTo>
                    <a:cubicBezTo>
                      <a:pt x="56" y="69"/>
                      <a:pt x="56" y="71"/>
                      <a:pt x="55" y="72"/>
                    </a:cubicBezTo>
                    <a:cubicBezTo>
                      <a:pt x="55" y="72"/>
                      <a:pt x="55" y="72"/>
                      <a:pt x="55" y="72"/>
                    </a:cubicBezTo>
                    <a:cubicBezTo>
                      <a:pt x="55" y="72"/>
                      <a:pt x="54" y="72"/>
                      <a:pt x="54" y="72"/>
                    </a:cubicBezTo>
                    <a:cubicBezTo>
                      <a:pt x="54" y="72"/>
                      <a:pt x="54" y="71"/>
                      <a:pt x="54" y="71"/>
                    </a:cubicBezTo>
                    <a:cubicBezTo>
                      <a:pt x="53" y="71"/>
                      <a:pt x="53" y="71"/>
                      <a:pt x="53" y="71"/>
                    </a:cubicBezTo>
                    <a:cubicBezTo>
                      <a:pt x="53" y="71"/>
                      <a:pt x="53" y="71"/>
                      <a:pt x="53" y="71"/>
                    </a:cubicBezTo>
                    <a:cubicBezTo>
                      <a:pt x="53" y="71"/>
                      <a:pt x="53" y="71"/>
                      <a:pt x="52" y="71"/>
                    </a:cubicBezTo>
                    <a:cubicBezTo>
                      <a:pt x="52" y="71"/>
                      <a:pt x="52" y="71"/>
                      <a:pt x="52" y="72"/>
                    </a:cubicBezTo>
                    <a:cubicBezTo>
                      <a:pt x="52" y="72"/>
                      <a:pt x="52" y="72"/>
                      <a:pt x="52" y="72"/>
                    </a:cubicBezTo>
                    <a:cubicBezTo>
                      <a:pt x="52" y="73"/>
                      <a:pt x="52" y="73"/>
                      <a:pt x="52" y="73"/>
                    </a:cubicBezTo>
                    <a:cubicBezTo>
                      <a:pt x="51" y="73"/>
                      <a:pt x="51" y="73"/>
                      <a:pt x="51" y="73"/>
                    </a:cubicBezTo>
                    <a:cubicBezTo>
                      <a:pt x="51" y="73"/>
                      <a:pt x="51" y="73"/>
                      <a:pt x="51" y="73"/>
                    </a:cubicBezTo>
                    <a:cubicBezTo>
                      <a:pt x="51" y="72"/>
                      <a:pt x="51" y="72"/>
                      <a:pt x="51" y="71"/>
                    </a:cubicBezTo>
                    <a:cubicBezTo>
                      <a:pt x="51" y="71"/>
                      <a:pt x="50" y="71"/>
                      <a:pt x="50" y="71"/>
                    </a:cubicBezTo>
                    <a:cubicBezTo>
                      <a:pt x="50" y="71"/>
                      <a:pt x="50" y="71"/>
                      <a:pt x="50" y="71"/>
                    </a:cubicBezTo>
                    <a:cubicBezTo>
                      <a:pt x="50" y="70"/>
                      <a:pt x="50" y="71"/>
                      <a:pt x="51" y="71"/>
                    </a:cubicBezTo>
                    <a:cubicBezTo>
                      <a:pt x="51" y="70"/>
                      <a:pt x="51" y="70"/>
                      <a:pt x="51" y="70"/>
                    </a:cubicBezTo>
                    <a:cubicBezTo>
                      <a:pt x="51" y="70"/>
                      <a:pt x="51" y="70"/>
                      <a:pt x="50" y="70"/>
                    </a:cubicBezTo>
                    <a:cubicBezTo>
                      <a:pt x="50" y="70"/>
                      <a:pt x="50" y="69"/>
                      <a:pt x="50" y="69"/>
                    </a:cubicBezTo>
                    <a:cubicBezTo>
                      <a:pt x="51" y="69"/>
                      <a:pt x="51" y="69"/>
                      <a:pt x="51" y="69"/>
                    </a:cubicBezTo>
                    <a:cubicBezTo>
                      <a:pt x="52" y="69"/>
                      <a:pt x="53" y="69"/>
                      <a:pt x="53" y="69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53" y="69"/>
                      <a:pt x="53" y="69"/>
                      <a:pt x="53" y="70"/>
                    </a:cubicBezTo>
                    <a:cubicBezTo>
                      <a:pt x="53" y="70"/>
                      <a:pt x="53" y="70"/>
                      <a:pt x="53" y="70"/>
                    </a:cubicBezTo>
                    <a:cubicBezTo>
                      <a:pt x="54" y="71"/>
                      <a:pt x="54" y="70"/>
                      <a:pt x="55" y="70"/>
                    </a:cubicBezTo>
                    <a:cubicBezTo>
                      <a:pt x="55" y="70"/>
                      <a:pt x="55" y="70"/>
                      <a:pt x="55" y="69"/>
                    </a:cubicBezTo>
                    <a:close/>
                    <a:moveTo>
                      <a:pt x="84" y="65"/>
                    </a:moveTo>
                    <a:cubicBezTo>
                      <a:pt x="84" y="65"/>
                      <a:pt x="84" y="66"/>
                      <a:pt x="84" y="66"/>
                    </a:cubicBezTo>
                    <a:cubicBezTo>
                      <a:pt x="84" y="66"/>
                      <a:pt x="84" y="66"/>
                      <a:pt x="84" y="66"/>
                    </a:cubicBezTo>
                    <a:cubicBezTo>
                      <a:pt x="85" y="66"/>
                      <a:pt x="85" y="65"/>
                      <a:pt x="85" y="65"/>
                    </a:cubicBezTo>
                    <a:cubicBezTo>
                      <a:pt x="86" y="64"/>
                      <a:pt x="87" y="63"/>
                      <a:pt x="87" y="63"/>
                    </a:cubicBezTo>
                    <a:cubicBezTo>
                      <a:pt x="88" y="63"/>
                      <a:pt x="89" y="62"/>
                      <a:pt x="89" y="63"/>
                    </a:cubicBezTo>
                    <a:cubicBezTo>
                      <a:pt x="90" y="63"/>
                      <a:pt x="89" y="64"/>
                      <a:pt x="88" y="66"/>
                    </a:cubicBezTo>
                    <a:cubicBezTo>
                      <a:pt x="88" y="66"/>
                      <a:pt x="88" y="67"/>
                      <a:pt x="88" y="67"/>
                    </a:cubicBezTo>
                    <a:cubicBezTo>
                      <a:pt x="88" y="68"/>
                      <a:pt x="88" y="68"/>
                      <a:pt x="88" y="69"/>
                    </a:cubicBezTo>
                    <a:cubicBezTo>
                      <a:pt x="88" y="70"/>
                      <a:pt x="88" y="71"/>
                      <a:pt x="87" y="71"/>
                    </a:cubicBezTo>
                    <a:cubicBezTo>
                      <a:pt x="87" y="71"/>
                      <a:pt x="87" y="71"/>
                      <a:pt x="87" y="71"/>
                    </a:cubicBezTo>
                    <a:cubicBezTo>
                      <a:pt x="87" y="70"/>
                      <a:pt x="87" y="70"/>
                      <a:pt x="86" y="70"/>
                    </a:cubicBezTo>
                    <a:cubicBezTo>
                      <a:pt x="86" y="70"/>
                      <a:pt x="86" y="70"/>
                      <a:pt x="85" y="70"/>
                    </a:cubicBezTo>
                    <a:cubicBezTo>
                      <a:pt x="85" y="70"/>
                      <a:pt x="85" y="70"/>
                      <a:pt x="85" y="70"/>
                    </a:cubicBezTo>
                    <a:cubicBezTo>
                      <a:pt x="86" y="70"/>
                      <a:pt x="86" y="69"/>
                      <a:pt x="86" y="68"/>
                    </a:cubicBezTo>
                    <a:cubicBezTo>
                      <a:pt x="86" y="68"/>
                      <a:pt x="85" y="68"/>
                      <a:pt x="85" y="68"/>
                    </a:cubicBezTo>
                    <a:cubicBezTo>
                      <a:pt x="85" y="68"/>
                      <a:pt x="85" y="68"/>
                      <a:pt x="85" y="68"/>
                    </a:cubicBezTo>
                    <a:cubicBezTo>
                      <a:pt x="85" y="68"/>
                      <a:pt x="85" y="68"/>
                      <a:pt x="85" y="68"/>
                    </a:cubicBezTo>
                    <a:cubicBezTo>
                      <a:pt x="85" y="68"/>
                      <a:pt x="86" y="66"/>
                      <a:pt x="86" y="66"/>
                    </a:cubicBezTo>
                    <a:cubicBezTo>
                      <a:pt x="85" y="66"/>
                      <a:pt x="85" y="66"/>
                      <a:pt x="86" y="66"/>
                    </a:cubicBezTo>
                    <a:cubicBezTo>
                      <a:pt x="86" y="66"/>
                      <a:pt x="86" y="65"/>
                      <a:pt x="86" y="65"/>
                    </a:cubicBezTo>
                    <a:cubicBezTo>
                      <a:pt x="86" y="65"/>
                      <a:pt x="86" y="65"/>
                      <a:pt x="86" y="65"/>
                    </a:cubicBezTo>
                    <a:cubicBezTo>
                      <a:pt x="85" y="66"/>
                      <a:pt x="85" y="67"/>
                      <a:pt x="84" y="68"/>
                    </a:cubicBezTo>
                    <a:cubicBezTo>
                      <a:pt x="84" y="68"/>
                      <a:pt x="85" y="69"/>
                      <a:pt x="84" y="69"/>
                    </a:cubicBezTo>
                    <a:cubicBezTo>
                      <a:pt x="84" y="70"/>
                      <a:pt x="84" y="70"/>
                      <a:pt x="84" y="70"/>
                    </a:cubicBezTo>
                    <a:cubicBezTo>
                      <a:pt x="84" y="69"/>
                      <a:pt x="83" y="69"/>
                      <a:pt x="83" y="69"/>
                    </a:cubicBezTo>
                    <a:cubicBezTo>
                      <a:pt x="83" y="68"/>
                      <a:pt x="83" y="67"/>
                      <a:pt x="84" y="66"/>
                    </a:cubicBezTo>
                    <a:cubicBezTo>
                      <a:pt x="84" y="66"/>
                      <a:pt x="84" y="65"/>
                      <a:pt x="84" y="65"/>
                    </a:cubicBezTo>
                    <a:close/>
                    <a:moveTo>
                      <a:pt x="88" y="63"/>
                    </a:moveTo>
                    <a:cubicBezTo>
                      <a:pt x="88" y="63"/>
                      <a:pt x="88" y="63"/>
                      <a:pt x="88" y="63"/>
                    </a:cubicBezTo>
                    <a:cubicBezTo>
                      <a:pt x="88" y="63"/>
                      <a:pt x="88" y="64"/>
                      <a:pt x="88" y="64"/>
                    </a:cubicBezTo>
                    <a:cubicBezTo>
                      <a:pt x="88" y="65"/>
                      <a:pt x="88" y="66"/>
                      <a:pt x="87" y="67"/>
                    </a:cubicBezTo>
                    <a:cubicBezTo>
                      <a:pt x="87" y="66"/>
                      <a:pt x="87" y="66"/>
                      <a:pt x="87" y="66"/>
                    </a:cubicBezTo>
                    <a:cubicBezTo>
                      <a:pt x="87" y="66"/>
                      <a:pt x="87" y="65"/>
                      <a:pt x="86" y="65"/>
                    </a:cubicBezTo>
                    <a:cubicBezTo>
                      <a:pt x="86" y="64"/>
                      <a:pt x="86" y="64"/>
                      <a:pt x="86" y="64"/>
                    </a:cubicBezTo>
                    <a:cubicBezTo>
                      <a:pt x="87" y="64"/>
                      <a:pt x="87" y="64"/>
                      <a:pt x="87" y="63"/>
                    </a:cubicBezTo>
                    <a:cubicBezTo>
                      <a:pt x="88" y="63"/>
                      <a:pt x="88" y="63"/>
                      <a:pt x="88" y="63"/>
                    </a:cubicBezTo>
                    <a:close/>
                    <a:moveTo>
                      <a:pt x="87" y="67"/>
                    </a:moveTo>
                    <a:cubicBezTo>
                      <a:pt x="87" y="67"/>
                      <a:pt x="87" y="69"/>
                      <a:pt x="87" y="69"/>
                    </a:cubicBezTo>
                    <a:cubicBezTo>
                      <a:pt x="87" y="69"/>
                      <a:pt x="87" y="70"/>
                      <a:pt x="87" y="70"/>
                    </a:cubicBezTo>
                    <a:cubicBezTo>
                      <a:pt x="87" y="70"/>
                      <a:pt x="87" y="70"/>
                      <a:pt x="86" y="70"/>
                    </a:cubicBezTo>
                    <a:cubicBezTo>
                      <a:pt x="86" y="69"/>
                      <a:pt x="87" y="68"/>
                      <a:pt x="87" y="68"/>
                    </a:cubicBezTo>
                    <a:cubicBezTo>
                      <a:pt x="87" y="68"/>
                      <a:pt x="87" y="67"/>
                      <a:pt x="87" y="67"/>
                    </a:cubicBezTo>
                    <a:close/>
                    <a:moveTo>
                      <a:pt x="80" y="70"/>
                    </a:moveTo>
                    <a:cubicBezTo>
                      <a:pt x="80" y="70"/>
                      <a:pt x="81" y="70"/>
                      <a:pt x="82" y="71"/>
                    </a:cubicBezTo>
                    <a:cubicBezTo>
                      <a:pt x="82" y="71"/>
                      <a:pt x="83" y="71"/>
                      <a:pt x="83" y="71"/>
                    </a:cubicBezTo>
                    <a:cubicBezTo>
                      <a:pt x="85" y="72"/>
                      <a:pt x="86" y="72"/>
                      <a:pt x="88" y="72"/>
                    </a:cubicBezTo>
                    <a:cubicBezTo>
                      <a:pt x="88" y="73"/>
                      <a:pt x="90" y="72"/>
                      <a:pt x="91" y="72"/>
                    </a:cubicBezTo>
                    <a:cubicBezTo>
                      <a:pt x="91" y="72"/>
                      <a:pt x="91" y="72"/>
                      <a:pt x="91" y="72"/>
                    </a:cubicBezTo>
                    <a:cubicBezTo>
                      <a:pt x="91" y="72"/>
                      <a:pt x="91" y="72"/>
                      <a:pt x="91" y="73"/>
                    </a:cubicBezTo>
                    <a:cubicBezTo>
                      <a:pt x="90" y="73"/>
                      <a:pt x="90" y="73"/>
                      <a:pt x="90" y="73"/>
                    </a:cubicBezTo>
                    <a:cubicBezTo>
                      <a:pt x="89" y="73"/>
                      <a:pt x="89" y="73"/>
                      <a:pt x="89" y="73"/>
                    </a:cubicBezTo>
                    <a:cubicBezTo>
                      <a:pt x="89" y="73"/>
                      <a:pt x="88" y="74"/>
                      <a:pt x="88" y="74"/>
                    </a:cubicBezTo>
                    <a:cubicBezTo>
                      <a:pt x="86" y="74"/>
                      <a:pt x="86" y="74"/>
                      <a:pt x="85" y="73"/>
                    </a:cubicBezTo>
                    <a:cubicBezTo>
                      <a:pt x="84" y="72"/>
                      <a:pt x="83" y="72"/>
                      <a:pt x="82" y="71"/>
                    </a:cubicBezTo>
                    <a:cubicBezTo>
                      <a:pt x="81" y="71"/>
                      <a:pt x="80" y="71"/>
                      <a:pt x="80" y="70"/>
                    </a:cubicBezTo>
                    <a:close/>
                    <a:moveTo>
                      <a:pt x="82" y="69"/>
                    </a:moveTo>
                    <a:cubicBezTo>
                      <a:pt x="82" y="69"/>
                      <a:pt x="82" y="69"/>
                      <a:pt x="82" y="69"/>
                    </a:cubicBezTo>
                    <a:cubicBezTo>
                      <a:pt x="82" y="69"/>
                      <a:pt x="83" y="70"/>
                      <a:pt x="83" y="70"/>
                    </a:cubicBezTo>
                    <a:cubicBezTo>
                      <a:pt x="83" y="70"/>
                      <a:pt x="83" y="70"/>
                      <a:pt x="83" y="71"/>
                    </a:cubicBezTo>
                    <a:cubicBezTo>
                      <a:pt x="82" y="71"/>
                      <a:pt x="82" y="71"/>
                      <a:pt x="82" y="71"/>
                    </a:cubicBezTo>
                    <a:cubicBezTo>
                      <a:pt x="82" y="70"/>
                      <a:pt x="82" y="70"/>
                      <a:pt x="82" y="70"/>
                    </a:cubicBezTo>
                    <a:cubicBezTo>
                      <a:pt x="82" y="70"/>
                      <a:pt x="82" y="69"/>
                      <a:pt x="82" y="69"/>
                    </a:cubicBezTo>
                    <a:close/>
                    <a:moveTo>
                      <a:pt x="81" y="66"/>
                    </a:moveTo>
                    <a:cubicBezTo>
                      <a:pt x="82" y="66"/>
                      <a:pt x="83" y="67"/>
                      <a:pt x="83" y="68"/>
                    </a:cubicBezTo>
                    <a:cubicBezTo>
                      <a:pt x="82" y="68"/>
                      <a:pt x="82" y="68"/>
                      <a:pt x="82" y="68"/>
                    </a:cubicBezTo>
                    <a:cubicBezTo>
                      <a:pt x="82" y="68"/>
                      <a:pt x="82" y="68"/>
                      <a:pt x="81" y="68"/>
                    </a:cubicBezTo>
                    <a:cubicBezTo>
                      <a:pt x="81" y="68"/>
                      <a:pt x="81" y="67"/>
                      <a:pt x="81" y="67"/>
                    </a:cubicBezTo>
                    <a:cubicBezTo>
                      <a:pt x="81" y="67"/>
                      <a:pt x="81" y="66"/>
                      <a:pt x="81" y="66"/>
                    </a:cubicBezTo>
                    <a:close/>
                    <a:moveTo>
                      <a:pt x="86" y="63"/>
                    </a:moveTo>
                    <a:cubicBezTo>
                      <a:pt x="86" y="63"/>
                      <a:pt x="86" y="63"/>
                      <a:pt x="86" y="63"/>
                    </a:cubicBezTo>
                    <a:cubicBezTo>
                      <a:pt x="87" y="62"/>
                      <a:pt x="87" y="62"/>
                      <a:pt x="87" y="61"/>
                    </a:cubicBezTo>
                    <a:cubicBezTo>
                      <a:pt x="87" y="61"/>
                      <a:pt x="87" y="61"/>
                      <a:pt x="87" y="61"/>
                    </a:cubicBezTo>
                    <a:cubicBezTo>
                      <a:pt x="87" y="61"/>
                      <a:pt x="87" y="61"/>
                      <a:pt x="87" y="60"/>
                    </a:cubicBezTo>
                    <a:cubicBezTo>
                      <a:pt x="88" y="60"/>
                      <a:pt x="88" y="60"/>
                      <a:pt x="88" y="59"/>
                    </a:cubicBezTo>
                    <a:cubicBezTo>
                      <a:pt x="88" y="59"/>
                      <a:pt x="88" y="59"/>
                      <a:pt x="88" y="59"/>
                    </a:cubicBezTo>
                    <a:cubicBezTo>
                      <a:pt x="88" y="59"/>
                      <a:pt x="88" y="59"/>
                      <a:pt x="87" y="60"/>
                    </a:cubicBezTo>
                    <a:cubicBezTo>
                      <a:pt x="87" y="60"/>
                      <a:pt x="86" y="61"/>
                      <a:pt x="86" y="61"/>
                    </a:cubicBezTo>
                    <a:cubicBezTo>
                      <a:pt x="85" y="61"/>
                      <a:pt x="85" y="62"/>
                      <a:pt x="85" y="62"/>
                    </a:cubicBezTo>
                    <a:cubicBezTo>
                      <a:pt x="84" y="62"/>
                      <a:pt x="82" y="62"/>
                      <a:pt x="82" y="62"/>
                    </a:cubicBezTo>
                    <a:cubicBezTo>
                      <a:pt x="83" y="62"/>
                      <a:pt x="84" y="61"/>
                      <a:pt x="85" y="60"/>
                    </a:cubicBezTo>
                    <a:cubicBezTo>
                      <a:pt x="85" y="60"/>
                      <a:pt x="86" y="59"/>
                      <a:pt x="87" y="58"/>
                    </a:cubicBezTo>
                    <a:cubicBezTo>
                      <a:pt x="87" y="58"/>
                      <a:pt x="88" y="58"/>
                      <a:pt x="88" y="58"/>
                    </a:cubicBezTo>
                    <a:cubicBezTo>
                      <a:pt x="88" y="58"/>
                      <a:pt x="88" y="58"/>
                      <a:pt x="89" y="58"/>
                    </a:cubicBezTo>
                    <a:cubicBezTo>
                      <a:pt x="89" y="58"/>
                      <a:pt x="89" y="57"/>
                      <a:pt x="89" y="57"/>
                    </a:cubicBezTo>
                    <a:cubicBezTo>
                      <a:pt x="89" y="57"/>
                      <a:pt x="89" y="57"/>
                      <a:pt x="90" y="57"/>
                    </a:cubicBezTo>
                    <a:cubicBezTo>
                      <a:pt x="90" y="57"/>
                      <a:pt x="90" y="57"/>
                      <a:pt x="90" y="57"/>
                    </a:cubicBezTo>
                    <a:cubicBezTo>
                      <a:pt x="90" y="58"/>
                      <a:pt x="90" y="58"/>
                      <a:pt x="90" y="58"/>
                    </a:cubicBezTo>
                    <a:cubicBezTo>
                      <a:pt x="90" y="58"/>
                      <a:pt x="90" y="59"/>
                      <a:pt x="90" y="59"/>
                    </a:cubicBezTo>
                    <a:cubicBezTo>
                      <a:pt x="89" y="59"/>
                      <a:pt x="89" y="59"/>
                      <a:pt x="89" y="59"/>
                    </a:cubicBezTo>
                    <a:cubicBezTo>
                      <a:pt x="89" y="60"/>
                      <a:pt x="89" y="60"/>
                      <a:pt x="88" y="61"/>
                    </a:cubicBezTo>
                    <a:cubicBezTo>
                      <a:pt x="88" y="61"/>
                      <a:pt x="88" y="61"/>
                      <a:pt x="88" y="61"/>
                    </a:cubicBezTo>
                    <a:cubicBezTo>
                      <a:pt x="88" y="61"/>
                      <a:pt x="89" y="61"/>
                      <a:pt x="89" y="61"/>
                    </a:cubicBezTo>
                    <a:cubicBezTo>
                      <a:pt x="89" y="61"/>
                      <a:pt x="89" y="61"/>
                      <a:pt x="89" y="62"/>
                    </a:cubicBezTo>
                    <a:cubicBezTo>
                      <a:pt x="88" y="62"/>
                      <a:pt x="87" y="63"/>
                      <a:pt x="86" y="63"/>
                    </a:cubicBezTo>
                    <a:close/>
                    <a:moveTo>
                      <a:pt x="70" y="65"/>
                    </a:moveTo>
                    <a:cubicBezTo>
                      <a:pt x="70" y="65"/>
                      <a:pt x="70" y="65"/>
                      <a:pt x="70" y="65"/>
                    </a:cubicBezTo>
                    <a:cubicBezTo>
                      <a:pt x="70" y="66"/>
                      <a:pt x="70" y="66"/>
                      <a:pt x="71" y="66"/>
                    </a:cubicBezTo>
                    <a:cubicBezTo>
                      <a:pt x="71" y="66"/>
                      <a:pt x="71" y="66"/>
                      <a:pt x="71" y="67"/>
                    </a:cubicBezTo>
                    <a:cubicBezTo>
                      <a:pt x="71" y="67"/>
                      <a:pt x="71" y="67"/>
                      <a:pt x="71" y="68"/>
                    </a:cubicBezTo>
                    <a:cubicBezTo>
                      <a:pt x="71" y="68"/>
                      <a:pt x="70" y="68"/>
                      <a:pt x="70" y="68"/>
                    </a:cubicBezTo>
                    <a:cubicBezTo>
                      <a:pt x="71" y="69"/>
                      <a:pt x="71" y="69"/>
                      <a:pt x="71" y="69"/>
                    </a:cubicBezTo>
                    <a:cubicBezTo>
                      <a:pt x="71" y="70"/>
                      <a:pt x="72" y="71"/>
                      <a:pt x="73" y="71"/>
                    </a:cubicBezTo>
                    <a:cubicBezTo>
                      <a:pt x="73" y="71"/>
                      <a:pt x="73" y="72"/>
                      <a:pt x="73" y="72"/>
                    </a:cubicBezTo>
                    <a:cubicBezTo>
                      <a:pt x="74" y="72"/>
                      <a:pt x="75" y="72"/>
                      <a:pt x="75" y="73"/>
                    </a:cubicBezTo>
                    <a:cubicBezTo>
                      <a:pt x="75" y="73"/>
                      <a:pt x="75" y="73"/>
                      <a:pt x="75" y="73"/>
                    </a:cubicBezTo>
                    <a:cubicBezTo>
                      <a:pt x="75" y="73"/>
                      <a:pt x="74" y="73"/>
                      <a:pt x="74" y="73"/>
                    </a:cubicBezTo>
                    <a:cubicBezTo>
                      <a:pt x="74" y="73"/>
                      <a:pt x="73" y="73"/>
                      <a:pt x="73" y="73"/>
                    </a:cubicBezTo>
                    <a:cubicBezTo>
                      <a:pt x="73" y="74"/>
                      <a:pt x="72" y="73"/>
                      <a:pt x="72" y="73"/>
                    </a:cubicBezTo>
                    <a:cubicBezTo>
                      <a:pt x="71" y="72"/>
                      <a:pt x="71" y="72"/>
                      <a:pt x="70" y="71"/>
                    </a:cubicBezTo>
                    <a:cubicBezTo>
                      <a:pt x="70" y="71"/>
                      <a:pt x="70" y="70"/>
                      <a:pt x="69" y="69"/>
                    </a:cubicBezTo>
                    <a:cubicBezTo>
                      <a:pt x="69" y="69"/>
                      <a:pt x="69" y="69"/>
                      <a:pt x="69" y="69"/>
                    </a:cubicBezTo>
                    <a:cubicBezTo>
                      <a:pt x="68" y="71"/>
                      <a:pt x="67" y="71"/>
                      <a:pt x="66" y="72"/>
                    </a:cubicBezTo>
                    <a:cubicBezTo>
                      <a:pt x="65" y="73"/>
                      <a:pt x="64" y="73"/>
                      <a:pt x="63" y="73"/>
                    </a:cubicBezTo>
                    <a:cubicBezTo>
                      <a:pt x="63" y="73"/>
                      <a:pt x="63" y="73"/>
                      <a:pt x="63" y="73"/>
                    </a:cubicBezTo>
                    <a:cubicBezTo>
                      <a:pt x="63" y="73"/>
                      <a:pt x="63" y="73"/>
                      <a:pt x="63" y="73"/>
                    </a:cubicBezTo>
                    <a:cubicBezTo>
                      <a:pt x="63" y="73"/>
                      <a:pt x="64" y="73"/>
                      <a:pt x="64" y="73"/>
                    </a:cubicBezTo>
                    <a:cubicBezTo>
                      <a:pt x="64" y="73"/>
                      <a:pt x="65" y="72"/>
                      <a:pt x="65" y="72"/>
                    </a:cubicBezTo>
                    <a:cubicBezTo>
                      <a:pt x="66" y="72"/>
                      <a:pt x="66" y="71"/>
                      <a:pt x="66" y="71"/>
                    </a:cubicBezTo>
                    <a:cubicBezTo>
                      <a:pt x="67" y="70"/>
                      <a:pt x="67" y="70"/>
                      <a:pt x="67" y="70"/>
                    </a:cubicBezTo>
                    <a:cubicBezTo>
                      <a:pt x="68" y="69"/>
                      <a:pt x="68" y="68"/>
                      <a:pt x="68" y="68"/>
                    </a:cubicBezTo>
                    <a:cubicBezTo>
                      <a:pt x="68" y="67"/>
                      <a:pt x="67" y="66"/>
                      <a:pt x="67" y="66"/>
                    </a:cubicBezTo>
                    <a:cubicBezTo>
                      <a:pt x="68" y="66"/>
                      <a:pt x="69" y="67"/>
                      <a:pt x="69" y="67"/>
                    </a:cubicBezTo>
                    <a:cubicBezTo>
                      <a:pt x="69" y="67"/>
                      <a:pt x="69" y="67"/>
                      <a:pt x="69" y="67"/>
                    </a:cubicBezTo>
                    <a:cubicBezTo>
                      <a:pt x="69" y="67"/>
                      <a:pt x="69" y="67"/>
                      <a:pt x="69" y="67"/>
                    </a:cubicBezTo>
                    <a:cubicBezTo>
                      <a:pt x="69" y="67"/>
                      <a:pt x="70" y="66"/>
                      <a:pt x="70" y="65"/>
                    </a:cubicBezTo>
                    <a:close/>
                    <a:moveTo>
                      <a:pt x="71" y="64"/>
                    </a:moveTo>
                    <a:cubicBezTo>
                      <a:pt x="71" y="64"/>
                      <a:pt x="71" y="63"/>
                      <a:pt x="71" y="63"/>
                    </a:cubicBezTo>
                    <a:cubicBezTo>
                      <a:pt x="71" y="63"/>
                      <a:pt x="71" y="63"/>
                      <a:pt x="71" y="63"/>
                    </a:cubicBezTo>
                    <a:cubicBezTo>
                      <a:pt x="71" y="63"/>
                      <a:pt x="71" y="63"/>
                      <a:pt x="71" y="63"/>
                    </a:cubicBezTo>
                    <a:cubicBezTo>
                      <a:pt x="70" y="63"/>
                      <a:pt x="70" y="64"/>
                      <a:pt x="69" y="64"/>
                    </a:cubicBezTo>
                    <a:cubicBezTo>
                      <a:pt x="69" y="65"/>
                      <a:pt x="68" y="65"/>
                      <a:pt x="67" y="65"/>
                    </a:cubicBezTo>
                    <a:cubicBezTo>
                      <a:pt x="67" y="65"/>
                      <a:pt x="66" y="66"/>
                      <a:pt x="66" y="65"/>
                    </a:cubicBezTo>
                    <a:cubicBezTo>
                      <a:pt x="66" y="65"/>
                      <a:pt x="66" y="65"/>
                      <a:pt x="66" y="65"/>
                    </a:cubicBezTo>
                    <a:cubicBezTo>
                      <a:pt x="66" y="64"/>
                      <a:pt x="67" y="64"/>
                      <a:pt x="67" y="64"/>
                    </a:cubicBezTo>
                    <a:cubicBezTo>
                      <a:pt x="67" y="64"/>
                      <a:pt x="68" y="63"/>
                      <a:pt x="68" y="63"/>
                    </a:cubicBezTo>
                    <a:cubicBezTo>
                      <a:pt x="68" y="63"/>
                      <a:pt x="68" y="63"/>
                      <a:pt x="68" y="63"/>
                    </a:cubicBezTo>
                    <a:cubicBezTo>
                      <a:pt x="68" y="63"/>
                      <a:pt x="68" y="63"/>
                      <a:pt x="68" y="63"/>
                    </a:cubicBezTo>
                    <a:cubicBezTo>
                      <a:pt x="69" y="63"/>
                      <a:pt x="69" y="63"/>
                      <a:pt x="69" y="63"/>
                    </a:cubicBezTo>
                    <a:cubicBezTo>
                      <a:pt x="70" y="63"/>
                      <a:pt x="71" y="62"/>
                      <a:pt x="72" y="62"/>
                    </a:cubicBezTo>
                    <a:cubicBezTo>
                      <a:pt x="72" y="62"/>
                      <a:pt x="72" y="63"/>
                      <a:pt x="72" y="63"/>
                    </a:cubicBezTo>
                    <a:cubicBezTo>
                      <a:pt x="72" y="63"/>
                      <a:pt x="72" y="63"/>
                      <a:pt x="73" y="63"/>
                    </a:cubicBezTo>
                    <a:cubicBezTo>
                      <a:pt x="73" y="63"/>
                      <a:pt x="72" y="64"/>
                      <a:pt x="72" y="64"/>
                    </a:cubicBezTo>
                    <a:cubicBezTo>
                      <a:pt x="72" y="64"/>
                      <a:pt x="71" y="64"/>
                      <a:pt x="71" y="64"/>
                    </a:cubicBezTo>
                    <a:close/>
                    <a:moveTo>
                      <a:pt x="69" y="58"/>
                    </a:moveTo>
                    <a:cubicBezTo>
                      <a:pt x="69" y="58"/>
                      <a:pt x="71" y="58"/>
                      <a:pt x="71" y="59"/>
                    </a:cubicBezTo>
                    <a:cubicBezTo>
                      <a:pt x="71" y="59"/>
                      <a:pt x="71" y="59"/>
                      <a:pt x="71" y="60"/>
                    </a:cubicBezTo>
                    <a:cubicBezTo>
                      <a:pt x="71" y="60"/>
                      <a:pt x="72" y="60"/>
                      <a:pt x="73" y="59"/>
                    </a:cubicBezTo>
                    <a:cubicBezTo>
                      <a:pt x="73" y="59"/>
                      <a:pt x="73" y="59"/>
                      <a:pt x="73" y="59"/>
                    </a:cubicBezTo>
                    <a:cubicBezTo>
                      <a:pt x="73" y="59"/>
                      <a:pt x="74" y="59"/>
                      <a:pt x="74" y="59"/>
                    </a:cubicBezTo>
                    <a:cubicBezTo>
                      <a:pt x="74" y="59"/>
                      <a:pt x="74" y="59"/>
                      <a:pt x="74" y="60"/>
                    </a:cubicBezTo>
                    <a:cubicBezTo>
                      <a:pt x="74" y="60"/>
                      <a:pt x="74" y="60"/>
                      <a:pt x="74" y="60"/>
                    </a:cubicBezTo>
                    <a:cubicBezTo>
                      <a:pt x="73" y="60"/>
                      <a:pt x="72" y="61"/>
                      <a:pt x="70" y="61"/>
                    </a:cubicBezTo>
                    <a:cubicBezTo>
                      <a:pt x="70" y="61"/>
                      <a:pt x="70" y="61"/>
                      <a:pt x="70" y="61"/>
                    </a:cubicBezTo>
                    <a:cubicBezTo>
                      <a:pt x="71" y="61"/>
                      <a:pt x="71" y="61"/>
                      <a:pt x="71" y="61"/>
                    </a:cubicBezTo>
                    <a:cubicBezTo>
                      <a:pt x="71" y="61"/>
                      <a:pt x="71" y="61"/>
                      <a:pt x="71" y="61"/>
                    </a:cubicBezTo>
                    <a:cubicBezTo>
                      <a:pt x="71" y="61"/>
                      <a:pt x="71" y="61"/>
                      <a:pt x="71" y="61"/>
                    </a:cubicBezTo>
                    <a:cubicBezTo>
                      <a:pt x="71" y="61"/>
                      <a:pt x="70" y="61"/>
                      <a:pt x="70" y="61"/>
                    </a:cubicBezTo>
                    <a:cubicBezTo>
                      <a:pt x="69" y="61"/>
                      <a:pt x="68" y="62"/>
                      <a:pt x="67" y="62"/>
                    </a:cubicBezTo>
                    <a:cubicBezTo>
                      <a:pt x="67" y="61"/>
                      <a:pt x="67" y="61"/>
                      <a:pt x="67" y="61"/>
                    </a:cubicBezTo>
                    <a:cubicBezTo>
                      <a:pt x="68" y="61"/>
                      <a:pt x="69" y="60"/>
                      <a:pt x="69" y="59"/>
                    </a:cubicBezTo>
                    <a:cubicBezTo>
                      <a:pt x="69" y="59"/>
                      <a:pt x="69" y="58"/>
                      <a:pt x="69" y="58"/>
                    </a:cubicBezTo>
                    <a:close/>
                    <a:moveTo>
                      <a:pt x="104" y="59"/>
                    </a:moveTo>
                    <a:cubicBezTo>
                      <a:pt x="105" y="59"/>
                      <a:pt x="105" y="59"/>
                      <a:pt x="105" y="60"/>
                    </a:cubicBezTo>
                    <a:cubicBezTo>
                      <a:pt x="105" y="60"/>
                      <a:pt x="105" y="60"/>
                      <a:pt x="105" y="60"/>
                    </a:cubicBezTo>
                    <a:cubicBezTo>
                      <a:pt x="105" y="61"/>
                      <a:pt x="105" y="61"/>
                      <a:pt x="105" y="61"/>
                    </a:cubicBezTo>
                    <a:cubicBezTo>
                      <a:pt x="105" y="61"/>
                      <a:pt x="104" y="62"/>
                      <a:pt x="104" y="62"/>
                    </a:cubicBezTo>
                    <a:cubicBezTo>
                      <a:pt x="104" y="63"/>
                      <a:pt x="104" y="63"/>
                      <a:pt x="104" y="63"/>
                    </a:cubicBezTo>
                    <a:cubicBezTo>
                      <a:pt x="104" y="63"/>
                      <a:pt x="104" y="63"/>
                      <a:pt x="105" y="63"/>
                    </a:cubicBezTo>
                    <a:cubicBezTo>
                      <a:pt x="105" y="63"/>
                      <a:pt x="105" y="63"/>
                      <a:pt x="105" y="63"/>
                    </a:cubicBezTo>
                    <a:cubicBezTo>
                      <a:pt x="105" y="63"/>
                      <a:pt x="106" y="63"/>
                      <a:pt x="106" y="63"/>
                    </a:cubicBezTo>
                    <a:cubicBezTo>
                      <a:pt x="106" y="63"/>
                      <a:pt x="106" y="63"/>
                      <a:pt x="106" y="63"/>
                    </a:cubicBezTo>
                    <a:cubicBezTo>
                      <a:pt x="106" y="64"/>
                      <a:pt x="106" y="64"/>
                      <a:pt x="106" y="64"/>
                    </a:cubicBezTo>
                    <a:cubicBezTo>
                      <a:pt x="106" y="64"/>
                      <a:pt x="105" y="64"/>
                      <a:pt x="105" y="65"/>
                    </a:cubicBezTo>
                    <a:cubicBezTo>
                      <a:pt x="104" y="65"/>
                      <a:pt x="104" y="65"/>
                      <a:pt x="103" y="65"/>
                    </a:cubicBezTo>
                    <a:cubicBezTo>
                      <a:pt x="103" y="65"/>
                      <a:pt x="102" y="67"/>
                      <a:pt x="102" y="68"/>
                    </a:cubicBezTo>
                    <a:cubicBezTo>
                      <a:pt x="103" y="68"/>
                      <a:pt x="103" y="69"/>
                      <a:pt x="105" y="70"/>
                    </a:cubicBezTo>
                    <a:cubicBezTo>
                      <a:pt x="105" y="70"/>
                      <a:pt x="106" y="70"/>
                      <a:pt x="107" y="70"/>
                    </a:cubicBezTo>
                    <a:cubicBezTo>
                      <a:pt x="107" y="70"/>
                      <a:pt x="107" y="70"/>
                      <a:pt x="107" y="70"/>
                    </a:cubicBezTo>
                    <a:cubicBezTo>
                      <a:pt x="107" y="70"/>
                      <a:pt x="107" y="70"/>
                      <a:pt x="107" y="70"/>
                    </a:cubicBezTo>
                    <a:cubicBezTo>
                      <a:pt x="107" y="71"/>
                      <a:pt x="106" y="71"/>
                      <a:pt x="106" y="71"/>
                    </a:cubicBezTo>
                    <a:cubicBezTo>
                      <a:pt x="106" y="71"/>
                      <a:pt x="106" y="71"/>
                      <a:pt x="106" y="72"/>
                    </a:cubicBezTo>
                    <a:cubicBezTo>
                      <a:pt x="105" y="72"/>
                      <a:pt x="105" y="72"/>
                      <a:pt x="104" y="72"/>
                    </a:cubicBezTo>
                    <a:cubicBezTo>
                      <a:pt x="104" y="71"/>
                      <a:pt x="103" y="71"/>
                      <a:pt x="103" y="71"/>
                    </a:cubicBezTo>
                    <a:cubicBezTo>
                      <a:pt x="103" y="71"/>
                      <a:pt x="103" y="70"/>
                      <a:pt x="102" y="69"/>
                    </a:cubicBezTo>
                    <a:cubicBezTo>
                      <a:pt x="102" y="69"/>
                      <a:pt x="102" y="69"/>
                      <a:pt x="102" y="69"/>
                    </a:cubicBezTo>
                    <a:cubicBezTo>
                      <a:pt x="102" y="68"/>
                      <a:pt x="101" y="68"/>
                      <a:pt x="101" y="68"/>
                    </a:cubicBezTo>
                    <a:cubicBezTo>
                      <a:pt x="101" y="69"/>
                      <a:pt x="100" y="69"/>
                      <a:pt x="100" y="70"/>
                    </a:cubicBezTo>
                    <a:cubicBezTo>
                      <a:pt x="99" y="71"/>
                      <a:pt x="98" y="71"/>
                      <a:pt x="96" y="72"/>
                    </a:cubicBezTo>
                    <a:cubicBezTo>
                      <a:pt x="96" y="73"/>
                      <a:pt x="95" y="73"/>
                      <a:pt x="93" y="73"/>
                    </a:cubicBezTo>
                    <a:cubicBezTo>
                      <a:pt x="93" y="73"/>
                      <a:pt x="93" y="73"/>
                      <a:pt x="93" y="73"/>
                    </a:cubicBezTo>
                    <a:cubicBezTo>
                      <a:pt x="94" y="73"/>
                      <a:pt x="95" y="72"/>
                      <a:pt x="95" y="72"/>
                    </a:cubicBezTo>
                    <a:cubicBezTo>
                      <a:pt x="97" y="71"/>
                      <a:pt x="98" y="69"/>
                      <a:pt x="99" y="68"/>
                    </a:cubicBezTo>
                    <a:cubicBezTo>
                      <a:pt x="100" y="67"/>
                      <a:pt x="100" y="66"/>
                      <a:pt x="100" y="65"/>
                    </a:cubicBezTo>
                    <a:cubicBezTo>
                      <a:pt x="100" y="65"/>
                      <a:pt x="99" y="64"/>
                      <a:pt x="99" y="64"/>
                    </a:cubicBezTo>
                    <a:cubicBezTo>
                      <a:pt x="99" y="64"/>
                      <a:pt x="99" y="64"/>
                      <a:pt x="99" y="64"/>
                    </a:cubicBezTo>
                    <a:cubicBezTo>
                      <a:pt x="100" y="64"/>
                      <a:pt x="101" y="64"/>
                      <a:pt x="102" y="64"/>
                    </a:cubicBezTo>
                    <a:cubicBezTo>
                      <a:pt x="102" y="63"/>
                      <a:pt x="102" y="63"/>
                      <a:pt x="103" y="62"/>
                    </a:cubicBezTo>
                    <a:cubicBezTo>
                      <a:pt x="103" y="62"/>
                      <a:pt x="103" y="61"/>
                      <a:pt x="103" y="61"/>
                    </a:cubicBezTo>
                    <a:cubicBezTo>
                      <a:pt x="103" y="60"/>
                      <a:pt x="104" y="60"/>
                      <a:pt x="104" y="59"/>
                    </a:cubicBezTo>
                    <a:close/>
                    <a:moveTo>
                      <a:pt x="102" y="94"/>
                    </a:moveTo>
                    <a:cubicBezTo>
                      <a:pt x="102" y="89"/>
                      <a:pt x="102" y="89"/>
                      <a:pt x="102" y="89"/>
                    </a:cubicBezTo>
                    <a:cubicBezTo>
                      <a:pt x="127" y="89"/>
                      <a:pt x="127" y="89"/>
                      <a:pt x="127" y="89"/>
                    </a:cubicBezTo>
                    <a:cubicBezTo>
                      <a:pt x="127" y="94"/>
                      <a:pt x="127" y="94"/>
                      <a:pt x="127" y="94"/>
                    </a:cubicBezTo>
                    <a:cubicBezTo>
                      <a:pt x="102" y="94"/>
                      <a:pt x="102" y="94"/>
                      <a:pt x="102" y="94"/>
                    </a:cubicBezTo>
                    <a:close/>
                    <a:moveTo>
                      <a:pt x="112" y="102"/>
                    </a:moveTo>
                    <a:cubicBezTo>
                      <a:pt x="112" y="98"/>
                      <a:pt x="112" y="98"/>
                      <a:pt x="112" y="98"/>
                    </a:cubicBezTo>
                    <a:cubicBezTo>
                      <a:pt x="118" y="98"/>
                      <a:pt x="118" y="98"/>
                      <a:pt x="118" y="98"/>
                    </a:cubicBezTo>
                    <a:cubicBezTo>
                      <a:pt x="118" y="102"/>
                      <a:pt x="118" y="102"/>
                      <a:pt x="118" y="102"/>
                    </a:cubicBezTo>
                    <a:cubicBezTo>
                      <a:pt x="112" y="102"/>
                      <a:pt x="112" y="102"/>
                      <a:pt x="112" y="102"/>
                    </a:cubicBezTo>
                    <a:close/>
                    <a:moveTo>
                      <a:pt x="113" y="20"/>
                    </a:moveTo>
                    <a:cubicBezTo>
                      <a:pt x="113" y="20"/>
                      <a:pt x="113" y="20"/>
                      <a:pt x="113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1"/>
                    </a:cubicBezTo>
                    <a:cubicBezTo>
                      <a:pt x="112" y="21"/>
                      <a:pt x="112" y="21"/>
                      <a:pt x="112" y="21"/>
                    </a:cubicBezTo>
                    <a:cubicBezTo>
                      <a:pt x="112" y="21"/>
                      <a:pt x="111" y="21"/>
                      <a:pt x="111" y="21"/>
                    </a:cubicBezTo>
                    <a:cubicBezTo>
                      <a:pt x="111" y="21"/>
                      <a:pt x="111" y="21"/>
                      <a:pt x="111" y="21"/>
                    </a:cubicBezTo>
                    <a:cubicBezTo>
                      <a:pt x="111" y="21"/>
                      <a:pt x="111" y="21"/>
                      <a:pt x="111" y="21"/>
                    </a:cubicBezTo>
                    <a:cubicBezTo>
                      <a:pt x="111" y="19"/>
                      <a:pt x="111" y="19"/>
                      <a:pt x="111" y="19"/>
                    </a:cubicBezTo>
                    <a:cubicBezTo>
                      <a:pt x="111" y="19"/>
                      <a:pt x="111" y="19"/>
                      <a:pt x="111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lose/>
                    <a:moveTo>
                      <a:pt x="113" y="18"/>
                    </a:move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9"/>
                      <a:pt x="113" y="19"/>
                    </a:cubicBezTo>
                    <a:cubicBezTo>
                      <a:pt x="113" y="19"/>
                      <a:pt x="113" y="19"/>
                      <a:pt x="113" y="19"/>
                    </a:cubicBezTo>
                    <a:cubicBezTo>
                      <a:pt x="113" y="19"/>
                      <a:pt x="113" y="19"/>
                      <a:pt x="113" y="19"/>
                    </a:cubicBezTo>
                    <a:cubicBezTo>
                      <a:pt x="113" y="19"/>
                      <a:pt x="113" y="19"/>
                      <a:pt x="113" y="19"/>
                    </a:cubicBezTo>
                    <a:cubicBezTo>
                      <a:pt x="113" y="19"/>
                      <a:pt x="113" y="19"/>
                      <a:pt x="113" y="19"/>
                    </a:cubicBezTo>
                    <a:cubicBezTo>
                      <a:pt x="113" y="19"/>
                      <a:pt x="113" y="19"/>
                      <a:pt x="113" y="19"/>
                    </a:cubicBezTo>
                    <a:cubicBezTo>
                      <a:pt x="113" y="19"/>
                      <a:pt x="113" y="19"/>
                      <a:pt x="113" y="19"/>
                    </a:cubicBezTo>
                    <a:cubicBezTo>
                      <a:pt x="113" y="19"/>
                      <a:pt x="113" y="19"/>
                      <a:pt x="113" y="19"/>
                    </a:cubicBezTo>
                    <a:cubicBezTo>
                      <a:pt x="113" y="19"/>
                      <a:pt x="113" y="19"/>
                      <a:pt x="113" y="19"/>
                    </a:cubicBezTo>
                    <a:cubicBezTo>
                      <a:pt x="113" y="19"/>
                      <a:pt x="113" y="19"/>
                      <a:pt x="113" y="19"/>
                    </a:cubicBezTo>
                    <a:cubicBezTo>
                      <a:pt x="113" y="19"/>
                      <a:pt x="112" y="19"/>
                      <a:pt x="112" y="19"/>
                    </a:cubicBezTo>
                    <a:cubicBezTo>
                      <a:pt x="112" y="18"/>
                      <a:pt x="112" y="18"/>
                      <a:pt x="111" y="18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7"/>
                      <a:pt x="111" y="17"/>
                      <a:pt x="111" y="17"/>
                    </a:cubicBezTo>
                    <a:cubicBezTo>
                      <a:pt x="111" y="17"/>
                      <a:pt x="112" y="17"/>
                      <a:pt x="112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lose/>
                    <a:moveTo>
                      <a:pt x="92" y="11"/>
                    </a:moveTo>
                    <a:cubicBezTo>
                      <a:pt x="92" y="11"/>
                      <a:pt x="92" y="11"/>
                      <a:pt x="92" y="11"/>
                    </a:cubicBezTo>
                    <a:cubicBezTo>
                      <a:pt x="92" y="11"/>
                      <a:pt x="92" y="11"/>
                      <a:pt x="92" y="11"/>
                    </a:cubicBezTo>
                    <a:cubicBezTo>
                      <a:pt x="92" y="11"/>
                      <a:pt x="92" y="11"/>
                      <a:pt x="92" y="11"/>
                    </a:cubicBezTo>
                    <a:close/>
                    <a:moveTo>
                      <a:pt x="88" y="29"/>
                    </a:move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7" y="29"/>
                      <a:pt x="87" y="29"/>
                      <a:pt x="87" y="29"/>
                    </a:cubicBezTo>
                    <a:cubicBezTo>
                      <a:pt x="87" y="28"/>
                      <a:pt x="87" y="28"/>
                      <a:pt x="87" y="28"/>
                    </a:cubicBezTo>
                    <a:cubicBezTo>
                      <a:pt x="87" y="28"/>
                      <a:pt x="87" y="28"/>
                      <a:pt x="87" y="28"/>
                    </a:cubicBezTo>
                    <a:cubicBezTo>
                      <a:pt x="87" y="28"/>
                      <a:pt x="87" y="27"/>
                      <a:pt x="87" y="27"/>
                    </a:cubicBezTo>
                    <a:cubicBezTo>
                      <a:pt x="87" y="27"/>
                      <a:pt x="87" y="26"/>
                      <a:pt x="87" y="26"/>
                    </a:cubicBezTo>
                    <a:cubicBezTo>
                      <a:pt x="87" y="26"/>
                      <a:pt x="87" y="26"/>
                      <a:pt x="87" y="26"/>
                    </a:cubicBezTo>
                    <a:cubicBezTo>
                      <a:pt x="87" y="26"/>
                      <a:pt x="87" y="25"/>
                      <a:pt x="86" y="25"/>
                    </a:cubicBezTo>
                    <a:cubicBezTo>
                      <a:pt x="86" y="25"/>
                      <a:pt x="86" y="24"/>
                      <a:pt x="86" y="24"/>
                    </a:cubicBezTo>
                    <a:cubicBezTo>
                      <a:pt x="86" y="23"/>
                      <a:pt x="86" y="23"/>
                      <a:pt x="86" y="22"/>
                    </a:cubicBezTo>
                    <a:cubicBezTo>
                      <a:pt x="86" y="22"/>
                      <a:pt x="86" y="21"/>
                      <a:pt x="86" y="21"/>
                    </a:cubicBezTo>
                    <a:cubicBezTo>
                      <a:pt x="86" y="18"/>
                      <a:pt x="86" y="18"/>
                      <a:pt x="86" y="18"/>
                    </a:cubicBezTo>
                    <a:cubicBezTo>
                      <a:pt x="86" y="17"/>
                      <a:pt x="86" y="17"/>
                      <a:pt x="86" y="17"/>
                    </a:cubicBezTo>
                    <a:cubicBezTo>
                      <a:pt x="86" y="16"/>
                      <a:pt x="86" y="16"/>
                      <a:pt x="86" y="16"/>
                    </a:cubicBezTo>
                    <a:cubicBezTo>
                      <a:pt x="86" y="16"/>
                      <a:pt x="86" y="16"/>
                      <a:pt x="86" y="16"/>
                    </a:cubicBezTo>
                    <a:cubicBezTo>
                      <a:pt x="86" y="15"/>
                      <a:pt x="86" y="15"/>
                      <a:pt x="86" y="15"/>
                    </a:cubicBezTo>
                    <a:cubicBezTo>
                      <a:pt x="86" y="14"/>
                      <a:pt x="86" y="14"/>
                      <a:pt x="86" y="14"/>
                    </a:cubicBezTo>
                    <a:cubicBezTo>
                      <a:pt x="86" y="14"/>
                      <a:pt x="86" y="14"/>
                      <a:pt x="86" y="14"/>
                    </a:cubicBezTo>
                    <a:cubicBezTo>
                      <a:pt x="86" y="14"/>
                      <a:pt x="86" y="14"/>
                      <a:pt x="86" y="14"/>
                    </a:cubicBezTo>
                    <a:cubicBezTo>
                      <a:pt x="86" y="14"/>
                      <a:pt x="86" y="14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8" y="13"/>
                    </a:cubicBezTo>
                    <a:cubicBezTo>
                      <a:pt x="88" y="13"/>
                      <a:pt x="88" y="13"/>
                      <a:pt x="88" y="13"/>
                    </a:cubicBezTo>
                    <a:cubicBezTo>
                      <a:pt x="88" y="13"/>
                      <a:pt x="88" y="13"/>
                      <a:pt x="88" y="13"/>
                    </a:cubicBezTo>
                    <a:cubicBezTo>
                      <a:pt x="88" y="13"/>
                      <a:pt x="88" y="13"/>
                      <a:pt x="88" y="13"/>
                    </a:cubicBezTo>
                    <a:cubicBezTo>
                      <a:pt x="88" y="13"/>
                      <a:pt x="88" y="13"/>
                      <a:pt x="88" y="13"/>
                    </a:cubicBezTo>
                    <a:cubicBezTo>
                      <a:pt x="88" y="13"/>
                      <a:pt x="88" y="14"/>
                      <a:pt x="88" y="14"/>
                    </a:cubicBezTo>
                    <a:cubicBezTo>
                      <a:pt x="88" y="14"/>
                      <a:pt x="88" y="14"/>
                      <a:pt x="88" y="14"/>
                    </a:cubicBezTo>
                    <a:cubicBezTo>
                      <a:pt x="88" y="14"/>
                      <a:pt x="88" y="14"/>
                      <a:pt x="88" y="14"/>
                    </a:cubicBezTo>
                    <a:cubicBezTo>
                      <a:pt x="88" y="14"/>
                      <a:pt x="88" y="14"/>
                      <a:pt x="88" y="14"/>
                    </a:cubicBezTo>
                    <a:cubicBezTo>
                      <a:pt x="88" y="14"/>
                      <a:pt x="88" y="15"/>
                      <a:pt x="88" y="16"/>
                    </a:cubicBezTo>
                    <a:cubicBezTo>
                      <a:pt x="88" y="16"/>
                      <a:pt x="88" y="17"/>
                      <a:pt x="88" y="18"/>
                    </a:cubicBezTo>
                    <a:cubicBezTo>
                      <a:pt x="88" y="18"/>
                      <a:pt x="88" y="18"/>
                      <a:pt x="88" y="18"/>
                    </a:cubicBezTo>
                    <a:cubicBezTo>
                      <a:pt x="88" y="20"/>
                      <a:pt x="88" y="20"/>
                      <a:pt x="88" y="20"/>
                    </a:cubicBezTo>
                    <a:cubicBezTo>
                      <a:pt x="88" y="21"/>
                      <a:pt x="88" y="21"/>
                      <a:pt x="88" y="22"/>
                    </a:cubicBezTo>
                    <a:cubicBezTo>
                      <a:pt x="88" y="23"/>
                      <a:pt x="88" y="23"/>
                      <a:pt x="88" y="24"/>
                    </a:cubicBezTo>
                    <a:cubicBezTo>
                      <a:pt x="88" y="24"/>
                      <a:pt x="88" y="24"/>
                      <a:pt x="88" y="25"/>
                    </a:cubicBezTo>
                    <a:cubicBezTo>
                      <a:pt x="88" y="25"/>
                      <a:pt x="88" y="26"/>
                      <a:pt x="88" y="26"/>
                    </a:cubicBezTo>
                    <a:cubicBezTo>
                      <a:pt x="88" y="26"/>
                      <a:pt x="88" y="26"/>
                      <a:pt x="88" y="26"/>
                    </a:cubicBezTo>
                    <a:cubicBezTo>
                      <a:pt x="88" y="26"/>
                      <a:pt x="88" y="27"/>
                      <a:pt x="88" y="27"/>
                    </a:cubicBezTo>
                    <a:cubicBezTo>
                      <a:pt x="88" y="27"/>
                      <a:pt x="88" y="27"/>
                      <a:pt x="88" y="27"/>
                    </a:cubicBezTo>
                    <a:cubicBezTo>
                      <a:pt x="88" y="27"/>
                      <a:pt x="88" y="27"/>
                      <a:pt x="88" y="27"/>
                    </a:cubicBezTo>
                    <a:cubicBezTo>
                      <a:pt x="89" y="28"/>
                      <a:pt x="89" y="28"/>
                      <a:pt x="89" y="28"/>
                    </a:cubicBezTo>
                    <a:cubicBezTo>
                      <a:pt x="89" y="27"/>
                      <a:pt x="90" y="27"/>
                      <a:pt x="90" y="26"/>
                    </a:cubicBezTo>
                    <a:cubicBezTo>
                      <a:pt x="90" y="26"/>
                      <a:pt x="90" y="25"/>
                      <a:pt x="91" y="25"/>
                    </a:cubicBezTo>
                    <a:cubicBezTo>
                      <a:pt x="91" y="25"/>
                      <a:pt x="91" y="25"/>
                      <a:pt x="91" y="25"/>
                    </a:cubicBezTo>
                    <a:cubicBezTo>
                      <a:pt x="91" y="25"/>
                      <a:pt x="91" y="25"/>
                      <a:pt x="91" y="25"/>
                    </a:cubicBezTo>
                    <a:cubicBezTo>
                      <a:pt x="91" y="25"/>
                      <a:pt x="91" y="25"/>
                      <a:pt x="91" y="25"/>
                    </a:cubicBezTo>
                    <a:cubicBezTo>
                      <a:pt x="91" y="24"/>
                      <a:pt x="91" y="24"/>
                      <a:pt x="91" y="24"/>
                    </a:cubicBezTo>
                    <a:cubicBezTo>
                      <a:pt x="91" y="24"/>
                      <a:pt x="91" y="24"/>
                      <a:pt x="91" y="24"/>
                    </a:cubicBezTo>
                    <a:cubicBezTo>
                      <a:pt x="91" y="24"/>
                      <a:pt x="91" y="24"/>
                      <a:pt x="91" y="24"/>
                    </a:cubicBezTo>
                    <a:cubicBezTo>
                      <a:pt x="91" y="23"/>
                      <a:pt x="91" y="23"/>
                      <a:pt x="91" y="23"/>
                    </a:cubicBezTo>
                    <a:cubicBezTo>
                      <a:pt x="91" y="23"/>
                      <a:pt x="91" y="23"/>
                      <a:pt x="91" y="23"/>
                    </a:cubicBezTo>
                    <a:cubicBezTo>
                      <a:pt x="91" y="23"/>
                      <a:pt x="91" y="23"/>
                      <a:pt x="91" y="23"/>
                    </a:cubicBezTo>
                    <a:cubicBezTo>
                      <a:pt x="91" y="22"/>
                      <a:pt x="91" y="22"/>
                      <a:pt x="91" y="22"/>
                    </a:cubicBezTo>
                    <a:cubicBezTo>
                      <a:pt x="91" y="19"/>
                      <a:pt x="91" y="19"/>
                      <a:pt x="91" y="19"/>
                    </a:cubicBezTo>
                    <a:cubicBezTo>
                      <a:pt x="91" y="19"/>
                      <a:pt x="91" y="19"/>
                      <a:pt x="91" y="19"/>
                    </a:cubicBezTo>
                    <a:cubicBezTo>
                      <a:pt x="91" y="15"/>
                      <a:pt x="91" y="15"/>
                      <a:pt x="91" y="15"/>
                    </a:cubicBezTo>
                    <a:cubicBezTo>
                      <a:pt x="91" y="14"/>
                      <a:pt x="91" y="14"/>
                      <a:pt x="91" y="13"/>
                    </a:cubicBezTo>
                    <a:cubicBezTo>
                      <a:pt x="91" y="13"/>
                      <a:pt x="91" y="13"/>
                      <a:pt x="91" y="12"/>
                    </a:cubicBezTo>
                    <a:cubicBezTo>
                      <a:pt x="91" y="12"/>
                      <a:pt x="91" y="12"/>
                      <a:pt x="91" y="12"/>
                    </a:cubicBezTo>
                    <a:cubicBezTo>
                      <a:pt x="91" y="12"/>
                      <a:pt x="91" y="12"/>
                      <a:pt x="91" y="12"/>
                    </a:cubicBezTo>
                    <a:cubicBezTo>
                      <a:pt x="91" y="12"/>
                      <a:pt x="91" y="12"/>
                      <a:pt x="91" y="12"/>
                    </a:cubicBezTo>
                    <a:cubicBezTo>
                      <a:pt x="91" y="12"/>
                      <a:pt x="91" y="12"/>
                      <a:pt x="91" y="12"/>
                    </a:cubicBezTo>
                    <a:cubicBezTo>
                      <a:pt x="91" y="12"/>
                      <a:pt x="91" y="11"/>
                      <a:pt x="91" y="11"/>
                    </a:cubicBezTo>
                    <a:cubicBezTo>
                      <a:pt x="92" y="11"/>
                      <a:pt x="92" y="11"/>
                      <a:pt x="92" y="11"/>
                    </a:cubicBezTo>
                    <a:cubicBezTo>
                      <a:pt x="92" y="11"/>
                      <a:pt x="92" y="11"/>
                      <a:pt x="92" y="11"/>
                    </a:cubicBezTo>
                    <a:cubicBezTo>
                      <a:pt x="92" y="11"/>
                      <a:pt x="92" y="11"/>
                      <a:pt x="92" y="11"/>
                    </a:cubicBezTo>
                    <a:cubicBezTo>
                      <a:pt x="92" y="11"/>
                      <a:pt x="92" y="11"/>
                      <a:pt x="92" y="11"/>
                    </a:cubicBezTo>
                    <a:cubicBezTo>
                      <a:pt x="92" y="11"/>
                      <a:pt x="92" y="11"/>
                      <a:pt x="92" y="11"/>
                    </a:cubicBezTo>
                    <a:cubicBezTo>
                      <a:pt x="92" y="11"/>
                      <a:pt x="92" y="11"/>
                      <a:pt x="92" y="11"/>
                    </a:cubicBezTo>
                    <a:cubicBezTo>
                      <a:pt x="92" y="11"/>
                      <a:pt x="93" y="11"/>
                      <a:pt x="93" y="11"/>
                    </a:cubicBezTo>
                    <a:cubicBezTo>
                      <a:pt x="93" y="11"/>
                      <a:pt x="93" y="11"/>
                      <a:pt x="93" y="11"/>
                    </a:cubicBezTo>
                    <a:cubicBezTo>
                      <a:pt x="93" y="11"/>
                      <a:pt x="93" y="12"/>
                      <a:pt x="93" y="12"/>
                    </a:cubicBezTo>
                    <a:cubicBezTo>
                      <a:pt x="93" y="12"/>
                      <a:pt x="93" y="12"/>
                      <a:pt x="93" y="12"/>
                    </a:cubicBezTo>
                    <a:cubicBezTo>
                      <a:pt x="93" y="12"/>
                      <a:pt x="93" y="13"/>
                      <a:pt x="93" y="13"/>
                    </a:cubicBezTo>
                    <a:cubicBezTo>
                      <a:pt x="93" y="13"/>
                      <a:pt x="93" y="13"/>
                      <a:pt x="93" y="14"/>
                    </a:cubicBezTo>
                    <a:cubicBezTo>
                      <a:pt x="93" y="14"/>
                      <a:pt x="93" y="14"/>
                      <a:pt x="93" y="14"/>
                    </a:cubicBezTo>
                    <a:cubicBezTo>
                      <a:pt x="93" y="18"/>
                      <a:pt x="93" y="18"/>
                      <a:pt x="93" y="18"/>
                    </a:cubicBezTo>
                    <a:cubicBezTo>
                      <a:pt x="93" y="20"/>
                      <a:pt x="93" y="20"/>
                      <a:pt x="93" y="20"/>
                    </a:cubicBezTo>
                    <a:cubicBezTo>
                      <a:pt x="93" y="20"/>
                      <a:pt x="93" y="20"/>
                      <a:pt x="93" y="20"/>
                    </a:cubicBezTo>
                    <a:cubicBezTo>
                      <a:pt x="93" y="21"/>
                      <a:pt x="93" y="21"/>
                      <a:pt x="93" y="21"/>
                    </a:cubicBezTo>
                    <a:cubicBezTo>
                      <a:pt x="93" y="22"/>
                      <a:pt x="93" y="22"/>
                      <a:pt x="93" y="22"/>
                    </a:cubicBezTo>
                    <a:cubicBezTo>
                      <a:pt x="93" y="23"/>
                      <a:pt x="93" y="23"/>
                      <a:pt x="93" y="23"/>
                    </a:cubicBezTo>
                    <a:cubicBezTo>
                      <a:pt x="93" y="23"/>
                      <a:pt x="93" y="23"/>
                      <a:pt x="93" y="23"/>
                    </a:cubicBezTo>
                    <a:cubicBezTo>
                      <a:pt x="93" y="23"/>
                      <a:pt x="93" y="23"/>
                      <a:pt x="93" y="23"/>
                    </a:cubicBezTo>
                    <a:cubicBezTo>
                      <a:pt x="93" y="23"/>
                      <a:pt x="93" y="24"/>
                      <a:pt x="93" y="24"/>
                    </a:cubicBezTo>
                    <a:cubicBezTo>
                      <a:pt x="93" y="24"/>
                      <a:pt x="93" y="24"/>
                      <a:pt x="93" y="24"/>
                    </a:cubicBezTo>
                    <a:cubicBezTo>
                      <a:pt x="93" y="24"/>
                      <a:pt x="93" y="24"/>
                      <a:pt x="93" y="24"/>
                    </a:cubicBezTo>
                    <a:cubicBezTo>
                      <a:pt x="93" y="25"/>
                      <a:pt x="94" y="25"/>
                      <a:pt x="94" y="25"/>
                    </a:cubicBezTo>
                    <a:cubicBezTo>
                      <a:pt x="94" y="25"/>
                      <a:pt x="94" y="26"/>
                      <a:pt x="94" y="26"/>
                    </a:cubicBezTo>
                    <a:cubicBezTo>
                      <a:pt x="94" y="26"/>
                      <a:pt x="94" y="26"/>
                      <a:pt x="95" y="27"/>
                    </a:cubicBezTo>
                    <a:cubicBezTo>
                      <a:pt x="95" y="27"/>
                      <a:pt x="95" y="27"/>
                      <a:pt x="95" y="28"/>
                    </a:cubicBezTo>
                    <a:cubicBezTo>
                      <a:pt x="96" y="28"/>
                      <a:pt x="96" y="28"/>
                      <a:pt x="96" y="28"/>
                    </a:cubicBezTo>
                    <a:cubicBezTo>
                      <a:pt x="96" y="28"/>
                      <a:pt x="96" y="28"/>
                      <a:pt x="96" y="28"/>
                    </a:cubicBezTo>
                    <a:cubicBezTo>
                      <a:pt x="96" y="28"/>
                      <a:pt x="96" y="28"/>
                      <a:pt x="96" y="27"/>
                    </a:cubicBezTo>
                    <a:cubicBezTo>
                      <a:pt x="96" y="27"/>
                      <a:pt x="96" y="27"/>
                      <a:pt x="96" y="27"/>
                    </a:cubicBezTo>
                    <a:cubicBezTo>
                      <a:pt x="96" y="27"/>
                      <a:pt x="96" y="27"/>
                      <a:pt x="96" y="26"/>
                    </a:cubicBezTo>
                    <a:cubicBezTo>
                      <a:pt x="96" y="26"/>
                      <a:pt x="96" y="26"/>
                      <a:pt x="96" y="26"/>
                    </a:cubicBezTo>
                    <a:cubicBezTo>
                      <a:pt x="96" y="26"/>
                      <a:pt x="96" y="26"/>
                      <a:pt x="96" y="25"/>
                    </a:cubicBezTo>
                    <a:cubicBezTo>
                      <a:pt x="96" y="25"/>
                      <a:pt x="96" y="24"/>
                      <a:pt x="96" y="24"/>
                    </a:cubicBezTo>
                    <a:cubicBezTo>
                      <a:pt x="96" y="24"/>
                      <a:pt x="96" y="24"/>
                      <a:pt x="96" y="24"/>
                    </a:cubicBezTo>
                    <a:cubicBezTo>
                      <a:pt x="96" y="18"/>
                      <a:pt x="96" y="18"/>
                      <a:pt x="96" y="18"/>
                    </a:cubicBezTo>
                    <a:cubicBezTo>
                      <a:pt x="96" y="17"/>
                      <a:pt x="96" y="17"/>
                      <a:pt x="96" y="17"/>
                    </a:cubicBezTo>
                    <a:cubicBezTo>
                      <a:pt x="96" y="17"/>
                      <a:pt x="96" y="16"/>
                      <a:pt x="96" y="16"/>
                    </a:cubicBezTo>
                    <a:cubicBezTo>
                      <a:pt x="96" y="14"/>
                      <a:pt x="96" y="14"/>
                      <a:pt x="96" y="14"/>
                    </a:cubicBezTo>
                    <a:cubicBezTo>
                      <a:pt x="96" y="14"/>
                      <a:pt x="96" y="14"/>
                      <a:pt x="96" y="14"/>
                    </a:cubicBezTo>
                    <a:cubicBezTo>
                      <a:pt x="96" y="14"/>
                      <a:pt x="96" y="14"/>
                      <a:pt x="96" y="14"/>
                    </a:cubicBezTo>
                    <a:cubicBezTo>
                      <a:pt x="96" y="14"/>
                      <a:pt x="96" y="13"/>
                      <a:pt x="96" y="13"/>
                    </a:cubicBezTo>
                    <a:cubicBezTo>
                      <a:pt x="96" y="13"/>
                      <a:pt x="96" y="13"/>
                      <a:pt x="96" y="13"/>
                    </a:cubicBezTo>
                    <a:cubicBezTo>
                      <a:pt x="96" y="13"/>
                      <a:pt x="96" y="13"/>
                      <a:pt x="96" y="12"/>
                    </a:cubicBezTo>
                    <a:cubicBezTo>
                      <a:pt x="96" y="12"/>
                      <a:pt x="96" y="12"/>
                      <a:pt x="96" y="12"/>
                    </a:cubicBezTo>
                    <a:cubicBezTo>
                      <a:pt x="96" y="12"/>
                      <a:pt x="97" y="12"/>
                      <a:pt x="97" y="12"/>
                    </a:cubicBezTo>
                    <a:cubicBezTo>
                      <a:pt x="97" y="12"/>
                      <a:pt x="97" y="12"/>
                      <a:pt x="97" y="12"/>
                    </a:cubicBezTo>
                    <a:cubicBezTo>
                      <a:pt x="97" y="12"/>
                      <a:pt x="97" y="12"/>
                      <a:pt x="97" y="12"/>
                    </a:cubicBezTo>
                    <a:cubicBezTo>
                      <a:pt x="97" y="12"/>
                      <a:pt x="97" y="12"/>
                      <a:pt x="97" y="12"/>
                    </a:cubicBezTo>
                    <a:cubicBezTo>
                      <a:pt x="97" y="12"/>
                      <a:pt x="97" y="12"/>
                      <a:pt x="97" y="12"/>
                    </a:cubicBezTo>
                    <a:cubicBezTo>
                      <a:pt x="97" y="12"/>
                      <a:pt x="97" y="12"/>
                      <a:pt x="97" y="12"/>
                    </a:cubicBezTo>
                    <a:cubicBezTo>
                      <a:pt x="97" y="13"/>
                      <a:pt x="97" y="13"/>
                      <a:pt x="97" y="13"/>
                    </a:cubicBezTo>
                    <a:cubicBezTo>
                      <a:pt x="97" y="13"/>
                      <a:pt x="97" y="13"/>
                      <a:pt x="97" y="13"/>
                    </a:cubicBezTo>
                    <a:cubicBezTo>
                      <a:pt x="97" y="14"/>
                      <a:pt x="97" y="14"/>
                      <a:pt x="97" y="14"/>
                    </a:cubicBezTo>
                    <a:cubicBezTo>
                      <a:pt x="97" y="14"/>
                      <a:pt x="97" y="14"/>
                      <a:pt x="97" y="14"/>
                    </a:cubicBezTo>
                    <a:cubicBezTo>
                      <a:pt x="97" y="15"/>
                      <a:pt x="97" y="15"/>
                      <a:pt x="97" y="15"/>
                    </a:cubicBezTo>
                    <a:cubicBezTo>
                      <a:pt x="97" y="17"/>
                      <a:pt x="97" y="17"/>
                      <a:pt x="97" y="17"/>
                    </a:cubicBezTo>
                    <a:cubicBezTo>
                      <a:pt x="97" y="17"/>
                      <a:pt x="97" y="17"/>
                      <a:pt x="97" y="17"/>
                    </a:cubicBezTo>
                    <a:cubicBezTo>
                      <a:pt x="97" y="17"/>
                      <a:pt x="97" y="17"/>
                      <a:pt x="97" y="18"/>
                    </a:cubicBezTo>
                    <a:cubicBezTo>
                      <a:pt x="97" y="19"/>
                      <a:pt x="97" y="19"/>
                      <a:pt x="97" y="20"/>
                    </a:cubicBezTo>
                    <a:cubicBezTo>
                      <a:pt x="97" y="20"/>
                      <a:pt x="97" y="20"/>
                      <a:pt x="97" y="20"/>
                    </a:cubicBezTo>
                    <a:cubicBezTo>
                      <a:pt x="97" y="20"/>
                      <a:pt x="97" y="20"/>
                      <a:pt x="97" y="20"/>
                    </a:cubicBezTo>
                    <a:cubicBezTo>
                      <a:pt x="97" y="20"/>
                      <a:pt x="97" y="20"/>
                      <a:pt x="97" y="20"/>
                    </a:cubicBezTo>
                    <a:cubicBezTo>
                      <a:pt x="97" y="22"/>
                      <a:pt x="97" y="23"/>
                      <a:pt x="97" y="24"/>
                    </a:cubicBezTo>
                    <a:cubicBezTo>
                      <a:pt x="97" y="24"/>
                      <a:pt x="97" y="24"/>
                      <a:pt x="97" y="24"/>
                    </a:cubicBezTo>
                    <a:cubicBezTo>
                      <a:pt x="97" y="24"/>
                      <a:pt x="97" y="24"/>
                      <a:pt x="97" y="25"/>
                    </a:cubicBezTo>
                    <a:cubicBezTo>
                      <a:pt x="97" y="25"/>
                      <a:pt x="97" y="26"/>
                      <a:pt x="97" y="26"/>
                    </a:cubicBezTo>
                    <a:cubicBezTo>
                      <a:pt x="97" y="27"/>
                      <a:pt x="97" y="27"/>
                      <a:pt x="97" y="28"/>
                    </a:cubicBezTo>
                    <a:cubicBezTo>
                      <a:pt x="97" y="28"/>
                      <a:pt x="96" y="29"/>
                      <a:pt x="96" y="29"/>
                    </a:cubicBezTo>
                    <a:cubicBezTo>
                      <a:pt x="96" y="29"/>
                      <a:pt x="95" y="30"/>
                      <a:pt x="94" y="30"/>
                    </a:cubicBezTo>
                    <a:cubicBezTo>
                      <a:pt x="94" y="30"/>
                      <a:pt x="93" y="30"/>
                      <a:pt x="92" y="30"/>
                    </a:cubicBezTo>
                    <a:cubicBezTo>
                      <a:pt x="91" y="30"/>
                      <a:pt x="91" y="30"/>
                      <a:pt x="90" y="30"/>
                    </a:cubicBezTo>
                    <a:cubicBezTo>
                      <a:pt x="90" y="30"/>
                      <a:pt x="90" y="30"/>
                      <a:pt x="90" y="30"/>
                    </a:cubicBezTo>
                    <a:cubicBezTo>
                      <a:pt x="90" y="30"/>
                      <a:pt x="89" y="30"/>
                      <a:pt x="89" y="30"/>
                    </a:cubicBezTo>
                    <a:cubicBezTo>
                      <a:pt x="89" y="30"/>
                      <a:pt x="89" y="30"/>
                      <a:pt x="89" y="30"/>
                    </a:cubicBezTo>
                    <a:cubicBezTo>
                      <a:pt x="89" y="30"/>
                      <a:pt x="89" y="30"/>
                      <a:pt x="88" y="30"/>
                    </a:cubicBezTo>
                    <a:cubicBezTo>
                      <a:pt x="88" y="30"/>
                      <a:pt x="88" y="30"/>
                      <a:pt x="88" y="30"/>
                    </a:cubicBezTo>
                    <a:cubicBezTo>
                      <a:pt x="88" y="29"/>
                      <a:pt x="88" y="29"/>
                      <a:pt x="88" y="29"/>
                    </a:cubicBezTo>
                    <a:close/>
                    <a:moveTo>
                      <a:pt x="94" y="28"/>
                    </a:moveTo>
                    <a:cubicBezTo>
                      <a:pt x="94" y="29"/>
                      <a:pt x="94" y="29"/>
                      <a:pt x="93" y="29"/>
                    </a:cubicBezTo>
                    <a:cubicBezTo>
                      <a:pt x="93" y="29"/>
                      <a:pt x="92" y="29"/>
                      <a:pt x="92" y="29"/>
                    </a:cubicBezTo>
                    <a:cubicBezTo>
                      <a:pt x="91" y="29"/>
                      <a:pt x="91" y="29"/>
                      <a:pt x="91" y="29"/>
                    </a:cubicBezTo>
                    <a:cubicBezTo>
                      <a:pt x="90" y="29"/>
                      <a:pt x="90" y="29"/>
                      <a:pt x="90" y="29"/>
                    </a:cubicBezTo>
                    <a:cubicBezTo>
                      <a:pt x="90" y="29"/>
                      <a:pt x="90" y="29"/>
                      <a:pt x="90" y="29"/>
                    </a:cubicBezTo>
                    <a:cubicBezTo>
                      <a:pt x="90" y="29"/>
                      <a:pt x="90" y="29"/>
                      <a:pt x="90" y="29"/>
                    </a:cubicBezTo>
                    <a:cubicBezTo>
                      <a:pt x="90" y="29"/>
                      <a:pt x="90" y="29"/>
                      <a:pt x="90" y="29"/>
                    </a:cubicBezTo>
                    <a:cubicBezTo>
                      <a:pt x="90" y="28"/>
                      <a:pt x="90" y="27"/>
                      <a:pt x="91" y="27"/>
                    </a:cubicBezTo>
                    <a:cubicBezTo>
                      <a:pt x="91" y="27"/>
                      <a:pt x="91" y="26"/>
                      <a:pt x="91" y="26"/>
                    </a:cubicBezTo>
                    <a:cubicBezTo>
                      <a:pt x="92" y="26"/>
                      <a:pt x="92" y="26"/>
                      <a:pt x="92" y="25"/>
                    </a:cubicBezTo>
                    <a:cubicBezTo>
                      <a:pt x="92" y="25"/>
                      <a:pt x="92" y="25"/>
                      <a:pt x="92" y="25"/>
                    </a:cubicBezTo>
                    <a:cubicBezTo>
                      <a:pt x="92" y="25"/>
                      <a:pt x="92" y="25"/>
                      <a:pt x="92" y="25"/>
                    </a:cubicBezTo>
                    <a:cubicBezTo>
                      <a:pt x="92" y="25"/>
                      <a:pt x="92" y="25"/>
                      <a:pt x="92" y="25"/>
                    </a:cubicBezTo>
                    <a:cubicBezTo>
                      <a:pt x="92" y="25"/>
                      <a:pt x="92" y="25"/>
                      <a:pt x="92" y="25"/>
                    </a:cubicBezTo>
                    <a:cubicBezTo>
                      <a:pt x="93" y="26"/>
                      <a:pt x="93" y="26"/>
                      <a:pt x="93" y="26"/>
                    </a:cubicBezTo>
                    <a:cubicBezTo>
                      <a:pt x="93" y="27"/>
                      <a:pt x="93" y="27"/>
                      <a:pt x="94" y="27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lose/>
                    <a:moveTo>
                      <a:pt x="17" y="113"/>
                    </a:moveTo>
                    <a:cubicBezTo>
                      <a:pt x="15" y="112"/>
                      <a:pt x="17" y="108"/>
                      <a:pt x="20" y="108"/>
                    </a:cubicBezTo>
                    <a:cubicBezTo>
                      <a:pt x="21" y="108"/>
                      <a:pt x="21" y="108"/>
                      <a:pt x="22" y="108"/>
                    </a:cubicBezTo>
                    <a:cubicBezTo>
                      <a:pt x="22" y="107"/>
                      <a:pt x="22" y="106"/>
                      <a:pt x="21" y="106"/>
                    </a:cubicBezTo>
                    <a:cubicBezTo>
                      <a:pt x="15" y="105"/>
                      <a:pt x="16" y="90"/>
                      <a:pt x="23" y="89"/>
                    </a:cubicBezTo>
                    <a:cubicBezTo>
                      <a:pt x="25" y="89"/>
                      <a:pt x="26" y="89"/>
                      <a:pt x="27" y="90"/>
                    </a:cubicBezTo>
                    <a:cubicBezTo>
                      <a:pt x="28" y="91"/>
                      <a:pt x="27" y="92"/>
                      <a:pt x="26" y="91"/>
                    </a:cubicBezTo>
                    <a:cubicBezTo>
                      <a:pt x="25" y="90"/>
                      <a:pt x="25" y="90"/>
                      <a:pt x="24" y="90"/>
                    </a:cubicBezTo>
                    <a:cubicBezTo>
                      <a:pt x="23" y="91"/>
                      <a:pt x="22" y="91"/>
                      <a:pt x="21" y="92"/>
                    </a:cubicBezTo>
                    <a:cubicBezTo>
                      <a:pt x="21" y="92"/>
                      <a:pt x="20" y="94"/>
                      <a:pt x="20" y="94"/>
                    </a:cubicBezTo>
                    <a:cubicBezTo>
                      <a:pt x="20" y="95"/>
                      <a:pt x="20" y="95"/>
                      <a:pt x="21" y="96"/>
                    </a:cubicBezTo>
                    <a:cubicBezTo>
                      <a:pt x="23" y="97"/>
                      <a:pt x="27" y="96"/>
                      <a:pt x="26" y="98"/>
                    </a:cubicBezTo>
                    <a:cubicBezTo>
                      <a:pt x="26" y="99"/>
                      <a:pt x="24" y="99"/>
                      <a:pt x="23" y="98"/>
                    </a:cubicBezTo>
                    <a:cubicBezTo>
                      <a:pt x="21" y="97"/>
                      <a:pt x="20" y="98"/>
                      <a:pt x="19" y="100"/>
                    </a:cubicBezTo>
                    <a:cubicBezTo>
                      <a:pt x="19" y="102"/>
                      <a:pt x="20" y="102"/>
                      <a:pt x="20" y="102"/>
                    </a:cubicBezTo>
                    <a:cubicBezTo>
                      <a:pt x="21" y="102"/>
                      <a:pt x="21" y="102"/>
                      <a:pt x="22" y="102"/>
                    </a:cubicBezTo>
                    <a:cubicBezTo>
                      <a:pt x="22" y="101"/>
                      <a:pt x="23" y="101"/>
                      <a:pt x="24" y="101"/>
                    </a:cubicBezTo>
                    <a:cubicBezTo>
                      <a:pt x="24" y="101"/>
                      <a:pt x="25" y="101"/>
                      <a:pt x="24" y="102"/>
                    </a:cubicBezTo>
                    <a:cubicBezTo>
                      <a:pt x="24" y="103"/>
                      <a:pt x="24" y="104"/>
                      <a:pt x="27" y="105"/>
                    </a:cubicBezTo>
                    <a:cubicBezTo>
                      <a:pt x="27" y="105"/>
                      <a:pt x="27" y="105"/>
                      <a:pt x="27" y="106"/>
                    </a:cubicBezTo>
                    <a:cubicBezTo>
                      <a:pt x="27" y="107"/>
                      <a:pt x="26" y="107"/>
                      <a:pt x="25" y="107"/>
                    </a:cubicBezTo>
                    <a:cubicBezTo>
                      <a:pt x="26" y="110"/>
                      <a:pt x="22" y="111"/>
                      <a:pt x="20" y="110"/>
                    </a:cubicBezTo>
                    <a:cubicBezTo>
                      <a:pt x="18" y="110"/>
                      <a:pt x="18" y="112"/>
                      <a:pt x="17" y="113"/>
                    </a:cubicBezTo>
                    <a:close/>
                    <a:moveTo>
                      <a:pt x="45" y="108"/>
                    </a:moveTo>
                    <a:cubicBezTo>
                      <a:pt x="46" y="107"/>
                      <a:pt x="50" y="109"/>
                      <a:pt x="51" y="110"/>
                    </a:cubicBezTo>
                    <a:cubicBezTo>
                      <a:pt x="51" y="110"/>
                      <a:pt x="51" y="110"/>
                      <a:pt x="51" y="110"/>
                    </a:cubicBezTo>
                    <a:cubicBezTo>
                      <a:pt x="50" y="112"/>
                      <a:pt x="47" y="109"/>
                      <a:pt x="46" y="109"/>
                    </a:cubicBezTo>
                    <a:cubicBezTo>
                      <a:pt x="45" y="110"/>
                      <a:pt x="44" y="109"/>
                      <a:pt x="45" y="108"/>
                    </a:cubicBezTo>
                    <a:close/>
                    <a:moveTo>
                      <a:pt x="25" y="127"/>
                    </a:moveTo>
                    <a:cubicBezTo>
                      <a:pt x="24" y="128"/>
                      <a:pt x="24" y="128"/>
                      <a:pt x="24" y="128"/>
                    </a:cubicBezTo>
                    <a:cubicBezTo>
                      <a:pt x="20" y="129"/>
                      <a:pt x="18" y="126"/>
                      <a:pt x="17" y="125"/>
                    </a:cubicBezTo>
                    <a:cubicBezTo>
                      <a:pt x="16" y="123"/>
                      <a:pt x="18" y="123"/>
                      <a:pt x="17" y="122"/>
                    </a:cubicBezTo>
                    <a:cubicBezTo>
                      <a:pt x="15" y="120"/>
                      <a:pt x="12" y="116"/>
                      <a:pt x="16" y="114"/>
                    </a:cubicBezTo>
                    <a:cubicBezTo>
                      <a:pt x="16" y="114"/>
                      <a:pt x="17" y="115"/>
                      <a:pt x="17" y="116"/>
                    </a:cubicBezTo>
                    <a:cubicBezTo>
                      <a:pt x="17" y="116"/>
                      <a:pt x="16" y="118"/>
                      <a:pt x="17" y="119"/>
                    </a:cubicBezTo>
                    <a:cubicBezTo>
                      <a:pt x="18" y="119"/>
                      <a:pt x="19" y="120"/>
                      <a:pt x="20" y="121"/>
                    </a:cubicBezTo>
                    <a:cubicBezTo>
                      <a:pt x="22" y="122"/>
                      <a:pt x="21" y="123"/>
                      <a:pt x="21" y="124"/>
                    </a:cubicBezTo>
                    <a:cubicBezTo>
                      <a:pt x="22" y="126"/>
                      <a:pt x="23" y="126"/>
                      <a:pt x="25" y="126"/>
                    </a:cubicBezTo>
                    <a:cubicBezTo>
                      <a:pt x="26" y="126"/>
                      <a:pt x="26" y="127"/>
                      <a:pt x="25" y="127"/>
                    </a:cubicBezTo>
                    <a:close/>
                    <a:moveTo>
                      <a:pt x="41" y="96"/>
                    </a:moveTo>
                    <a:cubicBezTo>
                      <a:pt x="41" y="95"/>
                      <a:pt x="42" y="95"/>
                      <a:pt x="41" y="94"/>
                    </a:cubicBezTo>
                    <a:cubicBezTo>
                      <a:pt x="38" y="88"/>
                      <a:pt x="42" y="89"/>
                      <a:pt x="42" y="86"/>
                    </a:cubicBezTo>
                    <a:cubicBezTo>
                      <a:pt x="42" y="85"/>
                      <a:pt x="42" y="85"/>
                      <a:pt x="41" y="85"/>
                    </a:cubicBezTo>
                    <a:cubicBezTo>
                      <a:pt x="40" y="84"/>
                      <a:pt x="39" y="85"/>
                      <a:pt x="38" y="85"/>
                    </a:cubicBezTo>
                    <a:cubicBezTo>
                      <a:pt x="37" y="85"/>
                      <a:pt x="37" y="83"/>
                      <a:pt x="36" y="83"/>
                    </a:cubicBezTo>
                    <a:cubicBezTo>
                      <a:pt x="35" y="83"/>
                      <a:pt x="34" y="84"/>
                      <a:pt x="33" y="83"/>
                    </a:cubicBezTo>
                    <a:cubicBezTo>
                      <a:pt x="31" y="82"/>
                      <a:pt x="32" y="83"/>
                      <a:pt x="29" y="83"/>
                    </a:cubicBezTo>
                    <a:cubicBezTo>
                      <a:pt x="27" y="83"/>
                      <a:pt x="26" y="84"/>
                      <a:pt x="25" y="87"/>
                    </a:cubicBezTo>
                    <a:cubicBezTo>
                      <a:pt x="25" y="88"/>
                      <a:pt x="24" y="88"/>
                      <a:pt x="24" y="88"/>
                    </a:cubicBezTo>
                    <a:cubicBezTo>
                      <a:pt x="24" y="87"/>
                      <a:pt x="23" y="85"/>
                      <a:pt x="25" y="83"/>
                    </a:cubicBezTo>
                    <a:cubicBezTo>
                      <a:pt x="26" y="82"/>
                      <a:pt x="28" y="82"/>
                      <a:pt x="29" y="81"/>
                    </a:cubicBezTo>
                    <a:cubicBezTo>
                      <a:pt x="31" y="80"/>
                      <a:pt x="33" y="80"/>
                      <a:pt x="35" y="81"/>
                    </a:cubicBezTo>
                    <a:cubicBezTo>
                      <a:pt x="37" y="81"/>
                      <a:pt x="38" y="82"/>
                      <a:pt x="39" y="84"/>
                    </a:cubicBezTo>
                    <a:cubicBezTo>
                      <a:pt x="39" y="85"/>
                      <a:pt x="41" y="83"/>
                      <a:pt x="42" y="84"/>
                    </a:cubicBezTo>
                    <a:cubicBezTo>
                      <a:pt x="43" y="84"/>
                      <a:pt x="44" y="84"/>
                      <a:pt x="44" y="86"/>
                    </a:cubicBezTo>
                    <a:cubicBezTo>
                      <a:pt x="45" y="87"/>
                      <a:pt x="44" y="89"/>
                      <a:pt x="43" y="90"/>
                    </a:cubicBezTo>
                    <a:cubicBezTo>
                      <a:pt x="43" y="91"/>
                      <a:pt x="43" y="91"/>
                      <a:pt x="43" y="91"/>
                    </a:cubicBezTo>
                    <a:cubicBezTo>
                      <a:pt x="44" y="93"/>
                      <a:pt x="46" y="90"/>
                      <a:pt x="48" y="88"/>
                    </a:cubicBezTo>
                    <a:cubicBezTo>
                      <a:pt x="49" y="86"/>
                      <a:pt x="50" y="86"/>
                      <a:pt x="51" y="86"/>
                    </a:cubicBezTo>
                    <a:cubicBezTo>
                      <a:pt x="52" y="86"/>
                      <a:pt x="53" y="87"/>
                      <a:pt x="54" y="88"/>
                    </a:cubicBezTo>
                    <a:cubicBezTo>
                      <a:pt x="55" y="89"/>
                      <a:pt x="55" y="90"/>
                      <a:pt x="54" y="90"/>
                    </a:cubicBezTo>
                    <a:cubicBezTo>
                      <a:pt x="52" y="90"/>
                      <a:pt x="51" y="90"/>
                      <a:pt x="49" y="88"/>
                    </a:cubicBezTo>
                    <a:cubicBezTo>
                      <a:pt x="48" y="88"/>
                      <a:pt x="48" y="90"/>
                      <a:pt x="47" y="91"/>
                    </a:cubicBezTo>
                    <a:cubicBezTo>
                      <a:pt x="47" y="94"/>
                      <a:pt x="43" y="94"/>
                      <a:pt x="42" y="98"/>
                    </a:cubicBezTo>
                    <a:cubicBezTo>
                      <a:pt x="42" y="98"/>
                      <a:pt x="42" y="98"/>
                      <a:pt x="41" y="99"/>
                    </a:cubicBezTo>
                    <a:cubicBezTo>
                      <a:pt x="41" y="100"/>
                      <a:pt x="40" y="100"/>
                      <a:pt x="41" y="99"/>
                    </a:cubicBezTo>
                    <a:cubicBezTo>
                      <a:pt x="41" y="97"/>
                      <a:pt x="41" y="98"/>
                      <a:pt x="41" y="97"/>
                    </a:cubicBezTo>
                    <a:cubicBezTo>
                      <a:pt x="41" y="97"/>
                      <a:pt x="41" y="96"/>
                      <a:pt x="41" y="96"/>
                    </a:cubicBezTo>
                    <a:close/>
                    <a:moveTo>
                      <a:pt x="39" y="111"/>
                    </a:moveTo>
                    <a:cubicBezTo>
                      <a:pt x="38" y="111"/>
                      <a:pt x="36" y="110"/>
                      <a:pt x="35" y="109"/>
                    </a:cubicBezTo>
                    <a:cubicBezTo>
                      <a:pt x="35" y="108"/>
                      <a:pt x="34" y="107"/>
                      <a:pt x="34" y="106"/>
                    </a:cubicBezTo>
                    <a:cubicBezTo>
                      <a:pt x="29" y="105"/>
                      <a:pt x="27" y="102"/>
                      <a:pt x="27" y="101"/>
                    </a:cubicBezTo>
                    <a:cubicBezTo>
                      <a:pt x="27" y="101"/>
                      <a:pt x="28" y="101"/>
                      <a:pt x="29" y="102"/>
                    </a:cubicBezTo>
                    <a:cubicBezTo>
                      <a:pt x="30" y="104"/>
                      <a:pt x="34" y="104"/>
                      <a:pt x="34" y="104"/>
                    </a:cubicBezTo>
                    <a:cubicBezTo>
                      <a:pt x="33" y="103"/>
                      <a:pt x="33" y="101"/>
                      <a:pt x="34" y="100"/>
                    </a:cubicBezTo>
                    <a:cubicBezTo>
                      <a:pt x="34" y="99"/>
                      <a:pt x="34" y="99"/>
                      <a:pt x="33" y="99"/>
                    </a:cubicBezTo>
                    <a:cubicBezTo>
                      <a:pt x="31" y="97"/>
                      <a:pt x="29" y="98"/>
                      <a:pt x="28" y="97"/>
                    </a:cubicBezTo>
                    <a:cubicBezTo>
                      <a:pt x="27" y="96"/>
                      <a:pt x="28" y="94"/>
                      <a:pt x="30" y="95"/>
                    </a:cubicBezTo>
                    <a:cubicBezTo>
                      <a:pt x="30" y="95"/>
                      <a:pt x="31" y="96"/>
                      <a:pt x="32" y="96"/>
                    </a:cubicBezTo>
                    <a:cubicBezTo>
                      <a:pt x="33" y="97"/>
                      <a:pt x="33" y="96"/>
                      <a:pt x="33" y="95"/>
                    </a:cubicBezTo>
                    <a:cubicBezTo>
                      <a:pt x="33" y="93"/>
                      <a:pt x="34" y="89"/>
                      <a:pt x="34" y="88"/>
                    </a:cubicBezTo>
                    <a:cubicBezTo>
                      <a:pt x="34" y="87"/>
                      <a:pt x="34" y="87"/>
                      <a:pt x="35" y="87"/>
                    </a:cubicBezTo>
                    <a:cubicBezTo>
                      <a:pt x="36" y="87"/>
                      <a:pt x="37" y="88"/>
                      <a:pt x="38" y="89"/>
                    </a:cubicBezTo>
                    <a:cubicBezTo>
                      <a:pt x="38" y="89"/>
                      <a:pt x="38" y="90"/>
                      <a:pt x="38" y="90"/>
                    </a:cubicBezTo>
                    <a:cubicBezTo>
                      <a:pt x="36" y="93"/>
                      <a:pt x="35" y="94"/>
                      <a:pt x="36" y="96"/>
                    </a:cubicBezTo>
                    <a:cubicBezTo>
                      <a:pt x="36" y="96"/>
                      <a:pt x="36" y="98"/>
                      <a:pt x="36" y="99"/>
                    </a:cubicBezTo>
                    <a:cubicBezTo>
                      <a:pt x="37" y="99"/>
                      <a:pt x="38" y="99"/>
                      <a:pt x="39" y="98"/>
                    </a:cubicBezTo>
                    <a:cubicBezTo>
                      <a:pt x="39" y="97"/>
                      <a:pt x="40" y="98"/>
                      <a:pt x="39" y="99"/>
                    </a:cubicBezTo>
                    <a:cubicBezTo>
                      <a:pt x="39" y="100"/>
                      <a:pt x="37" y="101"/>
                      <a:pt x="37" y="101"/>
                    </a:cubicBezTo>
                    <a:cubicBezTo>
                      <a:pt x="36" y="103"/>
                      <a:pt x="37" y="109"/>
                      <a:pt x="38" y="107"/>
                    </a:cubicBezTo>
                    <a:cubicBezTo>
                      <a:pt x="40" y="105"/>
                      <a:pt x="41" y="103"/>
                      <a:pt x="45" y="104"/>
                    </a:cubicBezTo>
                    <a:cubicBezTo>
                      <a:pt x="45" y="104"/>
                      <a:pt x="45" y="104"/>
                      <a:pt x="45" y="104"/>
                    </a:cubicBezTo>
                    <a:cubicBezTo>
                      <a:pt x="43" y="104"/>
                      <a:pt x="39" y="106"/>
                      <a:pt x="40" y="108"/>
                    </a:cubicBezTo>
                    <a:cubicBezTo>
                      <a:pt x="40" y="109"/>
                      <a:pt x="41" y="109"/>
                      <a:pt x="41" y="110"/>
                    </a:cubicBezTo>
                    <a:cubicBezTo>
                      <a:pt x="40" y="111"/>
                      <a:pt x="40" y="112"/>
                      <a:pt x="39" y="111"/>
                    </a:cubicBezTo>
                    <a:close/>
                    <a:moveTo>
                      <a:pt x="55" y="122"/>
                    </a:moveTo>
                    <a:cubicBezTo>
                      <a:pt x="54" y="121"/>
                      <a:pt x="54" y="121"/>
                      <a:pt x="55" y="120"/>
                    </a:cubicBezTo>
                    <a:cubicBezTo>
                      <a:pt x="55" y="119"/>
                      <a:pt x="57" y="120"/>
                      <a:pt x="58" y="120"/>
                    </a:cubicBezTo>
                    <a:cubicBezTo>
                      <a:pt x="61" y="120"/>
                      <a:pt x="60" y="117"/>
                      <a:pt x="61" y="117"/>
                    </a:cubicBezTo>
                    <a:cubicBezTo>
                      <a:pt x="63" y="114"/>
                      <a:pt x="61" y="125"/>
                      <a:pt x="55" y="122"/>
                    </a:cubicBezTo>
                    <a:close/>
                    <a:moveTo>
                      <a:pt x="58" y="115"/>
                    </a:moveTo>
                    <a:cubicBezTo>
                      <a:pt x="59" y="113"/>
                      <a:pt x="61" y="110"/>
                      <a:pt x="59" y="108"/>
                    </a:cubicBezTo>
                    <a:cubicBezTo>
                      <a:pt x="58" y="108"/>
                      <a:pt x="58" y="106"/>
                      <a:pt x="59" y="106"/>
                    </a:cubicBezTo>
                    <a:cubicBezTo>
                      <a:pt x="61" y="106"/>
                      <a:pt x="64" y="107"/>
                      <a:pt x="64" y="109"/>
                    </a:cubicBezTo>
                    <a:cubicBezTo>
                      <a:pt x="64" y="113"/>
                      <a:pt x="60" y="114"/>
                      <a:pt x="60" y="115"/>
                    </a:cubicBezTo>
                    <a:cubicBezTo>
                      <a:pt x="60" y="116"/>
                      <a:pt x="59" y="116"/>
                      <a:pt x="58" y="116"/>
                    </a:cubicBezTo>
                    <a:cubicBezTo>
                      <a:pt x="57" y="115"/>
                      <a:pt x="57" y="115"/>
                      <a:pt x="58" y="115"/>
                    </a:cubicBezTo>
                    <a:close/>
                    <a:moveTo>
                      <a:pt x="52" y="111"/>
                    </a:moveTo>
                    <a:cubicBezTo>
                      <a:pt x="54" y="106"/>
                      <a:pt x="48" y="101"/>
                      <a:pt x="47" y="101"/>
                    </a:cubicBezTo>
                    <a:cubicBezTo>
                      <a:pt x="46" y="101"/>
                      <a:pt x="47" y="100"/>
                      <a:pt x="47" y="100"/>
                    </a:cubicBezTo>
                    <a:cubicBezTo>
                      <a:pt x="53" y="103"/>
                      <a:pt x="51" y="101"/>
                      <a:pt x="51" y="97"/>
                    </a:cubicBezTo>
                    <a:cubicBezTo>
                      <a:pt x="51" y="95"/>
                      <a:pt x="51" y="92"/>
                      <a:pt x="52" y="92"/>
                    </a:cubicBezTo>
                    <a:cubicBezTo>
                      <a:pt x="52" y="92"/>
                      <a:pt x="51" y="97"/>
                      <a:pt x="53" y="98"/>
                    </a:cubicBezTo>
                    <a:cubicBezTo>
                      <a:pt x="53" y="99"/>
                      <a:pt x="54" y="96"/>
                      <a:pt x="54" y="96"/>
                    </a:cubicBezTo>
                    <a:cubicBezTo>
                      <a:pt x="55" y="95"/>
                      <a:pt x="55" y="96"/>
                      <a:pt x="55" y="97"/>
                    </a:cubicBezTo>
                    <a:cubicBezTo>
                      <a:pt x="54" y="101"/>
                      <a:pt x="56" y="109"/>
                      <a:pt x="54" y="113"/>
                    </a:cubicBezTo>
                    <a:cubicBezTo>
                      <a:pt x="53" y="114"/>
                      <a:pt x="51" y="114"/>
                      <a:pt x="52" y="111"/>
                    </a:cubicBezTo>
                    <a:close/>
                    <a:moveTo>
                      <a:pt x="56" y="107"/>
                    </a:moveTo>
                    <a:cubicBezTo>
                      <a:pt x="55" y="107"/>
                      <a:pt x="55" y="106"/>
                      <a:pt x="55" y="106"/>
                    </a:cubicBezTo>
                    <a:cubicBezTo>
                      <a:pt x="56" y="105"/>
                      <a:pt x="58" y="104"/>
                      <a:pt x="58" y="104"/>
                    </a:cubicBezTo>
                    <a:cubicBezTo>
                      <a:pt x="59" y="103"/>
                      <a:pt x="58" y="103"/>
                      <a:pt x="58" y="102"/>
                    </a:cubicBezTo>
                    <a:cubicBezTo>
                      <a:pt x="58" y="102"/>
                      <a:pt x="57" y="102"/>
                      <a:pt x="57" y="101"/>
                    </a:cubicBezTo>
                    <a:cubicBezTo>
                      <a:pt x="57" y="100"/>
                      <a:pt x="59" y="100"/>
                      <a:pt x="59" y="99"/>
                    </a:cubicBezTo>
                    <a:cubicBezTo>
                      <a:pt x="59" y="96"/>
                      <a:pt x="58" y="97"/>
                      <a:pt x="58" y="95"/>
                    </a:cubicBezTo>
                    <a:cubicBezTo>
                      <a:pt x="58" y="93"/>
                      <a:pt x="56" y="92"/>
                      <a:pt x="56" y="92"/>
                    </a:cubicBezTo>
                    <a:cubicBezTo>
                      <a:pt x="55" y="91"/>
                      <a:pt x="56" y="90"/>
                      <a:pt x="57" y="91"/>
                    </a:cubicBezTo>
                    <a:cubicBezTo>
                      <a:pt x="62" y="92"/>
                      <a:pt x="63" y="96"/>
                      <a:pt x="60" y="99"/>
                    </a:cubicBezTo>
                    <a:cubicBezTo>
                      <a:pt x="62" y="102"/>
                      <a:pt x="59" y="106"/>
                      <a:pt x="56" y="107"/>
                    </a:cubicBezTo>
                    <a:close/>
                    <a:moveTo>
                      <a:pt x="76" y="8"/>
                    </a:moveTo>
                    <a:cubicBezTo>
                      <a:pt x="76" y="54"/>
                      <a:pt x="76" y="54"/>
                      <a:pt x="76" y="54"/>
                    </a:cubicBezTo>
                    <a:cubicBezTo>
                      <a:pt x="76" y="54"/>
                      <a:pt x="76" y="54"/>
                      <a:pt x="76" y="54"/>
                    </a:cubicBezTo>
                    <a:cubicBezTo>
                      <a:pt x="4" y="54"/>
                      <a:pt x="4" y="54"/>
                      <a:pt x="4" y="54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11" y="20"/>
                      <a:pt x="22" y="12"/>
                      <a:pt x="26" y="4"/>
                    </a:cubicBezTo>
                    <a:cubicBezTo>
                      <a:pt x="76" y="4"/>
                      <a:pt x="76" y="4"/>
                      <a:pt x="76" y="4"/>
                    </a:cubicBezTo>
                    <a:cubicBezTo>
                      <a:pt x="125" y="4"/>
                      <a:pt x="125" y="4"/>
                      <a:pt x="125" y="4"/>
                    </a:cubicBezTo>
                    <a:cubicBezTo>
                      <a:pt x="130" y="12"/>
                      <a:pt x="140" y="21"/>
                      <a:pt x="147" y="24"/>
                    </a:cubicBezTo>
                    <a:cubicBezTo>
                      <a:pt x="147" y="39"/>
                      <a:pt x="147" y="39"/>
                      <a:pt x="147" y="39"/>
                    </a:cubicBezTo>
                    <a:cubicBezTo>
                      <a:pt x="131" y="39"/>
                      <a:pt x="131" y="39"/>
                      <a:pt x="131" y="39"/>
                    </a:cubicBezTo>
                    <a:cubicBezTo>
                      <a:pt x="131" y="46"/>
                      <a:pt x="131" y="46"/>
                      <a:pt x="131" y="46"/>
                    </a:cubicBezTo>
                    <a:cubicBezTo>
                      <a:pt x="147" y="46"/>
                      <a:pt x="147" y="46"/>
                      <a:pt x="147" y="46"/>
                    </a:cubicBezTo>
                    <a:cubicBezTo>
                      <a:pt x="147" y="54"/>
                      <a:pt x="147" y="54"/>
                      <a:pt x="147" y="54"/>
                    </a:cubicBezTo>
                    <a:cubicBezTo>
                      <a:pt x="86" y="54"/>
                      <a:pt x="86" y="54"/>
                      <a:pt x="86" y="54"/>
                    </a:cubicBezTo>
                    <a:cubicBezTo>
                      <a:pt x="86" y="46"/>
                      <a:pt x="86" y="46"/>
                      <a:pt x="86" y="46"/>
                    </a:cubicBezTo>
                    <a:cubicBezTo>
                      <a:pt x="102" y="46"/>
                      <a:pt x="102" y="46"/>
                      <a:pt x="102" y="46"/>
                    </a:cubicBezTo>
                    <a:cubicBezTo>
                      <a:pt x="102" y="39"/>
                      <a:pt x="102" y="39"/>
                      <a:pt x="102" y="39"/>
                    </a:cubicBezTo>
                    <a:cubicBezTo>
                      <a:pt x="86" y="39"/>
                      <a:pt x="86" y="39"/>
                      <a:pt x="86" y="39"/>
                    </a:cubicBezTo>
                    <a:cubicBezTo>
                      <a:pt x="86" y="33"/>
                      <a:pt x="86" y="33"/>
                      <a:pt x="86" y="33"/>
                    </a:cubicBezTo>
                    <a:cubicBezTo>
                      <a:pt x="143" y="33"/>
                      <a:pt x="143" y="33"/>
                      <a:pt x="143" y="33"/>
                    </a:cubicBezTo>
                    <a:cubicBezTo>
                      <a:pt x="136" y="30"/>
                      <a:pt x="122" y="20"/>
                      <a:pt x="118" y="8"/>
                    </a:cubicBezTo>
                    <a:cubicBezTo>
                      <a:pt x="76" y="8"/>
                      <a:pt x="76" y="8"/>
                      <a:pt x="76" y="8"/>
                    </a:cubicBezTo>
                    <a:close/>
                    <a:moveTo>
                      <a:pt x="49" y="141"/>
                    </a:moveTo>
                    <a:cubicBezTo>
                      <a:pt x="48" y="142"/>
                      <a:pt x="50" y="143"/>
                      <a:pt x="51" y="143"/>
                    </a:cubicBezTo>
                    <a:cubicBezTo>
                      <a:pt x="54" y="142"/>
                      <a:pt x="60" y="144"/>
                      <a:pt x="59" y="142"/>
                    </a:cubicBezTo>
                    <a:cubicBezTo>
                      <a:pt x="54" y="141"/>
                      <a:pt x="52" y="133"/>
                      <a:pt x="54" y="130"/>
                    </a:cubicBezTo>
                    <a:cubicBezTo>
                      <a:pt x="55" y="127"/>
                      <a:pt x="61" y="127"/>
                      <a:pt x="62" y="123"/>
                    </a:cubicBezTo>
                    <a:cubicBezTo>
                      <a:pt x="62" y="123"/>
                      <a:pt x="62" y="122"/>
                      <a:pt x="61" y="123"/>
                    </a:cubicBezTo>
                    <a:cubicBezTo>
                      <a:pt x="59" y="123"/>
                      <a:pt x="57" y="125"/>
                      <a:pt x="56" y="125"/>
                    </a:cubicBezTo>
                    <a:cubicBezTo>
                      <a:pt x="53" y="125"/>
                      <a:pt x="54" y="122"/>
                      <a:pt x="55" y="118"/>
                    </a:cubicBezTo>
                    <a:cubicBezTo>
                      <a:pt x="55" y="117"/>
                      <a:pt x="56" y="114"/>
                      <a:pt x="56" y="114"/>
                    </a:cubicBezTo>
                    <a:cubicBezTo>
                      <a:pt x="55" y="112"/>
                      <a:pt x="54" y="112"/>
                      <a:pt x="54" y="114"/>
                    </a:cubicBezTo>
                    <a:cubicBezTo>
                      <a:pt x="54" y="115"/>
                      <a:pt x="52" y="120"/>
                      <a:pt x="50" y="119"/>
                    </a:cubicBezTo>
                    <a:cubicBezTo>
                      <a:pt x="47" y="118"/>
                      <a:pt x="47" y="118"/>
                      <a:pt x="47" y="117"/>
                    </a:cubicBezTo>
                    <a:cubicBezTo>
                      <a:pt x="45" y="114"/>
                      <a:pt x="44" y="114"/>
                      <a:pt x="44" y="114"/>
                    </a:cubicBezTo>
                    <a:cubicBezTo>
                      <a:pt x="42" y="114"/>
                      <a:pt x="44" y="116"/>
                      <a:pt x="44" y="117"/>
                    </a:cubicBezTo>
                    <a:cubicBezTo>
                      <a:pt x="44" y="118"/>
                      <a:pt x="42" y="119"/>
                      <a:pt x="41" y="118"/>
                    </a:cubicBezTo>
                    <a:cubicBezTo>
                      <a:pt x="40" y="117"/>
                      <a:pt x="39" y="116"/>
                      <a:pt x="39" y="113"/>
                    </a:cubicBezTo>
                    <a:cubicBezTo>
                      <a:pt x="37" y="111"/>
                      <a:pt x="37" y="111"/>
                      <a:pt x="35" y="112"/>
                    </a:cubicBezTo>
                    <a:cubicBezTo>
                      <a:pt x="33" y="109"/>
                      <a:pt x="29" y="114"/>
                      <a:pt x="30" y="114"/>
                    </a:cubicBezTo>
                    <a:cubicBezTo>
                      <a:pt x="29" y="114"/>
                      <a:pt x="27" y="112"/>
                      <a:pt x="27" y="113"/>
                    </a:cubicBezTo>
                    <a:cubicBezTo>
                      <a:pt x="26" y="113"/>
                      <a:pt x="25" y="113"/>
                      <a:pt x="24" y="111"/>
                    </a:cubicBezTo>
                    <a:cubicBezTo>
                      <a:pt x="24" y="111"/>
                      <a:pt x="24" y="111"/>
                      <a:pt x="24" y="111"/>
                    </a:cubicBezTo>
                    <a:cubicBezTo>
                      <a:pt x="23" y="112"/>
                      <a:pt x="24" y="113"/>
                      <a:pt x="24" y="113"/>
                    </a:cubicBezTo>
                    <a:cubicBezTo>
                      <a:pt x="21" y="114"/>
                      <a:pt x="18" y="115"/>
                      <a:pt x="20" y="119"/>
                    </a:cubicBezTo>
                    <a:cubicBezTo>
                      <a:pt x="24" y="121"/>
                      <a:pt x="24" y="117"/>
                      <a:pt x="24" y="116"/>
                    </a:cubicBezTo>
                    <a:cubicBezTo>
                      <a:pt x="27" y="111"/>
                      <a:pt x="28" y="118"/>
                      <a:pt x="31" y="116"/>
                    </a:cubicBezTo>
                    <a:cubicBezTo>
                      <a:pt x="31" y="116"/>
                      <a:pt x="31" y="116"/>
                      <a:pt x="31" y="115"/>
                    </a:cubicBezTo>
                    <a:cubicBezTo>
                      <a:pt x="30" y="114"/>
                      <a:pt x="33" y="112"/>
                      <a:pt x="34" y="113"/>
                    </a:cubicBezTo>
                    <a:cubicBezTo>
                      <a:pt x="36" y="114"/>
                      <a:pt x="36" y="118"/>
                      <a:pt x="36" y="120"/>
                    </a:cubicBezTo>
                    <a:cubicBezTo>
                      <a:pt x="36" y="121"/>
                      <a:pt x="32" y="120"/>
                      <a:pt x="31" y="118"/>
                    </a:cubicBezTo>
                    <a:cubicBezTo>
                      <a:pt x="30" y="117"/>
                      <a:pt x="31" y="118"/>
                      <a:pt x="31" y="120"/>
                    </a:cubicBezTo>
                    <a:cubicBezTo>
                      <a:pt x="32" y="120"/>
                      <a:pt x="31" y="120"/>
                      <a:pt x="27" y="119"/>
                    </a:cubicBezTo>
                    <a:cubicBezTo>
                      <a:pt x="26" y="119"/>
                      <a:pt x="26" y="120"/>
                      <a:pt x="26" y="120"/>
                    </a:cubicBezTo>
                    <a:cubicBezTo>
                      <a:pt x="28" y="122"/>
                      <a:pt x="33" y="121"/>
                      <a:pt x="33" y="121"/>
                    </a:cubicBezTo>
                    <a:cubicBezTo>
                      <a:pt x="34" y="121"/>
                      <a:pt x="34" y="122"/>
                      <a:pt x="36" y="123"/>
                    </a:cubicBezTo>
                    <a:cubicBezTo>
                      <a:pt x="36" y="124"/>
                      <a:pt x="36" y="124"/>
                      <a:pt x="36" y="125"/>
                    </a:cubicBezTo>
                    <a:cubicBezTo>
                      <a:pt x="35" y="126"/>
                      <a:pt x="34" y="126"/>
                      <a:pt x="34" y="125"/>
                    </a:cubicBezTo>
                    <a:cubicBezTo>
                      <a:pt x="33" y="124"/>
                      <a:pt x="33" y="124"/>
                      <a:pt x="31" y="124"/>
                    </a:cubicBezTo>
                    <a:cubicBezTo>
                      <a:pt x="30" y="124"/>
                      <a:pt x="28" y="124"/>
                      <a:pt x="27" y="125"/>
                    </a:cubicBezTo>
                    <a:cubicBezTo>
                      <a:pt x="25" y="126"/>
                      <a:pt x="26" y="129"/>
                      <a:pt x="27" y="128"/>
                    </a:cubicBezTo>
                    <a:cubicBezTo>
                      <a:pt x="29" y="126"/>
                      <a:pt x="30" y="128"/>
                      <a:pt x="34" y="128"/>
                    </a:cubicBezTo>
                    <a:cubicBezTo>
                      <a:pt x="35" y="128"/>
                      <a:pt x="36" y="132"/>
                      <a:pt x="35" y="137"/>
                    </a:cubicBezTo>
                    <a:cubicBezTo>
                      <a:pt x="35" y="138"/>
                      <a:pt x="35" y="138"/>
                      <a:pt x="35" y="138"/>
                    </a:cubicBezTo>
                    <a:cubicBezTo>
                      <a:pt x="34" y="138"/>
                      <a:pt x="33" y="139"/>
                      <a:pt x="32" y="139"/>
                    </a:cubicBezTo>
                    <a:cubicBezTo>
                      <a:pt x="30" y="140"/>
                      <a:pt x="29" y="142"/>
                      <a:pt x="27" y="141"/>
                    </a:cubicBezTo>
                    <a:cubicBezTo>
                      <a:pt x="17" y="131"/>
                      <a:pt x="8" y="117"/>
                      <a:pt x="5" y="103"/>
                    </a:cubicBezTo>
                    <a:cubicBezTo>
                      <a:pt x="4" y="100"/>
                      <a:pt x="4" y="97"/>
                      <a:pt x="4" y="93"/>
                    </a:cubicBezTo>
                    <a:cubicBezTo>
                      <a:pt x="4" y="76"/>
                      <a:pt x="4" y="76"/>
                      <a:pt x="4" y="76"/>
                    </a:cubicBezTo>
                    <a:cubicBezTo>
                      <a:pt x="66" y="76"/>
                      <a:pt x="66" y="76"/>
                      <a:pt x="66" y="76"/>
                    </a:cubicBezTo>
                    <a:cubicBezTo>
                      <a:pt x="66" y="164"/>
                      <a:pt x="66" y="164"/>
                      <a:pt x="66" y="164"/>
                    </a:cubicBezTo>
                    <a:cubicBezTo>
                      <a:pt x="55" y="162"/>
                      <a:pt x="42" y="155"/>
                      <a:pt x="31" y="144"/>
                    </a:cubicBezTo>
                    <a:cubicBezTo>
                      <a:pt x="30" y="144"/>
                      <a:pt x="29" y="143"/>
                      <a:pt x="29" y="143"/>
                    </a:cubicBezTo>
                    <a:cubicBezTo>
                      <a:pt x="32" y="140"/>
                      <a:pt x="31" y="143"/>
                      <a:pt x="34" y="142"/>
                    </a:cubicBezTo>
                    <a:cubicBezTo>
                      <a:pt x="35" y="142"/>
                      <a:pt x="35" y="142"/>
                      <a:pt x="36" y="143"/>
                    </a:cubicBezTo>
                    <a:cubicBezTo>
                      <a:pt x="36" y="143"/>
                      <a:pt x="38" y="144"/>
                      <a:pt x="38" y="143"/>
                    </a:cubicBezTo>
                    <a:cubicBezTo>
                      <a:pt x="38" y="142"/>
                      <a:pt x="39" y="142"/>
                      <a:pt x="39" y="142"/>
                    </a:cubicBezTo>
                    <a:cubicBezTo>
                      <a:pt x="43" y="144"/>
                      <a:pt x="43" y="140"/>
                      <a:pt x="46" y="141"/>
                    </a:cubicBezTo>
                    <a:cubicBezTo>
                      <a:pt x="48" y="141"/>
                      <a:pt x="50" y="141"/>
                      <a:pt x="48" y="140"/>
                    </a:cubicBezTo>
                    <a:cubicBezTo>
                      <a:pt x="46" y="139"/>
                      <a:pt x="45" y="138"/>
                      <a:pt x="44" y="138"/>
                    </a:cubicBezTo>
                    <a:cubicBezTo>
                      <a:pt x="42" y="138"/>
                      <a:pt x="41" y="139"/>
                      <a:pt x="40" y="136"/>
                    </a:cubicBezTo>
                    <a:cubicBezTo>
                      <a:pt x="40" y="135"/>
                      <a:pt x="40" y="132"/>
                      <a:pt x="40" y="131"/>
                    </a:cubicBezTo>
                    <a:cubicBezTo>
                      <a:pt x="40" y="128"/>
                      <a:pt x="41" y="129"/>
                      <a:pt x="43" y="129"/>
                    </a:cubicBezTo>
                    <a:cubicBezTo>
                      <a:pt x="46" y="129"/>
                      <a:pt x="46" y="129"/>
                      <a:pt x="49" y="128"/>
                    </a:cubicBezTo>
                    <a:cubicBezTo>
                      <a:pt x="49" y="128"/>
                      <a:pt x="49" y="128"/>
                      <a:pt x="50" y="128"/>
                    </a:cubicBezTo>
                    <a:cubicBezTo>
                      <a:pt x="50" y="130"/>
                      <a:pt x="50" y="139"/>
                      <a:pt x="49" y="141"/>
                    </a:cubicBezTo>
                    <a:close/>
                    <a:moveTo>
                      <a:pt x="46" y="127"/>
                    </a:moveTo>
                    <a:cubicBezTo>
                      <a:pt x="43" y="127"/>
                      <a:pt x="44" y="124"/>
                      <a:pt x="44" y="124"/>
                    </a:cubicBezTo>
                    <a:cubicBezTo>
                      <a:pt x="43" y="123"/>
                      <a:pt x="42" y="125"/>
                      <a:pt x="41" y="124"/>
                    </a:cubicBezTo>
                    <a:cubicBezTo>
                      <a:pt x="39" y="124"/>
                      <a:pt x="40" y="123"/>
                      <a:pt x="40" y="122"/>
                    </a:cubicBezTo>
                    <a:cubicBezTo>
                      <a:pt x="39" y="120"/>
                      <a:pt x="39" y="120"/>
                      <a:pt x="41" y="121"/>
                    </a:cubicBezTo>
                    <a:cubicBezTo>
                      <a:pt x="42" y="121"/>
                      <a:pt x="43" y="120"/>
                      <a:pt x="44" y="119"/>
                    </a:cubicBezTo>
                    <a:cubicBezTo>
                      <a:pt x="45" y="118"/>
                      <a:pt x="47" y="119"/>
                      <a:pt x="48" y="121"/>
                    </a:cubicBezTo>
                    <a:cubicBezTo>
                      <a:pt x="49" y="123"/>
                      <a:pt x="48" y="123"/>
                      <a:pt x="47" y="123"/>
                    </a:cubicBezTo>
                    <a:cubicBezTo>
                      <a:pt x="47" y="123"/>
                      <a:pt x="47" y="124"/>
                      <a:pt x="48" y="124"/>
                    </a:cubicBezTo>
                    <a:cubicBezTo>
                      <a:pt x="48" y="124"/>
                      <a:pt x="49" y="124"/>
                      <a:pt x="50" y="125"/>
                    </a:cubicBezTo>
                    <a:cubicBezTo>
                      <a:pt x="50" y="126"/>
                      <a:pt x="49" y="126"/>
                      <a:pt x="49" y="126"/>
                    </a:cubicBezTo>
                    <a:cubicBezTo>
                      <a:pt x="48" y="127"/>
                      <a:pt x="47" y="127"/>
                      <a:pt x="46" y="127"/>
                    </a:cubicBezTo>
                    <a:close/>
                    <a:moveTo>
                      <a:pt x="118" y="143"/>
                    </a:moveTo>
                    <a:cubicBezTo>
                      <a:pt x="117" y="143"/>
                      <a:pt x="117" y="143"/>
                      <a:pt x="117" y="143"/>
                    </a:cubicBezTo>
                    <a:cubicBezTo>
                      <a:pt x="113" y="109"/>
                      <a:pt x="113" y="109"/>
                      <a:pt x="113" y="109"/>
                    </a:cubicBezTo>
                    <a:cubicBezTo>
                      <a:pt x="101" y="138"/>
                      <a:pt x="101" y="138"/>
                      <a:pt x="101" y="138"/>
                    </a:cubicBezTo>
                    <a:cubicBezTo>
                      <a:pt x="100" y="138"/>
                      <a:pt x="100" y="138"/>
                      <a:pt x="100" y="138"/>
                    </a:cubicBezTo>
                    <a:cubicBezTo>
                      <a:pt x="111" y="105"/>
                      <a:pt x="111" y="105"/>
                      <a:pt x="111" y="105"/>
                    </a:cubicBezTo>
                    <a:cubicBezTo>
                      <a:pt x="108" y="105"/>
                      <a:pt x="108" y="105"/>
                      <a:pt x="108" y="105"/>
                    </a:cubicBezTo>
                    <a:cubicBezTo>
                      <a:pt x="108" y="98"/>
                      <a:pt x="108" y="98"/>
                      <a:pt x="108" y="98"/>
                    </a:cubicBezTo>
                    <a:cubicBezTo>
                      <a:pt x="100" y="98"/>
                      <a:pt x="100" y="98"/>
                      <a:pt x="100" y="98"/>
                    </a:cubicBezTo>
                    <a:cubicBezTo>
                      <a:pt x="98" y="96"/>
                      <a:pt x="98" y="96"/>
                      <a:pt x="98" y="96"/>
                    </a:cubicBezTo>
                    <a:cubicBezTo>
                      <a:pt x="98" y="89"/>
                      <a:pt x="98" y="89"/>
                      <a:pt x="98" y="89"/>
                    </a:cubicBezTo>
                    <a:cubicBezTo>
                      <a:pt x="92" y="89"/>
                      <a:pt x="92" y="89"/>
                      <a:pt x="92" y="89"/>
                    </a:cubicBezTo>
                    <a:cubicBezTo>
                      <a:pt x="92" y="85"/>
                      <a:pt x="92" y="85"/>
                      <a:pt x="92" y="85"/>
                    </a:cubicBezTo>
                    <a:cubicBezTo>
                      <a:pt x="138" y="85"/>
                      <a:pt x="138" y="85"/>
                      <a:pt x="138" y="85"/>
                    </a:cubicBezTo>
                    <a:cubicBezTo>
                      <a:pt x="138" y="89"/>
                      <a:pt x="138" y="89"/>
                      <a:pt x="138" y="89"/>
                    </a:cubicBezTo>
                    <a:cubicBezTo>
                      <a:pt x="132" y="89"/>
                      <a:pt x="132" y="89"/>
                      <a:pt x="132" y="89"/>
                    </a:cubicBezTo>
                    <a:cubicBezTo>
                      <a:pt x="132" y="96"/>
                      <a:pt x="132" y="96"/>
                      <a:pt x="132" y="96"/>
                    </a:cubicBezTo>
                    <a:cubicBezTo>
                      <a:pt x="130" y="98"/>
                      <a:pt x="130" y="98"/>
                      <a:pt x="130" y="98"/>
                    </a:cubicBezTo>
                    <a:cubicBezTo>
                      <a:pt x="122" y="98"/>
                      <a:pt x="122" y="98"/>
                      <a:pt x="122" y="98"/>
                    </a:cubicBezTo>
                    <a:cubicBezTo>
                      <a:pt x="122" y="105"/>
                      <a:pt x="122" y="105"/>
                      <a:pt x="122" y="105"/>
                    </a:cubicBezTo>
                    <a:cubicBezTo>
                      <a:pt x="119" y="105"/>
                      <a:pt x="119" y="105"/>
                      <a:pt x="119" y="105"/>
                    </a:cubicBezTo>
                    <a:cubicBezTo>
                      <a:pt x="126" y="134"/>
                      <a:pt x="126" y="134"/>
                      <a:pt x="126" y="134"/>
                    </a:cubicBezTo>
                    <a:cubicBezTo>
                      <a:pt x="125" y="134"/>
                      <a:pt x="125" y="134"/>
                      <a:pt x="125" y="134"/>
                    </a:cubicBezTo>
                    <a:cubicBezTo>
                      <a:pt x="117" y="109"/>
                      <a:pt x="117" y="109"/>
                      <a:pt x="117" y="109"/>
                    </a:cubicBezTo>
                    <a:cubicBezTo>
                      <a:pt x="118" y="143"/>
                      <a:pt x="118" y="143"/>
                      <a:pt x="118" y="143"/>
                    </a:cubicBezTo>
                    <a:close/>
                    <a:moveTo>
                      <a:pt x="86" y="164"/>
                    </a:moveTo>
                    <a:cubicBezTo>
                      <a:pt x="86" y="76"/>
                      <a:pt x="86" y="76"/>
                      <a:pt x="86" y="76"/>
                    </a:cubicBezTo>
                    <a:cubicBezTo>
                      <a:pt x="147" y="76"/>
                      <a:pt x="147" y="76"/>
                      <a:pt x="147" y="76"/>
                    </a:cubicBezTo>
                    <a:cubicBezTo>
                      <a:pt x="147" y="97"/>
                      <a:pt x="147" y="97"/>
                      <a:pt x="147" y="97"/>
                    </a:cubicBezTo>
                    <a:cubicBezTo>
                      <a:pt x="147" y="102"/>
                      <a:pt x="147" y="104"/>
                      <a:pt x="146" y="109"/>
                    </a:cubicBezTo>
                    <a:cubicBezTo>
                      <a:pt x="139" y="135"/>
                      <a:pt x="112" y="158"/>
                      <a:pt x="86" y="164"/>
                    </a:cubicBezTo>
                    <a:close/>
                    <a:moveTo>
                      <a:pt x="11" y="53"/>
                    </a:moveTo>
                    <a:cubicBezTo>
                      <a:pt x="10" y="52"/>
                      <a:pt x="9" y="50"/>
                      <a:pt x="9" y="49"/>
                    </a:cubicBezTo>
                    <a:cubicBezTo>
                      <a:pt x="9" y="48"/>
                      <a:pt x="9" y="47"/>
                      <a:pt x="9" y="47"/>
                    </a:cubicBezTo>
                    <a:cubicBezTo>
                      <a:pt x="17" y="43"/>
                      <a:pt x="31" y="34"/>
                      <a:pt x="39" y="30"/>
                    </a:cubicBezTo>
                    <a:cubicBezTo>
                      <a:pt x="39" y="30"/>
                      <a:pt x="40" y="29"/>
                      <a:pt x="40" y="28"/>
                    </a:cubicBezTo>
                    <a:cubicBezTo>
                      <a:pt x="42" y="27"/>
                      <a:pt x="52" y="21"/>
                      <a:pt x="52" y="20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0"/>
                      <a:pt x="46" y="10"/>
                      <a:pt x="46" y="10"/>
                    </a:cubicBezTo>
                    <a:cubicBezTo>
                      <a:pt x="52" y="7"/>
                      <a:pt x="52" y="7"/>
                      <a:pt x="52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8" y="15"/>
                      <a:pt x="58" y="15"/>
                      <a:pt x="58" y="15"/>
                    </a:cubicBezTo>
                    <a:cubicBezTo>
                      <a:pt x="62" y="15"/>
                      <a:pt x="62" y="15"/>
                      <a:pt x="62" y="15"/>
                    </a:cubicBezTo>
                    <a:cubicBezTo>
                      <a:pt x="66" y="21"/>
                      <a:pt x="66" y="21"/>
                      <a:pt x="66" y="21"/>
                    </a:cubicBezTo>
                    <a:cubicBezTo>
                      <a:pt x="65" y="21"/>
                      <a:pt x="64" y="22"/>
                      <a:pt x="64" y="23"/>
                    </a:cubicBezTo>
                    <a:cubicBezTo>
                      <a:pt x="66" y="27"/>
                      <a:pt x="69" y="33"/>
                      <a:pt x="70" y="38"/>
                    </a:cubicBezTo>
                    <a:cubicBezTo>
                      <a:pt x="70" y="40"/>
                      <a:pt x="69" y="48"/>
                      <a:pt x="66" y="50"/>
                    </a:cubicBezTo>
                    <a:cubicBezTo>
                      <a:pt x="66" y="50"/>
                      <a:pt x="65" y="50"/>
                      <a:pt x="65" y="49"/>
                    </a:cubicBezTo>
                    <a:cubicBezTo>
                      <a:pt x="65" y="42"/>
                      <a:pt x="63" y="35"/>
                      <a:pt x="57" y="27"/>
                    </a:cubicBezTo>
                    <a:cubicBezTo>
                      <a:pt x="56" y="27"/>
                      <a:pt x="35" y="39"/>
                      <a:pt x="34" y="40"/>
                    </a:cubicBezTo>
                    <a:cubicBezTo>
                      <a:pt x="27" y="44"/>
                      <a:pt x="20" y="47"/>
                      <a:pt x="15" y="51"/>
                    </a:cubicBezTo>
                    <a:cubicBezTo>
                      <a:pt x="13" y="52"/>
                      <a:pt x="12" y="52"/>
                      <a:pt x="11" y="53"/>
                    </a:cubicBezTo>
                    <a:close/>
                    <a:moveTo>
                      <a:pt x="114" y="61"/>
                    </a:moveTo>
                    <a:cubicBezTo>
                      <a:pt x="114" y="61"/>
                      <a:pt x="115" y="61"/>
                      <a:pt x="115" y="61"/>
                    </a:cubicBezTo>
                    <a:cubicBezTo>
                      <a:pt x="115" y="62"/>
                      <a:pt x="116" y="62"/>
                      <a:pt x="116" y="62"/>
                    </a:cubicBezTo>
                    <a:cubicBezTo>
                      <a:pt x="116" y="63"/>
                      <a:pt x="116" y="63"/>
                      <a:pt x="116" y="63"/>
                    </a:cubicBezTo>
                    <a:cubicBezTo>
                      <a:pt x="116" y="64"/>
                      <a:pt x="116" y="64"/>
                      <a:pt x="116" y="64"/>
                    </a:cubicBezTo>
                    <a:cubicBezTo>
                      <a:pt x="115" y="64"/>
                      <a:pt x="115" y="64"/>
                      <a:pt x="115" y="64"/>
                    </a:cubicBezTo>
                    <a:cubicBezTo>
                      <a:pt x="115" y="63"/>
                      <a:pt x="114" y="62"/>
                      <a:pt x="114" y="61"/>
                    </a:cubicBezTo>
                    <a:close/>
                    <a:moveTo>
                      <a:pt x="117" y="67"/>
                    </a:moveTo>
                    <a:cubicBezTo>
                      <a:pt x="118" y="67"/>
                      <a:pt x="118" y="67"/>
                      <a:pt x="119" y="67"/>
                    </a:cubicBezTo>
                    <a:cubicBezTo>
                      <a:pt x="119" y="67"/>
                      <a:pt x="119" y="67"/>
                      <a:pt x="120" y="66"/>
                    </a:cubicBezTo>
                    <a:cubicBezTo>
                      <a:pt x="120" y="66"/>
                      <a:pt x="120" y="67"/>
                      <a:pt x="120" y="67"/>
                    </a:cubicBezTo>
                    <a:cubicBezTo>
                      <a:pt x="120" y="67"/>
                      <a:pt x="121" y="67"/>
                      <a:pt x="120" y="67"/>
                    </a:cubicBezTo>
                    <a:cubicBezTo>
                      <a:pt x="120" y="67"/>
                      <a:pt x="120" y="67"/>
                      <a:pt x="120" y="67"/>
                    </a:cubicBezTo>
                    <a:cubicBezTo>
                      <a:pt x="120" y="68"/>
                      <a:pt x="120" y="68"/>
                      <a:pt x="119" y="68"/>
                    </a:cubicBezTo>
                    <a:cubicBezTo>
                      <a:pt x="119" y="68"/>
                      <a:pt x="119" y="68"/>
                      <a:pt x="119" y="68"/>
                    </a:cubicBezTo>
                    <a:cubicBezTo>
                      <a:pt x="119" y="68"/>
                      <a:pt x="119" y="68"/>
                      <a:pt x="119" y="68"/>
                    </a:cubicBezTo>
                    <a:cubicBezTo>
                      <a:pt x="119" y="68"/>
                      <a:pt x="119" y="68"/>
                      <a:pt x="119" y="68"/>
                    </a:cubicBezTo>
                    <a:cubicBezTo>
                      <a:pt x="119" y="68"/>
                      <a:pt x="119" y="68"/>
                      <a:pt x="119" y="68"/>
                    </a:cubicBezTo>
                    <a:cubicBezTo>
                      <a:pt x="119" y="68"/>
                      <a:pt x="119" y="68"/>
                      <a:pt x="119" y="68"/>
                    </a:cubicBezTo>
                    <a:cubicBezTo>
                      <a:pt x="118" y="68"/>
                      <a:pt x="117" y="68"/>
                      <a:pt x="117" y="67"/>
                    </a:cubicBezTo>
                    <a:close/>
                    <a:moveTo>
                      <a:pt x="120" y="69"/>
                    </a:moveTo>
                    <a:cubicBezTo>
                      <a:pt x="120" y="69"/>
                      <a:pt x="120" y="69"/>
                      <a:pt x="120" y="69"/>
                    </a:cubicBezTo>
                    <a:cubicBezTo>
                      <a:pt x="120" y="69"/>
                      <a:pt x="120" y="69"/>
                      <a:pt x="121" y="69"/>
                    </a:cubicBezTo>
                    <a:cubicBezTo>
                      <a:pt x="121" y="69"/>
                      <a:pt x="121" y="69"/>
                      <a:pt x="121" y="69"/>
                    </a:cubicBezTo>
                    <a:cubicBezTo>
                      <a:pt x="120" y="69"/>
                      <a:pt x="120" y="69"/>
                      <a:pt x="120" y="69"/>
                    </a:cubicBezTo>
                    <a:cubicBezTo>
                      <a:pt x="120" y="69"/>
                      <a:pt x="120" y="69"/>
                      <a:pt x="120" y="69"/>
                    </a:cubicBezTo>
                    <a:cubicBezTo>
                      <a:pt x="120" y="69"/>
                      <a:pt x="120" y="70"/>
                      <a:pt x="120" y="70"/>
                    </a:cubicBezTo>
                    <a:cubicBezTo>
                      <a:pt x="120" y="71"/>
                      <a:pt x="120" y="72"/>
                      <a:pt x="120" y="73"/>
                    </a:cubicBezTo>
                    <a:cubicBezTo>
                      <a:pt x="120" y="73"/>
                      <a:pt x="120" y="74"/>
                      <a:pt x="120" y="75"/>
                    </a:cubicBezTo>
                    <a:cubicBezTo>
                      <a:pt x="120" y="75"/>
                      <a:pt x="120" y="75"/>
                      <a:pt x="120" y="75"/>
                    </a:cubicBezTo>
                    <a:cubicBezTo>
                      <a:pt x="120" y="75"/>
                      <a:pt x="119" y="75"/>
                      <a:pt x="119" y="75"/>
                    </a:cubicBezTo>
                    <a:cubicBezTo>
                      <a:pt x="119" y="75"/>
                      <a:pt x="119" y="75"/>
                      <a:pt x="118" y="74"/>
                    </a:cubicBezTo>
                    <a:cubicBezTo>
                      <a:pt x="117" y="74"/>
                      <a:pt x="116" y="73"/>
                      <a:pt x="116" y="73"/>
                    </a:cubicBezTo>
                    <a:cubicBezTo>
                      <a:pt x="115" y="73"/>
                      <a:pt x="115" y="73"/>
                      <a:pt x="115" y="72"/>
                    </a:cubicBezTo>
                    <a:cubicBezTo>
                      <a:pt x="115" y="72"/>
                      <a:pt x="116" y="73"/>
                      <a:pt x="116" y="73"/>
                    </a:cubicBezTo>
                    <a:cubicBezTo>
                      <a:pt x="117" y="73"/>
                      <a:pt x="117" y="73"/>
                      <a:pt x="118" y="73"/>
                    </a:cubicBezTo>
                    <a:cubicBezTo>
                      <a:pt x="118" y="73"/>
                      <a:pt x="119" y="73"/>
                      <a:pt x="119" y="73"/>
                    </a:cubicBezTo>
                    <a:cubicBezTo>
                      <a:pt x="119" y="73"/>
                      <a:pt x="119" y="72"/>
                      <a:pt x="119" y="72"/>
                    </a:cubicBezTo>
                    <a:cubicBezTo>
                      <a:pt x="119" y="71"/>
                      <a:pt x="119" y="70"/>
                      <a:pt x="119" y="69"/>
                    </a:cubicBezTo>
                    <a:cubicBezTo>
                      <a:pt x="119" y="69"/>
                      <a:pt x="119" y="69"/>
                      <a:pt x="119" y="69"/>
                    </a:cubicBezTo>
                    <a:cubicBezTo>
                      <a:pt x="119" y="69"/>
                      <a:pt x="119" y="70"/>
                      <a:pt x="118" y="70"/>
                    </a:cubicBezTo>
                    <a:cubicBezTo>
                      <a:pt x="118" y="70"/>
                      <a:pt x="117" y="71"/>
                      <a:pt x="116" y="71"/>
                    </a:cubicBezTo>
                    <a:cubicBezTo>
                      <a:pt x="115" y="70"/>
                      <a:pt x="115" y="70"/>
                      <a:pt x="115" y="70"/>
                    </a:cubicBezTo>
                    <a:cubicBezTo>
                      <a:pt x="116" y="70"/>
                      <a:pt x="116" y="70"/>
                      <a:pt x="116" y="70"/>
                    </a:cubicBezTo>
                    <a:cubicBezTo>
                      <a:pt x="116" y="70"/>
                      <a:pt x="117" y="69"/>
                      <a:pt x="117" y="69"/>
                    </a:cubicBezTo>
                    <a:cubicBezTo>
                      <a:pt x="118" y="69"/>
                      <a:pt x="118" y="69"/>
                      <a:pt x="119" y="69"/>
                    </a:cubicBezTo>
                    <a:cubicBezTo>
                      <a:pt x="119" y="68"/>
                      <a:pt x="120" y="68"/>
                      <a:pt x="121" y="68"/>
                    </a:cubicBezTo>
                    <a:cubicBezTo>
                      <a:pt x="121" y="68"/>
                      <a:pt x="121" y="68"/>
                      <a:pt x="122" y="68"/>
                    </a:cubicBezTo>
                    <a:cubicBezTo>
                      <a:pt x="122" y="68"/>
                      <a:pt x="122" y="68"/>
                      <a:pt x="123" y="68"/>
                    </a:cubicBezTo>
                    <a:cubicBezTo>
                      <a:pt x="123" y="68"/>
                      <a:pt x="123" y="68"/>
                      <a:pt x="123" y="68"/>
                    </a:cubicBezTo>
                    <a:cubicBezTo>
                      <a:pt x="123" y="68"/>
                      <a:pt x="123" y="69"/>
                      <a:pt x="123" y="69"/>
                    </a:cubicBezTo>
                    <a:cubicBezTo>
                      <a:pt x="122" y="69"/>
                      <a:pt x="121" y="69"/>
                      <a:pt x="120" y="69"/>
                    </a:cubicBezTo>
                    <a:close/>
                    <a:moveTo>
                      <a:pt x="120" y="56"/>
                    </a:moveTo>
                    <a:cubicBezTo>
                      <a:pt x="121" y="56"/>
                      <a:pt x="122" y="56"/>
                      <a:pt x="122" y="57"/>
                    </a:cubicBezTo>
                    <a:cubicBezTo>
                      <a:pt x="122" y="57"/>
                      <a:pt x="122" y="58"/>
                      <a:pt x="121" y="58"/>
                    </a:cubicBezTo>
                    <a:cubicBezTo>
                      <a:pt x="121" y="58"/>
                      <a:pt x="120" y="58"/>
                      <a:pt x="120" y="59"/>
                    </a:cubicBezTo>
                    <a:cubicBezTo>
                      <a:pt x="120" y="59"/>
                      <a:pt x="119" y="59"/>
                      <a:pt x="119" y="59"/>
                    </a:cubicBezTo>
                    <a:cubicBezTo>
                      <a:pt x="119" y="59"/>
                      <a:pt x="119" y="59"/>
                      <a:pt x="119" y="59"/>
                    </a:cubicBezTo>
                    <a:cubicBezTo>
                      <a:pt x="120" y="59"/>
                      <a:pt x="120" y="59"/>
                      <a:pt x="120" y="59"/>
                    </a:cubicBezTo>
                    <a:cubicBezTo>
                      <a:pt x="122" y="58"/>
                      <a:pt x="122" y="58"/>
                      <a:pt x="124" y="58"/>
                    </a:cubicBezTo>
                    <a:cubicBezTo>
                      <a:pt x="124" y="58"/>
                      <a:pt x="125" y="57"/>
                      <a:pt x="125" y="58"/>
                    </a:cubicBezTo>
                    <a:cubicBezTo>
                      <a:pt x="126" y="58"/>
                      <a:pt x="126" y="58"/>
                      <a:pt x="126" y="58"/>
                    </a:cubicBezTo>
                    <a:cubicBezTo>
                      <a:pt x="126" y="59"/>
                      <a:pt x="125" y="59"/>
                      <a:pt x="124" y="60"/>
                    </a:cubicBezTo>
                    <a:cubicBezTo>
                      <a:pt x="124" y="60"/>
                      <a:pt x="123" y="61"/>
                      <a:pt x="122" y="62"/>
                    </a:cubicBezTo>
                    <a:cubicBezTo>
                      <a:pt x="122" y="62"/>
                      <a:pt x="122" y="62"/>
                      <a:pt x="122" y="63"/>
                    </a:cubicBezTo>
                    <a:cubicBezTo>
                      <a:pt x="122" y="63"/>
                      <a:pt x="122" y="63"/>
                      <a:pt x="122" y="64"/>
                    </a:cubicBezTo>
                    <a:cubicBezTo>
                      <a:pt x="122" y="64"/>
                      <a:pt x="122" y="64"/>
                      <a:pt x="122" y="64"/>
                    </a:cubicBezTo>
                    <a:cubicBezTo>
                      <a:pt x="122" y="63"/>
                      <a:pt x="124" y="63"/>
                      <a:pt x="124" y="63"/>
                    </a:cubicBezTo>
                    <a:cubicBezTo>
                      <a:pt x="125" y="63"/>
                      <a:pt x="125" y="63"/>
                      <a:pt x="125" y="63"/>
                    </a:cubicBezTo>
                    <a:cubicBezTo>
                      <a:pt x="126" y="64"/>
                      <a:pt x="125" y="64"/>
                      <a:pt x="124" y="65"/>
                    </a:cubicBezTo>
                    <a:cubicBezTo>
                      <a:pt x="124" y="65"/>
                      <a:pt x="123" y="65"/>
                      <a:pt x="122" y="65"/>
                    </a:cubicBezTo>
                    <a:cubicBezTo>
                      <a:pt x="122" y="65"/>
                      <a:pt x="122" y="66"/>
                      <a:pt x="121" y="66"/>
                    </a:cubicBezTo>
                    <a:cubicBezTo>
                      <a:pt x="120" y="66"/>
                      <a:pt x="120" y="66"/>
                      <a:pt x="119" y="66"/>
                    </a:cubicBezTo>
                    <a:cubicBezTo>
                      <a:pt x="119" y="66"/>
                      <a:pt x="119" y="66"/>
                      <a:pt x="119" y="66"/>
                    </a:cubicBezTo>
                    <a:cubicBezTo>
                      <a:pt x="119" y="66"/>
                      <a:pt x="119" y="66"/>
                      <a:pt x="120" y="66"/>
                    </a:cubicBezTo>
                    <a:cubicBezTo>
                      <a:pt x="121" y="65"/>
                      <a:pt x="122" y="65"/>
                      <a:pt x="123" y="64"/>
                    </a:cubicBezTo>
                    <a:cubicBezTo>
                      <a:pt x="123" y="64"/>
                      <a:pt x="124" y="64"/>
                      <a:pt x="124" y="64"/>
                    </a:cubicBezTo>
                    <a:cubicBezTo>
                      <a:pt x="124" y="64"/>
                      <a:pt x="124" y="64"/>
                      <a:pt x="124" y="64"/>
                    </a:cubicBezTo>
                    <a:cubicBezTo>
                      <a:pt x="124" y="64"/>
                      <a:pt x="124" y="64"/>
                      <a:pt x="123" y="64"/>
                    </a:cubicBezTo>
                    <a:cubicBezTo>
                      <a:pt x="123" y="64"/>
                      <a:pt x="122" y="64"/>
                      <a:pt x="122" y="64"/>
                    </a:cubicBezTo>
                    <a:cubicBezTo>
                      <a:pt x="121" y="64"/>
                      <a:pt x="121" y="64"/>
                      <a:pt x="121" y="64"/>
                    </a:cubicBezTo>
                    <a:cubicBezTo>
                      <a:pt x="121" y="65"/>
                      <a:pt x="121" y="65"/>
                      <a:pt x="120" y="65"/>
                    </a:cubicBezTo>
                    <a:cubicBezTo>
                      <a:pt x="120" y="65"/>
                      <a:pt x="120" y="65"/>
                      <a:pt x="119" y="65"/>
                    </a:cubicBezTo>
                    <a:cubicBezTo>
                      <a:pt x="119" y="65"/>
                      <a:pt x="119" y="65"/>
                      <a:pt x="119" y="65"/>
                    </a:cubicBezTo>
                    <a:cubicBezTo>
                      <a:pt x="118" y="65"/>
                      <a:pt x="117" y="66"/>
                      <a:pt x="116" y="66"/>
                    </a:cubicBezTo>
                    <a:cubicBezTo>
                      <a:pt x="115" y="67"/>
                      <a:pt x="115" y="69"/>
                      <a:pt x="113" y="69"/>
                    </a:cubicBezTo>
                    <a:cubicBezTo>
                      <a:pt x="113" y="69"/>
                      <a:pt x="113" y="69"/>
                      <a:pt x="113" y="69"/>
                    </a:cubicBezTo>
                    <a:cubicBezTo>
                      <a:pt x="113" y="69"/>
                      <a:pt x="113" y="68"/>
                      <a:pt x="113" y="68"/>
                    </a:cubicBezTo>
                    <a:cubicBezTo>
                      <a:pt x="114" y="67"/>
                      <a:pt x="114" y="67"/>
                      <a:pt x="115" y="66"/>
                    </a:cubicBezTo>
                    <a:cubicBezTo>
                      <a:pt x="115" y="66"/>
                      <a:pt x="115" y="65"/>
                      <a:pt x="115" y="65"/>
                    </a:cubicBezTo>
                    <a:cubicBezTo>
                      <a:pt x="115" y="66"/>
                      <a:pt x="115" y="66"/>
                      <a:pt x="115" y="66"/>
                    </a:cubicBezTo>
                    <a:cubicBezTo>
                      <a:pt x="114" y="67"/>
                      <a:pt x="114" y="67"/>
                      <a:pt x="114" y="68"/>
                    </a:cubicBezTo>
                    <a:cubicBezTo>
                      <a:pt x="114" y="68"/>
                      <a:pt x="114" y="68"/>
                      <a:pt x="114" y="68"/>
                    </a:cubicBezTo>
                    <a:cubicBezTo>
                      <a:pt x="114" y="68"/>
                      <a:pt x="114" y="68"/>
                      <a:pt x="115" y="67"/>
                    </a:cubicBezTo>
                    <a:cubicBezTo>
                      <a:pt x="115" y="67"/>
                      <a:pt x="115" y="67"/>
                      <a:pt x="116" y="66"/>
                    </a:cubicBezTo>
                    <a:cubicBezTo>
                      <a:pt x="116" y="66"/>
                      <a:pt x="117" y="65"/>
                      <a:pt x="117" y="65"/>
                    </a:cubicBezTo>
                    <a:cubicBezTo>
                      <a:pt x="118" y="65"/>
                      <a:pt x="118" y="65"/>
                      <a:pt x="119" y="65"/>
                    </a:cubicBezTo>
                    <a:cubicBezTo>
                      <a:pt x="119" y="64"/>
                      <a:pt x="119" y="64"/>
                      <a:pt x="119" y="64"/>
                    </a:cubicBezTo>
                    <a:cubicBezTo>
                      <a:pt x="119" y="64"/>
                      <a:pt x="119" y="64"/>
                      <a:pt x="119" y="64"/>
                    </a:cubicBezTo>
                    <a:cubicBezTo>
                      <a:pt x="119" y="63"/>
                      <a:pt x="118" y="63"/>
                      <a:pt x="118" y="63"/>
                    </a:cubicBezTo>
                    <a:cubicBezTo>
                      <a:pt x="118" y="63"/>
                      <a:pt x="118" y="63"/>
                      <a:pt x="118" y="63"/>
                    </a:cubicBezTo>
                    <a:cubicBezTo>
                      <a:pt x="118" y="63"/>
                      <a:pt x="117" y="64"/>
                      <a:pt x="116" y="64"/>
                    </a:cubicBezTo>
                    <a:cubicBezTo>
                      <a:pt x="116" y="64"/>
                      <a:pt x="116" y="64"/>
                      <a:pt x="116" y="64"/>
                    </a:cubicBezTo>
                    <a:cubicBezTo>
                      <a:pt x="117" y="64"/>
                      <a:pt x="117" y="63"/>
                      <a:pt x="117" y="62"/>
                    </a:cubicBezTo>
                    <a:cubicBezTo>
                      <a:pt x="117" y="62"/>
                      <a:pt x="117" y="62"/>
                      <a:pt x="117" y="62"/>
                    </a:cubicBezTo>
                    <a:cubicBezTo>
                      <a:pt x="117" y="62"/>
                      <a:pt x="116" y="63"/>
                      <a:pt x="116" y="62"/>
                    </a:cubicBezTo>
                    <a:cubicBezTo>
                      <a:pt x="117" y="62"/>
                      <a:pt x="116" y="61"/>
                      <a:pt x="116" y="61"/>
                    </a:cubicBezTo>
                    <a:cubicBezTo>
                      <a:pt x="116" y="61"/>
                      <a:pt x="116" y="60"/>
                      <a:pt x="116" y="60"/>
                    </a:cubicBezTo>
                    <a:cubicBezTo>
                      <a:pt x="116" y="59"/>
                      <a:pt x="116" y="59"/>
                      <a:pt x="116" y="59"/>
                    </a:cubicBezTo>
                    <a:cubicBezTo>
                      <a:pt x="116" y="59"/>
                      <a:pt x="116" y="59"/>
                      <a:pt x="116" y="59"/>
                    </a:cubicBezTo>
                    <a:cubicBezTo>
                      <a:pt x="116" y="59"/>
                      <a:pt x="116" y="59"/>
                      <a:pt x="116" y="59"/>
                    </a:cubicBezTo>
                    <a:cubicBezTo>
                      <a:pt x="116" y="59"/>
                      <a:pt x="117" y="60"/>
                      <a:pt x="117" y="60"/>
                    </a:cubicBezTo>
                    <a:cubicBezTo>
                      <a:pt x="117" y="61"/>
                      <a:pt x="117" y="61"/>
                      <a:pt x="118" y="62"/>
                    </a:cubicBezTo>
                    <a:cubicBezTo>
                      <a:pt x="118" y="62"/>
                      <a:pt x="118" y="62"/>
                      <a:pt x="118" y="62"/>
                    </a:cubicBezTo>
                    <a:cubicBezTo>
                      <a:pt x="118" y="61"/>
                      <a:pt x="118" y="61"/>
                      <a:pt x="119" y="60"/>
                    </a:cubicBezTo>
                    <a:cubicBezTo>
                      <a:pt x="118" y="60"/>
                      <a:pt x="118" y="60"/>
                      <a:pt x="118" y="59"/>
                    </a:cubicBezTo>
                    <a:cubicBezTo>
                      <a:pt x="118" y="59"/>
                      <a:pt x="118" y="59"/>
                      <a:pt x="119" y="59"/>
                    </a:cubicBezTo>
                    <a:cubicBezTo>
                      <a:pt x="119" y="58"/>
                      <a:pt x="120" y="57"/>
                      <a:pt x="121" y="56"/>
                    </a:cubicBezTo>
                    <a:cubicBezTo>
                      <a:pt x="120" y="56"/>
                      <a:pt x="120" y="56"/>
                      <a:pt x="120" y="56"/>
                    </a:cubicBezTo>
                    <a:close/>
                    <a:moveTo>
                      <a:pt x="124" y="58"/>
                    </a:moveTo>
                    <a:cubicBezTo>
                      <a:pt x="124" y="59"/>
                      <a:pt x="124" y="59"/>
                      <a:pt x="124" y="59"/>
                    </a:cubicBezTo>
                    <a:cubicBezTo>
                      <a:pt x="123" y="60"/>
                      <a:pt x="123" y="60"/>
                      <a:pt x="122" y="61"/>
                    </a:cubicBezTo>
                    <a:cubicBezTo>
                      <a:pt x="122" y="61"/>
                      <a:pt x="122" y="61"/>
                      <a:pt x="122" y="62"/>
                    </a:cubicBezTo>
                    <a:cubicBezTo>
                      <a:pt x="122" y="62"/>
                      <a:pt x="122" y="62"/>
                      <a:pt x="122" y="62"/>
                    </a:cubicBezTo>
                    <a:cubicBezTo>
                      <a:pt x="122" y="62"/>
                      <a:pt x="122" y="62"/>
                      <a:pt x="122" y="62"/>
                    </a:cubicBezTo>
                    <a:cubicBezTo>
                      <a:pt x="122" y="60"/>
                      <a:pt x="121" y="60"/>
                      <a:pt x="121" y="59"/>
                    </a:cubicBezTo>
                    <a:cubicBezTo>
                      <a:pt x="121" y="59"/>
                      <a:pt x="121" y="59"/>
                      <a:pt x="121" y="59"/>
                    </a:cubicBezTo>
                    <a:cubicBezTo>
                      <a:pt x="121" y="59"/>
                      <a:pt x="122" y="59"/>
                      <a:pt x="122" y="59"/>
                    </a:cubicBezTo>
                    <a:cubicBezTo>
                      <a:pt x="123" y="59"/>
                      <a:pt x="123" y="58"/>
                      <a:pt x="124" y="58"/>
                    </a:cubicBezTo>
                    <a:close/>
                    <a:moveTo>
                      <a:pt x="122" y="62"/>
                    </a:moveTo>
                    <a:cubicBezTo>
                      <a:pt x="122" y="62"/>
                      <a:pt x="122" y="62"/>
                      <a:pt x="122" y="62"/>
                    </a:cubicBezTo>
                    <a:cubicBezTo>
                      <a:pt x="121" y="63"/>
                      <a:pt x="120" y="63"/>
                      <a:pt x="120" y="64"/>
                    </a:cubicBezTo>
                    <a:cubicBezTo>
                      <a:pt x="120" y="64"/>
                      <a:pt x="120" y="63"/>
                      <a:pt x="120" y="63"/>
                    </a:cubicBezTo>
                    <a:cubicBezTo>
                      <a:pt x="120" y="63"/>
                      <a:pt x="120" y="63"/>
                      <a:pt x="120" y="63"/>
                    </a:cubicBezTo>
                    <a:cubicBezTo>
                      <a:pt x="120" y="63"/>
                      <a:pt x="120" y="63"/>
                      <a:pt x="120" y="63"/>
                    </a:cubicBezTo>
                    <a:cubicBezTo>
                      <a:pt x="120" y="62"/>
                      <a:pt x="122" y="62"/>
                      <a:pt x="122" y="62"/>
                    </a:cubicBezTo>
                    <a:close/>
                    <a:moveTo>
                      <a:pt x="119" y="62"/>
                    </a:moveTo>
                    <a:cubicBezTo>
                      <a:pt x="119" y="62"/>
                      <a:pt x="119" y="62"/>
                      <a:pt x="119" y="62"/>
                    </a:cubicBezTo>
                    <a:cubicBezTo>
                      <a:pt x="119" y="62"/>
                      <a:pt x="119" y="62"/>
                      <a:pt x="119" y="62"/>
                    </a:cubicBezTo>
                    <a:cubicBezTo>
                      <a:pt x="119" y="62"/>
                      <a:pt x="119" y="62"/>
                      <a:pt x="119" y="62"/>
                    </a:cubicBezTo>
                    <a:cubicBezTo>
                      <a:pt x="119" y="62"/>
                      <a:pt x="119" y="62"/>
                      <a:pt x="119" y="62"/>
                    </a:cubicBezTo>
                    <a:cubicBezTo>
                      <a:pt x="119" y="62"/>
                      <a:pt x="120" y="61"/>
                      <a:pt x="120" y="61"/>
                    </a:cubicBezTo>
                    <a:cubicBezTo>
                      <a:pt x="120" y="61"/>
                      <a:pt x="120" y="61"/>
                      <a:pt x="120" y="61"/>
                    </a:cubicBezTo>
                    <a:cubicBezTo>
                      <a:pt x="120" y="60"/>
                      <a:pt x="120" y="60"/>
                      <a:pt x="120" y="60"/>
                    </a:cubicBezTo>
                    <a:cubicBezTo>
                      <a:pt x="120" y="60"/>
                      <a:pt x="120" y="60"/>
                      <a:pt x="120" y="60"/>
                    </a:cubicBezTo>
                    <a:cubicBezTo>
                      <a:pt x="120" y="60"/>
                      <a:pt x="121" y="60"/>
                      <a:pt x="121" y="60"/>
                    </a:cubicBezTo>
                    <a:cubicBezTo>
                      <a:pt x="121" y="60"/>
                      <a:pt x="121" y="61"/>
                      <a:pt x="121" y="61"/>
                    </a:cubicBezTo>
                    <a:cubicBezTo>
                      <a:pt x="121" y="62"/>
                      <a:pt x="120" y="62"/>
                      <a:pt x="120" y="62"/>
                    </a:cubicBezTo>
                    <a:cubicBezTo>
                      <a:pt x="119" y="62"/>
                      <a:pt x="119" y="62"/>
                      <a:pt x="119" y="62"/>
                    </a:cubicBezTo>
                    <a:cubicBezTo>
                      <a:pt x="119" y="62"/>
                      <a:pt x="119" y="62"/>
                      <a:pt x="119" y="62"/>
                    </a:cubicBezTo>
                    <a:cubicBezTo>
                      <a:pt x="119" y="62"/>
                      <a:pt x="119" y="62"/>
                      <a:pt x="119" y="62"/>
                    </a:cubicBezTo>
                    <a:close/>
                    <a:moveTo>
                      <a:pt x="108" y="46"/>
                    </a:moveTo>
                    <a:cubicBezTo>
                      <a:pt x="105" y="46"/>
                      <a:pt x="105" y="46"/>
                      <a:pt x="105" y="46"/>
                    </a:cubicBezTo>
                    <a:cubicBezTo>
                      <a:pt x="105" y="46"/>
                      <a:pt x="105" y="46"/>
                      <a:pt x="105" y="46"/>
                    </a:cubicBezTo>
                    <a:cubicBezTo>
                      <a:pt x="105" y="46"/>
                      <a:pt x="105" y="46"/>
                      <a:pt x="105" y="45"/>
                    </a:cubicBezTo>
                    <a:cubicBezTo>
                      <a:pt x="105" y="41"/>
                      <a:pt x="105" y="41"/>
                      <a:pt x="105" y="41"/>
                    </a:cubicBezTo>
                    <a:cubicBezTo>
                      <a:pt x="105" y="40"/>
                      <a:pt x="105" y="40"/>
                      <a:pt x="105" y="40"/>
                    </a:cubicBezTo>
                    <a:cubicBezTo>
                      <a:pt x="105" y="40"/>
                      <a:pt x="105" y="40"/>
                      <a:pt x="105" y="40"/>
                    </a:cubicBezTo>
                    <a:cubicBezTo>
                      <a:pt x="104" y="40"/>
                      <a:pt x="104" y="40"/>
                      <a:pt x="104" y="40"/>
                    </a:cubicBezTo>
                    <a:cubicBezTo>
                      <a:pt x="104" y="39"/>
                      <a:pt x="104" y="39"/>
                      <a:pt x="104" y="39"/>
                    </a:cubicBezTo>
                    <a:cubicBezTo>
                      <a:pt x="105" y="39"/>
                      <a:pt x="105" y="39"/>
                      <a:pt x="106" y="39"/>
                    </a:cubicBezTo>
                    <a:cubicBezTo>
                      <a:pt x="106" y="39"/>
                      <a:pt x="106" y="39"/>
                      <a:pt x="106" y="39"/>
                    </a:cubicBezTo>
                    <a:cubicBezTo>
                      <a:pt x="107" y="39"/>
                      <a:pt x="107" y="39"/>
                      <a:pt x="107" y="39"/>
                    </a:cubicBezTo>
                    <a:cubicBezTo>
                      <a:pt x="107" y="45"/>
                      <a:pt x="107" y="45"/>
                      <a:pt x="107" y="45"/>
                    </a:cubicBezTo>
                    <a:cubicBezTo>
                      <a:pt x="107" y="45"/>
                      <a:pt x="107" y="46"/>
                      <a:pt x="108" y="46"/>
                    </a:cubicBezTo>
                    <a:cubicBezTo>
                      <a:pt x="108" y="46"/>
                      <a:pt x="108" y="46"/>
                      <a:pt x="108" y="46"/>
                    </a:cubicBezTo>
                    <a:cubicBezTo>
                      <a:pt x="108" y="46"/>
                      <a:pt x="108" y="46"/>
                      <a:pt x="108" y="46"/>
                    </a:cubicBezTo>
                    <a:close/>
                    <a:moveTo>
                      <a:pt x="115" y="44"/>
                    </a:moveTo>
                    <a:cubicBezTo>
                      <a:pt x="115" y="45"/>
                      <a:pt x="115" y="45"/>
                      <a:pt x="114" y="46"/>
                    </a:cubicBezTo>
                    <a:cubicBezTo>
                      <a:pt x="114" y="46"/>
                      <a:pt x="113" y="46"/>
                      <a:pt x="112" y="46"/>
                    </a:cubicBezTo>
                    <a:cubicBezTo>
                      <a:pt x="112" y="46"/>
                      <a:pt x="111" y="46"/>
                      <a:pt x="111" y="46"/>
                    </a:cubicBezTo>
                    <a:cubicBezTo>
                      <a:pt x="110" y="46"/>
                      <a:pt x="110" y="45"/>
                      <a:pt x="110" y="45"/>
                    </a:cubicBezTo>
                    <a:cubicBezTo>
                      <a:pt x="110" y="44"/>
                      <a:pt x="110" y="43"/>
                      <a:pt x="111" y="43"/>
                    </a:cubicBezTo>
                    <a:cubicBezTo>
                      <a:pt x="110" y="42"/>
                      <a:pt x="110" y="41"/>
                      <a:pt x="110" y="41"/>
                    </a:cubicBezTo>
                    <a:cubicBezTo>
                      <a:pt x="110" y="40"/>
                      <a:pt x="110" y="40"/>
                      <a:pt x="111" y="39"/>
                    </a:cubicBezTo>
                    <a:cubicBezTo>
                      <a:pt x="111" y="39"/>
                      <a:pt x="112" y="39"/>
                      <a:pt x="112" y="39"/>
                    </a:cubicBezTo>
                    <a:cubicBezTo>
                      <a:pt x="113" y="39"/>
                      <a:pt x="114" y="39"/>
                      <a:pt x="114" y="39"/>
                    </a:cubicBezTo>
                    <a:cubicBezTo>
                      <a:pt x="115" y="39"/>
                      <a:pt x="115" y="40"/>
                      <a:pt x="115" y="40"/>
                    </a:cubicBezTo>
                    <a:cubicBezTo>
                      <a:pt x="115" y="41"/>
                      <a:pt x="114" y="42"/>
                      <a:pt x="114" y="42"/>
                    </a:cubicBezTo>
                    <a:cubicBezTo>
                      <a:pt x="115" y="43"/>
                      <a:pt x="115" y="44"/>
                      <a:pt x="115" y="44"/>
                    </a:cubicBezTo>
                    <a:close/>
                    <a:moveTo>
                      <a:pt x="113" y="40"/>
                    </a:moveTo>
                    <a:cubicBezTo>
                      <a:pt x="113" y="41"/>
                      <a:pt x="113" y="41"/>
                      <a:pt x="113" y="42"/>
                    </a:cubicBezTo>
                    <a:cubicBezTo>
                      <a:pt x="113" y="41"/>
                      <a:pt x="112" y="41"/>
                      <a:pt x="112" y="41"/>
                    </a:cubicBezTo>
                    <a:cubicBezTo>
                      <a:pt x="112" y="40"/>
                      <a:pt x="112" y="40"/>
                      <a:pt x="112" y="40"/>
                    </a:cubicBezTo>
                    <a:cubicBezTo>
                      <a:pt x="112" y="40"/>
                      <a:pt x="112" y="39"/>
                      <a:pt x="112" y="39"/>
                    </a:cubicBezTo>
                    <a:cubicBezTo>
                      <a:pt x="112" y="39"/>
                      <a:pt x="112" y="39"/>
                      <a:pt x="112" y="39"/>
                    </a:cubicBezTo>
                    <a:cubicBezTo>
                      <a:pt x="113" y="39"/>
                      <a:pt x="113" y="39"/>
                      <a:pt x="113" y="40"/>
                    </a:cubicBezTo>
                    <a:close/>
                    <a:moveTo>
                      <a:pt x="113" y="45"/>
                    </a:moveTo>
                    <a:cubicBezTo>
                      <a:pt x="113" y="45"/>
                      <a:pt x="113" y="46"/>
                      <a:pt x="113" y="46"/>
                    </a:cubicBezTo>
                    <a:cubicBezTo>
                      <a:pt x="113" y="46"/>
                      <a:pt x="113" y="46"/>
                      <a:pt x="112" y="46"/>
                    </a:cubicBezTo>
                    <a:cubicBezTo>
                      <a:pt x="112" y="46"/>
                      <a:pt x="112" y="46"/>
                      <a:pt x="112" y="46"/>
                    </a:cubicBezTo>
                    <a:cubicBezTo>
                      <a:pt x="111" y="45"/>
                      <a:pt x="111" y="45"/>
                      <a:pt x="111" y="45"/>
                    </a:cubicBezTo>
                    <a:cubicBezTo>
                      <a:pt x="111" y="44"/>
                      <a:pt x="112" y="43"/>
                      <a:pt x="112" y="43"/>
                    </a:cubicBezTo>
                    <a:cubicBezTo>
                      <a:pt x="112" y="43"/>
                      <a:pt x="113" y="44"/>
                      <a:pt x="113" y="44"/>
                    </a:cubicBezTo>
                    <a:cubicBezTo>
                      <a:pt x="113" y="44"/>
                      <a:pt x="113" y="44"/>
                      <a:pt x="113" y="44"/>
                    </a:cubicBezTo>
                    <a:cubicBezTo>
                      <a:pt x="113" y="45"/>
                      <a:pt x="113" y="45"/>
                      <a:pt x="113" y="45"/>
                    </a:cubicBezTo>
                    <a:close/>
                    <a:moveTo>
                      <a:pt x="122" y="42"/>
                    </a:moveTo>
                    <a:cubicBezTo>
                      <a:pt x="122" y="44"/>
                      <a:pt x="122" y="45"/>
                      <a:pt x="121" y="45"/>
                    </a:cubicBezTo>
                    <a:cubicBezTo>
                      <a:pt x="121" y="46"/>
                      <a:pt x="120" y="46"/>
                      <a:pt x="119" y="46"/>
                    </a:cubicBezTo>
                    <a:cubicBezTo>
                      <a:pt x="118" y="46"/>
                      <a:pt x="118" y="46"/>
                      <a:pt x="117" y="46"/>
                    </a:cubicBezTo>
                    <a:cubicBezTo>
                      <a:pt x="117" y="46"/>
                      <a:pt x="117" y="45"/>
                      <a:pt x="117" y="45"/>
                    </a:cubicBezTo>
                    <a:cubicBezTo>
                      <a:pt x="117" y="45"/>
                      <a:pt x="117" y="44"/>
                      <a:pt x="117" y="44"/>
                    </a:cubicBezTo>
                    <a:cubicBezTo>
                      <a:pt x="117" y="44"/>
                      <a:pt x="118" y="44"/>
                      <a:pt x="118" y="44"/>
                    </a:cubicBezTo>
                    <a:cubicBezTo>
                      <a:pt x="118" y="44"/>
                      <a:pt x="118" y="44"/>
                      <a:pt x="119" y="44"/>
                    </a:cubicBezTo>
                    <a:cubicBezTo>
                      <a:pt x="119" y="44"/>
                      <a:pt x="119" y="45"/>
                      <a:pt x="119" y="45"/>
                    </a:cubicBezTo>
                    <a:cubicBezTo>
                      <a:pt x="119" y="45"/>
                      <a:pt x="119" y="45"/>
                      <a:pt x="119" y="45"/>
                    </a:cubicBezTo>
                    <a:cubicBezTo>
                      <a:pt x="119" y="46"/>
                      <a:pt x="118" y="46"/>
                      <a:pt x="118" y="46"/>
                    </a:cubicBezTo>
                    <a:cubicBezTo>
                      <a:pt x="118" y="46"/>
                      <a:pt x="118" y="46"/>
                      <a:pt x="119" y="46"/>
                    </a:cubicBezTo>
                    <a:cubicBezTo>
                      <a:pt x="119" y="46"/>
                      <a:pt x="119" y="46"/>
                      <a:pt x="119" y="46"/>
                    </a:cubicBezTo>
                    <a:cubicBezTo>
                      <a:pt x="120" y="46"/>
                      <a:pt x="120" y="44"/>
                      <a:pt x="120" y="43"/>
                    </a:cubicBezTo>
                    <a:cubicBezTo>
                      <a:pt x="120" y="43"/>
                      <a:pt x="119" y="43"/>
                      <a:pt x="119" y="43"/>
                    </a:cubicBezTo>
                    <a:cubicBezTo>
                      <a:pt x="118" y="43"/>
                      <a:pt x="118" y="43"/>
                      <a:pt x="117" y="43"/>
                    </a:cubicBezTo>
                    <a:cubicBezTo>
                      <a:pt x="117" y="42"/>
                      <a:pt x="117" y="42"/>
                      <a:pt x="117" y="41"/>
                    </a:cubicBezTo>
                    <a:cubicBezTo>
                      <a:pt x="117" y="40"/>
                      <a:pt x="117" y="40"/>
                      <a:pt x="117" y="39"/>
                    </a:cubicBezTo>
                    <a:cubicBezTo>
                      <a:pt x="118" y="39"/>
                      <a:pt x="119" y="39"/>
                      <a:pt x="119" y="39"/>
                    </a:cubicBezTo>
                    <a:cubicBezTo>
                      <a:pt x="120" y="39"/>
                      <a:pt x="121" y="39"/>
                      <a:pt x="121" y="40"/>
                    </a:cubicBezTo>
                    <a:cubicBezTo>
                      <a:pt x="122" y="40"/>
                      <a:pt x="122" y="41"/>
                      <a:pt x="122" y="42"/>
                    </a:cubicBezTo>
                    <a:close/>
                    <a:moveTo>
                      <a:pt x="120" y="43"/>
                    </a:moveTo>
                    <a:cubicBezTo>
                      <a:pt x="120" y="43"/>
                      <a:pt x="120" y="43"/>
                      <a:pt x="119" y="43"/>
                    </a:cubicBezTo>
                    <a:cubicBezTo>
                      <a:pt x="119" y="43"/>
                      <a:pt x="119" y="43"/>
                      <a:pt x="119" y="41"/>
                    </a:cubicBezTo>
                    <a:cubicBezTo>
                      <a:pt x="119" y="41"/>
                      <a:pt x="119" y="40"/>
                      <a:pt x="119" y="40"/>
                    </a:cubicBezTo>
                    <a:cubicBezTo>
                      <a:pt x="119" y="39"/>
                      <a:pt x="119" y="39"/>
                      <a:pt x="119" y="39"/>
                    </a:cubicBezTo>
                    <a:cubicBezTo>
                      <a:pt x="120" y="39"/>
                      <a:pt x="120" y="40"/>
                      <a:pt x="120" y="41"/>
                    </a:cubicBezTo>
                    <a:cubicBezTo>
                      <a:pt x="120" y="42"/>
                      <a:pt x="120" y="42"/>
                      <a:pt x="120" y="43"/>
                    </a:cubicBezTo>
                    <a:close/>
                    <a:moveTo>
                      <a:pt x="129" y="44"/>
                    </a:moveTo>
                    <a:cubicBezTo>
                      <a:pt x="129" y="45"/>
                      <a:pt x="128" y="45"/>
                      <a:pt x="128" y="46"/>
                    </a:cubicBezTo>
                    <a:cubicBezTo>
                      <a:pt x="128" y="46"/>
                      <a:pt x="127" y="46"/>
                      <a:pt x="126" y="46"/>
                    </a:cubicBezTo>
                    <a:cubicBezTo>
                      <a:pt x="125" y="46"/>
                      <a:pt x="125" y="46"/>
                      <a:pt x="124" y="45"/>
                    </a:cubicBezTo>
                    <a:cubicBezTo>
                      <a:pt x="124" y="45"/>
                      <a:pt x="124" y="44"/>
                      <a:pt x="124" y="43"/>
                    </a:cubicBezTo>
                    <a:cubicBezTo>
                      <a:pt x="124" y="41"/>
                      <a:pt x="124" y="41"/>
                      <a:pt x="124" y="40"/>
                    </a:cubicBezTo>
                    <a:cubicBezTo>
                      <a:pt x="125" y="39"/>
                      <a:pt x="126" y="39"/>
                      <a:pt x="127" y="39"/>
                    </a:cubicBezTo>
                    <a:cubicBezTo>
                      <a:pt x="127" y="39"/>
                      <a:pt x="128" y="39"/>
                      <a:pt x="128" y="39"/>
                    </a:cubicBezTo>
                    <a:cubicBezTo>
                      <a:pt x="128" y="39"/>
                      <a:pt x="129" y="40"/>
                      <a:pt x="129" y="40"/>
                    </a:cubicBezTo>
                    <a:cubicBezTo>
                      <a:pt x="129" y="40"/>
                      <a:pt x="128" y="41"/>
                      <a:pt x="128" y="41"/>
                    </a:cubicBezTo>
                    <a:cubicBezTo>
                      <a:pt x="128" y="41"/>
                      <a:pt x="128" y="41"/>
                      <a:pt x="128" y="41"/>
                    </a:cubicBezTo>
                    <a:cubicBezTo>
                      <a:pt x="127" y="41"/>
                      <a:pt x="127" y="41"/>
                      <a:pt x="127" y="41"/>
                    </a:cubicBezTo>
                    <a:cubicBezTo>
                      <a:pt x="127" y="41"/>
                      <a:pt x="126" y="40"/>
                      <a:pt x="126" y="40"/>
                    </a:cubicBezTo>
                    <a:cubicBezTo>
                      <a:pt x="126" y="40"/>
                      <a:pt x="127" y="40"/>
                      <a:pt x="127" y="40"/>
                    </a:cubicBezTo>
                    <a:cubicBezTo>
                      <a:pt x="127" y="39"/>
                      <a:pt x="127" y="39"/>
                      <a:pt x="127" y="39"/>
                    </a:cubicBezTo>
                    <a:cubicBezTo>
                      <a:pt x="127" y="39"/>
                      <a:pt x="127" y="39"/>
                      <a:pt x="127" y="39"/>
                    </a:cubicBezTo>
                    <a:cubicBezTo>
                      <a:pt x="126" y="39"/>
                      <a:pt x="125" y="40"/>
                      <a:pt x="125" y="42"/>
                    </a:cubicBezTo>
                    <a:cubicBezTo>
                      <a:pt x="126" y="42"/>
                      <a:pt x="126" y="42"/>
                      <a:pt x="127" y="42"/>
                    </a:cubicBezTo>
                    <a:cubicBezTo>
                      <a:pt x="127" y="42"/>
                      <a:pt x="128" y="42"/>
                      <a:pt x="128" y="42"/>
                    </a:cubicBezTo>
                    <a:cubicBezTo>
                      <a:pt x="128" y="43"/>
                      <a:pt x="129" y="43"/>
                      <a:pt x="129" y="44"/>
                    </a:cubicBezTo>
                    <a:close/>
                    <a:moveTo>
                      <a:pt x="127" y="44"/>
                    </a:moveTo>
                    <a:cubicBezTo>
                      <a:pt x="127" y="44"/>
                      <a:pt x="127" y="45"/>
                      <a:pt x="127" y="45"/>
                    </a:cubicBezTo>
                    <a:cubicBezTo>
                      <a:pt x="127" y="46"/>
                      <a:pt x="127" y="46"/>
                      <a:pt x="126" y="46"/>
                    </a:cubicBezTo>
                    <a:cubicBezTo>
                      <a:pt x="126" y="46"/>
                      <a:pt x="125" y="45"/>
                      <a:pt x="125" y="44"/>
                    </a:cubicBezTo>
                    <a:cubicBezTo>
                      <a:pt x="125" y="44"/>
                      <a:pt x="125" y="43"/>
                      <a:pt x="125" y="43"/>
                    </a:cubicBezTo>
                    <a:cubicBezTo>
                      <a:pt x="125" y="43"/>
                      <a:pt x="125" y="42"/>
                      <a:pt x="125" y="42"/>
                    </a:cubicBezTo>
                    <a:cubicBezTo>
                      <a:pt x="126" y="42"/>
                      <a:pt x="126" y="42"/>
                      <a:pt x="126" y="42"/>
                    </a:cubicBezTo>
                    <a:cubicBezTo>
                      <a:pt x="127" y="42"/>
                      <a:pt x="127" y="43"/>
                      <a:pt x="127" y="4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 dirty="0"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43" name="íšḻidé"/>
              <p:cNvSpPr/>
              <p:nvPr/>
            </p:nvSpPr>
            <p:spPr bwMode="auto">
              <a:xfrm>
                <a:off x="9196100" y="1691088"/>
                <a:ext cx="3421214" cy="3875236"/>
              </a:xfrm>
              <a:custGeom>
                <a:avLst/>
                <a:gdLst>
                  <a:gd name="T0" fmla="*/ 136 w 159"/>
                  <a:gd name="T1" fmla="*/ 0 h 178"/>
                  <a:gd name="T2" fmla="*/ 159 w 159"/>
                  <a:gd name="T3" fmla="*/ 22 h 178"/>
                  <a:gd name="T4" fmla="*/ 159 w 159"/>
                  <a:gd name="T5" fmla="*/ 94 h 178"/>
                  <a:gd name="T6" fmla="*/ 158 w 159"/>
                  <a:gd name="T7" fmla="*/ 110 h 178"/>
                  <a:gd name="T8" fmla="*/ 80 w 159"/>
                  <a:gd name="T9" fmla="*/ 178 h 178"/>
                  <a:gd name="T10" fmla="*/ 1 w 159"/>
                  <a:gd name="T11" fmla="*/ 106 h 178"/>
                  <a:gd name="T12" fmla="*/ 0 w 159"/>
                  <a:gd name="T13" fmla="*/ 94 h 178"/>
                  <a:gd name="T14" fmla="*/ 0 w 159"/>
                  <a:gd name="T15" fmla="*/ 22 h 178"/>
                  <a:gd name="T16" fmla="*/ 23 w 159"/>
                  <a:gd name="T17" fmla="*/ 0 h 178"/>
                  <a:gd name="T18" fmla="*/ 136 w 159"/>
                  <a:gd name="T19" fmla="*/ 0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9" h="178">
                    <a:moveTo>
                      <a:pt x="136" y="0"/>
                    </a:moveTo>
                    <a:cubicBezTo>
                      <a:pt x="141" y="10"/>
                      <a:pt x="149" y="18"/>
                      <a:pt x="159" y="22"/>
                    </a:cubicBezTo>
                    <a:cubicBezTo>
                      <a:pt x="159" y="94"/>
                      <a:pt x="159" y="94"/>
                      <a:pt x="159" y="94"/>
                    </a:cubicBezTo>
                    <a:cubicBezTo>
                      <a:pt x="159" y="99"/>
                      <a:pt x="159" y="105"/>
                      <a:pt x="158" y="110"/>
                    </a:cubicBezTo>
                    <a:cubicBezTo>
                      <a:pt x="150" y="152"/>
                      <a:pt x="109" y="173"/>
                      <a:pt x="80" y="178"/>
                    </a:cubicBezTo>
                    <a:cubicBezTo>
                      <a:pt x="41" y="171"/>
                      <a:pt x="8" y="144"/>
                      <a:pt x="1" y="106"/>
                    </a:cubicBezTo>
                    <a:cubicBezTo>
                      <a:pt x="0" y="102"/>
                      <a:pt x="0" y="98"/>
                      <a:pt x="0" y="94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11" y="17"/>
                      <a:pt x="18" y="10"/>
                      <a:pt x="23" y="0"/>
                    </a:cubicBezTo>
                    <a:lnTo>
                      <a:pt x="136" y="0"/>
                    </a:lnTo>
                    <a:close/>
                  </a:path>
                </a:pathLst>
              </a:custGeom>
              <a:noFill/>
              <a:ln w="6350" cap="flat">
                <a:solidFill>
                  <a:schemeClr val="bg1">
                    <a:alpha val="83000"/>
                  </a:scheme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</p:grpSp>
        <p:sp>
          <p:nvSpPr>
            <p:cNvPr id="23" name="ïsḻíďê"/>
            <p:cNvSpPr/>
            <p:nvPr/>
          </p:nvSpPr>
          <p:spPr bwMode="auto">
            <a:xfrm>
              <a:off x="4625816" y="4828942"/>
              <a:ext cx="5773424" cy="379865"/>
            </a:xfrm>
            <a:custGeom>
              <a:avLst/>
              <a:gdLst>
                <a:gd name="T0" fmla="*/ 11 w 410"/>
                <a:gd name="T1" fmla="*/ 14 h 27"/>
                <a:gd name="T2" fmla="*/ 11 w 410"/>
                <a:gd name="T3" fmla="*/ 1 h 27"/>
                <a:gd name="T4" fmla="*/ 8 w 410"/>
                <a:gd name="T5" fmla="*/ 10 h 27"/>
                <a:gd name="T6" fmla="*/ 24 w 410"/>
                <a:gd name="T7" fmla="*/ 22 h 27"/>
                <a:gd name="T8" fmla="*/ 21 w 410"/>
                <a:gd name="T9" fmla="*/ 9 h 27"/>
                <a:gd name="T10" fmla="*/ 40 w 410"/>
                <a:gd name="T11" fmla="*/ 22 h 27"/>
                <a:gd name="T12" fmla="*/ 39 w 410"/>
                <a:gd name="T13" fmla="*/ 19 h 27"/>
                <a:gd name="T14" fmla="*/ 53 w 410"/>
                <a:gd name="T15" fmla="*/ 8 h 27"/>
                <a:gd name="T16" fmla="*/ 55 w 410"/>
                <a:gd name="T17" fmla="*/ 15 h 27"/>
                <a:gd name="T18" fmla="*/ 57 w 410"/>
                <a:gd name="T19" fmla="*/ 22 h 27"/>
                <a:gd name="T20" fmla="*/ 66 w 410"/>
                <a:gd name="T21" fmla="*/ 21 h 27"/>
                <a:gd name="T22" fmla="*/ 99 w 410"/>
                <a:gd name="T23" fmla="*/ 6 h 27"/>
                <a:gd name="T24" fmla="*/ 90 w 410"/>
                <a:gd name="T25" fmla="*/ 6 h 27"/>
                <a:gd name="T26" fmla="*/ 114 w 410"/>
                <a:gd name="T27" fmla="*/ 7 h 27"/>
                <a:gd name="T28" fmla="*/ 115 w 410"/>
                <a:gd name="T29" fmla="*/ 18 h 27"/>
                <a:gd name="T30" fmla="*/ 111 w 410"/>
                <a:gd name="T31" fmla="*/ 8 h 27"/>
                <a:gd name="T32" fmla="*/ 119 w 410"/>
                <a:gd name="T33" fmla="*/ 17 h 27"/>
                <a:gd name="T34" fmla="*/ 127 w 410"/>
                <a:gd name="T35" fmla="*/ 16 h 27"/>
                <a:gd name="T36" fmla="*/ 129 w 410"/>
                <a:gd name="T37" fmla="*/ 10 h 27"/>
                <a:gd name="T38" fmla="*/ 129 w 410"/>
                <a:gd name="T39" fmla="*/ 14 h 27"/>
                <a:gd name="T40" fmla="*/ 132 w 410"/>
                <a:gd name="T41" fmla="*/ 8 h 27"/>
                <a:gd name="T42" fmla="*/ 136 w 410"/>
                <a:gd name="T43" fmla="*/ 17 h 27"/>
                <a:gd name="T44" fmla="*/ 160 w 410"/>
                <a:gd name="T45" fmla="*/ 16 h 27"/>
                <a:gd name="T46" fmla="*/ 156 w 410"/>
                <a:gd name="T47" fmla="*/ 18 h 27"/>
                <a:gd name="T48" fmla="*/ 165 w 410"/>
                <a:gd name="T49" fmla="*/ 6 h 27"/>
                <a:gd name="T50" fmla="*/ 179 w 410"/>
                <a:gd name="T51" fmla="*/ 13 h 27"/>
                <a:gd name="T52" fmla="*/ 180 w 410"/>
                <a:gd name="T53" fmla="*/ 21 h 27"/>
                <a:gd name="T54" fmla="*/ 182 w 410"/>
                <a:gd name="T55" fmla="*/ 11 h 27"/>
                <a:gd name="T56" fmla="*/ 175 w 410"/>
                <a:gd name="T57" fmla="*/ 6 h 27"/>
                <a:gd name="T58" fmla="*/ 200 w 410"/>
                <a:gd name="T59" fmla="*/ 20 h 27"/>
                <a:gd name="T60" fmla="*/ 195 w 410"/>
                <a:gd name="T61" fmla="*/ 8 h 27"/>
                <a:gd name="T62" fmla="*/ 207 w 410"/>
                <a:gd name="T63" fmla="*/ 8 h 27"/>
                <a:gd name="T64" fmla="*/ 209 w 410"/>
                <a:gd name="T65" fmla="*/ 15 h 27"/>
                <a:gd name="T66" fmla="*/ 211 w 410"/>
                <a:gd name="T67" fmla="*/ 22 h 27"/>
                <a:gd name="T68" fmla="*/ 227 w 410"/>
                <a:gd name="T69" fmla="*/ 14 h 27"/>
                <a:gd name="T70" fmla="*/ 244 w 410"/>
                <a:gd name="T71" fmla="*/ 21 h 27"/>
                <a:gd name="T72" fmla="*/ 234 w 410"/>
                <a:gd name="T73" fmla="*/ 6 h 27"/>
                <a:gd name="T74" fmla="*/ 259 w 410"/>
                <a:gd name="T75" fmla="*/ 8 h 27"/>
                <a:gd name="T76" fmla="*/ 254 w 410"/>
                <a:gd name="T77" fmla="*/ 24 h 27"/>
                <a:gd name="T78" fmla="*/ 252 w 410"/>
                <a:gd name="T79" fmla="*/ 19 h 27"/>
                <a:gd name="T80" fmla="*/ 263 w 410"/>
                <a:gd name="T81" fmla="*/ 19 h 27"/>
                <a:gd name="T82" fmla="*/ 276 w 410"/>
                <a:gd name="T83" fmla="*/ 17 h 27"/>
                <a:gd name="T84" fmla="*/ 287 w 410"/>
                <a:gd name="T85" fmla="*/ 18 h 27"/>
                <a:gd name="T86" fmla="*/ 308 w 410"/>
                <a:gd name="T87" fmla="*/ 21 h 27"/>
                <a:gd name="T88" fmla="*/ 296 w 410"/>
                <a:gd name="T89" fmla="*/ 21 h 27"/>
                <a:gd name="T90" fmla="*/ 313 w 410"/>
                <a:gd name="T91" fmla="*/ 21 h 27"/>
                <a:gd name="T92" fmla="*/ 327 w 410"/>
                <a:gd name="T93" fmla="*/ 21 h 27"/>
                <a:gd name="T94" fmla="*/ 337 w 410"/>
                <a:gd name="T95" fmla="*/ 8 h 27"/>
                <a:gd name="T96" fmla="*/ 345 w 410"/>
                <a:gd name="T97" fmla="*/ 19 h 27"/>
                <a:gd name="T98" fmla="*/ 346 w 410"/>
                <a:gd name="T99" fmla="*/ 12 h 27"/>
                <a:gd name="T100" fmla="*/ 361 w 410"/>
                <a:gd name="T101" fmla="*/ 9 h 27"/>
                <a:gd name="T102" fmla="*/ 355 w 410"/>
                <a:gd name="T103" fmla="*/ 8 h 27"/>
                <a:gd name="T104" fmla="*/ 364 w 410"/>
                <a:gd name="T105" fmla="*/ 17 h 27"/>
                <a:gd name="T106" fmla="*/ 370 w 410"/>
                <a:gd name="T107" fmla="*/ 15 h 27"/>
                <a:gd name="T108" fmla="*/ 374 w 410"/>
                <a:gd name="T109" fmla="*/ 10 h 27"/>
                <a:gd name="T110" fmla="*/ 375 w 410"/>
                <a:gd name="T111" fmla="*/ 17 h 27"/>
                <a:gd name="T112" fmla="*/ 381 w 410"/>
                <a:gd name="T113" fmla="*/ 3 h 27"/>
                <a:gd name="T114" fmla="*/ 385 w 410"/>
                <a:gd name="T115" fmla="*/ 6 h 27"/>
                <a:gd name="T116" fmla="*/ 390 w 410"/>
                <a:gd name="T117" fmla="*/ 18 h 27"/>
                <a:gd name="T118" fmla="*/ 401 w 410"/>
                <a:gd name="T1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10" h="27">
                  <a:moveTo>
                    <a:pt x="7" y="22"/>
                  </a:moveTo>
                  <a:cubicBezTo>
                    <a:pt x="6" y="22"/>
                    <a:pt x="4" y="21"/>
                    <a:pt x="3" y="21"/>
                  </a:cubicBezTo>
                  <a:cubicBezTo>
                    <a:pt x="2" y="21"/>
                    <a:pt x="1" y="20"/>
                    <a:pt x="0" y="20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2" y="18"/>
                    <a:pt x="4" y="19"/>
                  </a:cubicBezTo>
                  <a:cubicBezTo>
                    <a:pt x="5" y="19"/>
                    <a:pt x="6" y="19"/>
                    <a:pt x="7" y="19"/>
                  </a:cubicBezTo>
                  <a:cubicBezTo>
                    <a:pt x="8" y="19"/>
                    <a:pt x="9" y="19"/>
                    <a:pt x="10" y="18"/>
                  </a:cubicBezTo>
                  <a:cubicBezTo>
                    <a:pt x="11" y="18"/>
                    <a:pt x="11" y="17"/>
                    <a:pt x="11" y="16"/>
                  </a:cubicBezTo>
                  <a:cubicBezTo>
                    <a:pt x="11" y="15"/>
                    <a:pt x="11" y="14"/>
                    <a:pt x="11" y="14"/>
                  </a:cubicBezTo>
                  <a:cubicBezTo>
                    <a:pt x="10" y="13"/>
                    <a:pt x="10" y="13"/>
                    <a:pt x="9" y="13"/>
                  </a:cubicBezTo>
                  <a:cubicBezTo>
                    <a:pt x="8" y="13"/>
                    <a:pt x="8" y="12"/>
                    <a:pt x="7" y="12"/>
                  </a:cubicBezTo>
                  <a:cubicBezTo>
                    <a:pt x="7" y="12"/>
                    <a:pt x="6" y="12"/>
                    <a:pt x="5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1"/>
                    <a:pt x="2" y="10"/>
                  </a:cubicBezTo>
                  <a:cubicBezTo>
                    <a:pt x="1" y="10"/>
                    <a:pt x="1" y="9"/>
                    <a:pt x="1" y="8"/>
                  </a:cubicBezTo>
                  <a:cubicBezTo>
                    <a:pt x="1" y="8"/>
                    <a:pt x="1" y="7"/>
                    <a:pt x="1" y="6"/>
                  </a:cubicBezTo>
                  <a:cubicBezTo>
                    <a:pt x="1" y="5"/>
                    <a:pt x="1" y="3"/>
                    <a:pt x="2" y="2"/>
                  </a:cubicBezTo>
                  <a:cubicBezTo>
                    <a:pt x="4" y="1"/>
                    <a:pt x="5" y="1"/>
                    <a:pt x="7" y="1"/>
                  </a:cubicBezTo>
                  <a:cubicBezTo>
                    <a:pt x="8" y="1"/>
                    <a:pt x="10" y="1"/>
                    <a:pt x="11" y="1"/>
                  </a:cubicBezTo>
                  <a:cubicBezTo>
                    <a:pt x="12" y="1"/>
                    <a:pt x="13" y="2"/>
                    <a:pt x="13" y="2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5"/>
                    <a:pt x="12" y="4"/>
                    <a:pt x="11" y="4"/>
                  </a:cubicBezTo>
                  <a:cubicBezTo>
                    <a:pt x="10" y="3"/>
                    <a:pt x="9" y="3"/>
                    <a:pt x="8" y="3"/>
                  </a:cubicBezTo>
                  <a:cubicBezTo>
                    <a:pt x="6" y="3"/>
                    <a:pt x="5" y="3"/>
                    <a:pt x="5" y="4"/>
                  </a:cubicBezTo>
                  <a:cubicBezTo>
                    <a:pt x="4" y="4"/>
                    <a:pt x="3" y="5"/>
                    <a:pt x="3" y="6"/>
                  </a:cubicBezTo>
                  <a:cubicBezTo>
                    <a:pt x="3" y="7"/>
                    <a:pt x="4" y="8"/>
                    <a:pt x="4" y="8"/>
                  </a:cubicBezTo>
                  <a:cubicBezTo>
                    <a:pt x="4" y="9"/>
                    <a:pt x="5" y="9"/>
                    <a:pt x="6" y="9"/>
                  </a:cubicBezTo>
                  <a:cubicBezTo>
                    <a:pt x="7" y="9"/>
                    <a:pt x="7" y="10"/>
                    <a:pt x="8" y="10"/>
                  </a:cubicBezTo>
                  <a:cubicBezTo>
                    <a:pt x="9" y="10"/>
                    <a:pt x="10" y="10"/>
                    <a:pt x="10" y="10"/>
                  </a:cubicBezTo>
                  <a:cubicBezTo>
                    <a:pt x="12" y="11"/>
                    <a:pt x="13" y="11"/>
                    <a:pt x="13" y="12"/>
                  </a:cubicBezTo>
                  <a:cubicBezTo>
                    <a:pt x="14" y="13"/>
                    <a:pt x="14" y="14"/>
                    <a:pt x="14" y="15"/>
                  </a:cubicBezTo>
                  <a:cubicBezTo>
                    <a:pt x="14" y="16"/>
                    <a:pt x="14" y="17"/>
                    <a:pt x="14" y="18"/>
                  </a:cubicBezTo>
                  <a:cubicBezTo>
                    <a:pt x="13" y="19"/>
                    <a:pt x="13" y="19"/>
                    <a:pt x="12" y="20"/>
                  </a:cubicBezTo>
                  <a:cubicBezTo>
                    <a:pt x="12" y="20"/>
                    <a:pt x="11" y="21"/>
                    <a:pt x="10" y="21"/>
                  </a:cubicBezTo>
                  <a:cubicBezTo>
                    <a:pt x="9" y="21"/>
                    <a:pt x="8" y="22"/>
                    <a:pt x="7" y="22"/>
                  </a:cubicBezTo>
                  <a:close/>
                  <a:moveTo>
                    <a:pt x="31" y="14"/>
                  </a:moveTo>
                  <a:cubicBezTo>
                    <a:pt x="31" y="16"/>
                    <a:pt x="30" y="18"/>
                    <a:pt x="29" y="20"/>
                  </a:cubicBezTo>
                  <a:cubicBezTo>
                    <a:pt x="28" y="21"/>
                    <a:pt x="26" y="22"/>
                    <a:pt x="24" y="22"/>
                  </a:cubicBezTo>
                  <a:cubicBezTo>
                    <a:pt x="22" y="22"/>
                    <a:pt x="20" y="21"/>
                    <a:pt x="19" y="19"/>
                  </a:cubicBezTo>
                  <a:cubicBezTo>
                    <a:pt x="18" y="18"/>
                    <a:pt x="17" y="16"/>
                    <a:pt x="17" y="14"/>
                  </a:cubicBezTo>
                  <a:cubicBezTo>
                    <a:pt x="17" y="11"/>
                    <a:pt x="18" y="9"/>
                    <a:pt x="19" y="8"/>
                  </a:cubicBezTo>
                  <a:cubicBezTo>
                    <a:pt x="21" y="6"/>
                    <a:pt x="22" y="6"/>
                    <a:pt x="24" y="6"/>
                  </a:cubicBezTo>
                  <a:cubicBezTo>
                    <a:pt x="26" y="6"/>
                    <a:pt x="28" y="6"/>
                    <a:pt x="29" y="8"/>
                  </a:cubicBezTo>
                  <a:cubicBezTo>
                    <a:pt x="30" y="9"/>
                    <a:pt x="31" y="11"/>
                    <a:pt x="31" y="14"/>
                  </a:cubicBezTo>
                  <a:close/>
                  <a:moveTo>
                    <a:pt x="28" y="14"/>
                  </a:moveTo>
                  <a:cubicBezTo>
                    <a:pt x="28" y="12"/>
                    <a:pt x="28" y="10"/>
                    <a:pt x="27" y="9"/>
                  </a:cubicBezTo>
                  <a:cubicBezTo>
                    <a:pt x="27" y="8"/>
                    <a:pt x="26" y="8"/>
                    <a:pt x="24" y="8"/>
                  </a:cubicBezTo>
                  <a:cubicBezTo>
                    <a:pt x="23" y="8"/>
                    <a:pt x="22" y="8"/>
                    <a:pt x="21" y="9"/>
                  </a:cubicBezTo>
                  <a:cubicBezTo>
                    <a:pt x="20" y="10"/>
                    <a:pt x="20" y="12"/>
                    <a:pt x="20" y="14"/>
                  </a:cubicBezTo>
                  <a:cubicBezTo>
                    <a:pt x="20" y="16"/>
                    <a:pt x="20" y="17"/>
                    <a:pt x="21" y="18"/>
                  </a:cubicBezTo>
                  <a:cubicBezTo>
                    <a:pt x="22" y="19"/>
                    <a:pt x="23" y="19"/>
                    <a:pt x="24" y="19"/>
                  </a:cubicBezTo>
                  <a:cubicBezTo>
                    <a:pt x="26" y="19"/>
                    <a:pt x="27" y="19"/>
                    <a:pt x="27" y="18"/>
                  </a:cubicBezTo>
                  <a:cubicBezTo>
                    <a:pt x="28" y="17"/>
                    <a:pt x="28" y="16"/>
                    <a:pt x="28" y="14"/>
                  </a:cubicBezTo>
                  <a:close/>
                  <a:moveTo>
                    <a:pt x="47" y="21"/>
                  </a:moveTo>
                  <a:cubicBezTo>
                    <a:pt x="45" y="21"/>
                    <a:pt x="45" y="21"/>
                    <a:pt x="45" y="21"/>
                  </a:cubicBezTo>
                  <a:cubicBezTo>
                    <a:pt x="45" y="20"/>
                    <a:pt x="45" y="20"/>
                    <a:pt x="45" y="20"/>
                  </a:cubicBezTo>
                  <a:cubicBezTo>
                    <a:pt x="44" y="20"/>
                    <a:pt x="43" y="21"/>
                    <a:pt x="42" y="21"/>
                  </a:cubicBezTo>
                  <a:cubicBezTo>
                    <a:pt x="42" y="21"/>
                    <a:pt x="41" y="22"/>
                    <a:pt x="40" y="22"/>
                  </a:cubicBezTo>
                  <a:cubicBezTo>
                    <a:pt x="39" y="22"/>
                    <a:pt x="39" y="22"/>
                    <a:pt x="38" y="21"/>
                  </a:cubicBezTo>
                  <a:cubicBezTo>
                    <a:pt x="38" y="21"/>
                    <a:pt x="37" y="21"/>
                    <a:pt x="37" y="20"/>
                  </a:cubicBezTo>
                  <a:cubicBezTo>
                    <a:pt x="36" y="20"/>
                    <a:pt x="36" y="19"/>
                    <a:pt x="36" y="19"/>
                  </a:cubicBezTo>
                  <a:cubicBezTo>
                    <a:pt x="35" y="18"/>
                    <a:pt x="35" y="17"/>
                    <a:pt x="35" y="16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8" y="6"/>
                    <a:pt x="38" y="6"/>
                    <a:pt x="38" y="6"/>
                  </a:cubicBezTo>
                  <a:cubicBezTo>
                    <a:pt x="38" y="15"/>
                    <a:pt x="38" y="15"/>
                    <a:pt x="38" y="15"/>
                  </a:cubicBezTo>
                  <a:cubicBezTo>
                    <a:pt x="38" y="15"/>
                    <a:pt x="38" y="16"/>
                    <a:pt x="38" y="17"/>
                  </a:cubicBezTo>
                  <a:cubicBezTo>
                    <a:pt x="38" y="17"/>
                    <a:pt x="38" y="18"/>
                    <a:pt x="38" y="18"/>
                  </a:cubicBezTo>
                  <a:cubicBezTo>
                    <a:pt x="38" y="18"/>
                    <a:pt x="39" y="19"/>
                    <a:pt x="39" y="19"/>
                  </a:cubicBezTo>
                  <a:cubicBezTo>
                    <a:pt x="39" y="19"/>
                    <a:pt x="40" y="19"/>
                    <a:pt x="41" y="19"/>
                  </a:cubicBezTo>
                  <a:cubicBezTo>
                    <a:pt x="41" y="19"/>
                    <a:pt x="42" y="19"/>
                    <a:pt x="43" y="19"/>
                  </a:cubicBezTo>
                  <a:cubicBezTo>
                    <a:pt x="43" y="18"/>
                    <a:pt x="44" y="18"/>
                    <a:pt x="45" y="17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7" y="21"/>
                    <a:pt x="47" y="21"/>
                    <a:pt x="47" y="21"/>
                  </a:cubicBezTo>
                  <a:close/>
                  <a:moveTo>
                    <a:pt x="57" y="22"/>
                  </a:moveTo>
                  <a:cubicBezTo>
                    <a:pt x="56" y="22"/>
                    <a:pt x="55" y="21"/>
                    <a:pt x="54" y="20"/>
                  </a:cubicBezTo>
                  <a:cubicBezTo>
                    <a:pt x="53" y="20"/>
                    <a:pt x="53" y="18"/>
                    <a:pt x="53" y="17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6"/>
                    <a:pt x="51" y="6"/>
                    <a:pt x="51" y="6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3" y="2"/>
                    <a:pt x="53" y="2"/>
                    <a:pt x="53" y="2"/>
                  </a:cubicBezTo>
                  <a:cubicBezTo>
                    <a:pt x="55" y="2"/>
                    <a:pt x="55" y="2"/>
                    <a:pt x="55" y="2"/>
                  </a:cubicBezTo>
                  <a:cubicBezTo>
                    <a:pt x="55" y="6"/>
                    <a:pt x="55" y="6"/>
                    <a:pt x="55" y="6"/>
                  </a:cubicBezTo>
                  <a:cubicBezTo>
                    <a:pt x="60" y="6"/>
                    <a:pt x="60" y="6"/>
                    <a:pt x="60" y="6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55" y="8"/>
                    <a:pt x="55" y="8"/>
                    <a:pt x="55" y="8"/>
                  </a:cubicBezTo>
                  <a:cubicBezTo>
                    <a:pt x="55" y="15"/>
                    <a:pt x="55" y="15"/>
                    <a:pt x="55" y="15"/>
                  </a:cubicBezTo>
                  <a:cubicBezTo>
                    <a:pt x="55" y="16"/>
                    <a:pt x="55" y="17"/>
                    <a:pt x="55" y="17"/>
                  </a:cubicBezTo>
                  <a:cubicBezTo>
                    <a:pt x="55" y="18"/>
                    <a:pt x="56" y="18"/>
                    <a:pt x="56" y="18"/>
                  </a:cubicBezTo>
                  <a:cubicBezTo>
                    <a:pt x="56" y="19"/>
                    <a:pt x="56" y="19"/>
                    <a:pt x="56" y="19"/>
                  </a:cubicBezTo>
                  <a:cubicBezTo>
                    <a:pt x="57" y="19"/>
                    <a:pt x="57" y="19"/>
                    <a:pt x="58" y="19"/>
                  </a:cubicBezTo>
                  <a:cubicBezTo>
                    <a:pt x="58" y="19"/>
                    <a:pt x="59" y="19"/>
                    <a:pt x="59" y="19"/>
                  </a:cubicBezTo>
                  <a:cubicBezTo>
                    <a:pt x="59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21"/>
                    <a:pt x="60" y="21"/>
                    <a:pt x="60" y="21"/>
                  </a:cubicBezTo>
                  <a:cubicBezTo>
                    <a:pt x="60" y="21"/>
                    <a:pt x="59" y="21"/>
                    <a:pt x="59" y="21"/>
                  </a:cubicBezTo>
                  <a:cubicBezTo>
                    <a:pt x="58" y="21"/>
                    <a:pt x="58" y="22"/>
                    <a:pt x="57" y="22"/>
                  </a:cubicBezTo>
                  <a:close/>
                  <a:moveTo>
                    <a:pt x="76" y="21"/>
                  </a:moveTo>
                  <a:cubicBezTo>
                    <a:pt x="73" y="21"/>
                    <a:pt x="73" y="21"/>
                    <a:pt x="73" y="21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1"/>
                    <a:pt x="73" y="11"/>
                  </a:cubicBezTo>
                  <a:cubicBezTo>
                    <a:pt x="73" y="10"/>
                    <a:pt x="73" y="10"/>
                    <a:pt x="73" y="9"/>
                  </a:cubicBezTo>
                  <a:cubicBezTo>
                    <a:pt x="72" y="9"/>
                    <a:pt x="72" y="9"/>
                    <a:pt x="72" y="8"/>
                  </a:cubicBezTo>
                  <a:cubicBezTo>
                    <a:pt x="71" y="8"/>
                    <a:pt x="71" y="8"/>
                    <a:pt x="70" y="8"/>
                  </a:cubicBezTo>
                  <a:cubicBezTo>
                    <a:pt x="70" y="8"/>
                    <a:pt x="69" y="8"/>
                    <a:pt x="68" y="9"/>
                  </a:cubicBezTo>
                  <a:cubicBezTo>
                    <a:pt x="68" y="9"/>
                    <a:pt x="67" y="9"/>
                    <a:pt x="66" y="10"/>
                  </a:cubicBezTo>
                  <a:cubicBezTo>
                    <a:pt x="66" y="21"/>
                    <a:pt x="66" y="21"/>
                    <a:pt x="66" y="21"/>
                  </a:cubicBezTo>
                  <a:cubicBezTo>
                    <a:pt x="64" y="21"/>
                    <a:pt x="64" y="21"/>
                    <a:pt x="64" y="21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67" y="7"/>
                    <a:pt x="68" y="7"/>
                    <a:pt x="68" y="6"/>
                  </a:cubicBezTo>
                  <a:cubicBezTo>
                    <a:pt x="69" y="6"/>
                    <a:pt x="70" y="6"/>
                    <a:pt x="71" y="6"/>
                  </a:cubicBezTo>
                  <a:cubicBezTo>
                    <a:pt x="72" y="6"/>
                    <a:pt x="73" y="6"/>
                    <a:pt x="74" y="7"/>
                  </a:cubicBezTo>
                  <a:cubicBezTo>
                    <a:pt x="75" y="8"/>
                    <a:pt x="76" y="10"/>
                    <a:pt x="76" y="11"/>
                  </a:cubicBezTo>
                  <a:cubicBezTo>
                    <a:pt x="76" y="21"/>
                    <a:pt x="76" y="21"/>
                    <a:pt x="76" y="21"/>
                  </a:cubicBezTo>
                  <a:close/>
                  <a:moveTo>
                    <a:pt x="99" y="6"/>
                  </a:moveTo>
                  <a:cubicBezTo>
                    <a:pt x="95" y="21"/>
                    <a:pt x="95" y="21"/>
                    <a:pt x="95" y="21"/>
                  </a:cubicBezTo>
                  <a:cubicBezTo>
                    <a:pt x="93" y="21"/>
                    <a:pt x="93" y="21"/>
                    <a:pt x="93" y="2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6" y="21"/>
                    <a:pt x="86" y="21"/>
                    <a:pt x="86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79" y="6"/>
                    <a:pt x="79" y="6"/>
                    <a:pt x="79" y="6"/>
                  </a:cubicBezTo>
                  <a:cubicBezTo>
                    <a:pt x="82" y="6"/>
                    <a:pt x="82" y="6"/>
                    <a:pt x="82" y="6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8" y="6"/>
                    <a:pt x="88" y="6"/>
                    <a:pt x="88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7" y="6"/>
                    <a:pt x="97" y="6"/>
                    <a:pt x="97" y="6"/>
                  </a:cubicBezTo>
                  <a:cubicBezTo>
                    <a:pt x="99" y="6"/>
                    <a:pt x="99" y="6"/>
                    <a:pt x="99" y="6"/>
                  </a:cubicBezTo>
                  <a:close/>
                  <a:moveTo>
                    <a:pt x="110" y="22"/>
                  </a:moveTo>
                  <a:cubicBezTo>
                    <a:pt x="107" y="22"/>
                    <a:pt x="105" y="21"/>
                    <a:pt x="104" y="20"/>
                  </a:cubicBezTo>
                  <a:cubicBezTo>
                    <a:pt x="103" y="18"/>
                    <a:pt x="102" y="16"/>
                    <a:pt x="102" y="14"/>
                  </a:cubicBezTo>
                  <a:cubicBezTo>
                    <a:pt x="102" y="11"/>
                    <a:pt x="103" y="9"/>
                    <a:pt x="104" y="8"/>
                  </a:cubicBezTo>
                  <a:cubicBezTo>
                    <a:pt x="105" y="6"/>
                    <a:pt x="107" y="6"/>
                    <a:pt x="109" y="6"/>
                  </a:cubicBezTo>
                  <a:cubicBezTo>
                    <a:pt x="110" y="6"/>
                    <a:pt x="111" y="6"/>
                    <a:pt x="112" y="6"/>
                  </a:cubicBezTo>
                  <a:cubicBezTo>
                    <a:pt x="112" y="6"/>
                    <a:pt x="113" y="7"/>
                    <a:pt x="114" y="7"/>
                  </a:cubicBezTo>
                  <a:cubicBezTo>
                    <a:pt x="114" y="8"/>
                    <a:pt x="115" y="9"/>
                    <a:pt x="115" y="9"/>
                  </a:cubicBezTo>
                  <a:cubicBezTo>
                    <a:pt x="115" y="10"/>
                    <a:pt x="115" y="11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05" y="14"/>
                    <a:pt x="105" y="14"/>
                    <a:pt x="105" y="14"/>
                  </a:cubicBezTo>
                  <a:cubicBezTo>
                    <a:pt x="105" y="16"/>
                    <a:pt x="105" y="17"/>
                    <a:pt x="106" y="18"/>
                  </a:cubicBezTo>
                  <a:cubicBezTo>
                    <a:pt x="107" y="19"/>
                    <a:pt x="108" y="19"/>
                    <a:pt x="110" y="19"/>
                  </a:cubicBezTo>
                  <a:cubicBezTo>
                    <a:pt x="110" y="19"/>
                    <a:pt x="111" y="19"/>
                    <a:pt x="111" y="19"/>
                  </a:cubicBezTo>
                  <a:cubicBezTo>
                    <a:pt x="112" y="19"/>
                    <a:pt x="112" y="19"/>
                    <a:pt x="113" y="19"/>
                  </a:cubicBezTo>
                  <a:cubicBezTo>
                    <a:pt x="113" y="18"/>
                    <a:pt x="114" y="18"/>
                    <a:pt x="114" y="18"/>
                  </a:cubicBezTo>
                  <a:cubicBezTo>
                    <a:pt x="114" y="18"/>
                    <a:pt x="115" y="18"/>
                    <a:pt x="115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0"/>
                    <a:pt x="114" y="21"/>
                    <a:pt x="114" y="21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2" y="21"/>
                    <a:pt x="112" y="21"/>
                    <a:pt x="111" y="21"/>
                  </a:cubicBezTo>
                  <a:cubicBezTo>
                    <a:pt x="111" y="22"/>
                    <a:pt x="110" y="22"/>
                    <a:pt x="110" y="22"/>
                  </a:cubicBezTo>
                  <a:close/>
                  <a:moveTo>
                    <a:pt x="113" y="12"/>
                  </a:moveTo>
                  <a:cubicBezTo>
                    <a:pt x="113" y="11"/>
                    <a:pt x="113" y="11"/>
                    <a:pt x="113" y="10"/>
                  </a:cubicBezTo>
                  <a:cubicBezTo>
                    <a:pt x="112" y="10"/>
                    <a:pt x="112" y="9"/>
                    <a:pt x="112" y="9"/>
                  </a:cubicBezTo>
                  <a:cubicBezTo>
                    <a:pt x="112" y="9"/>
                    <a:pt x="111" y="8"/>
                    <a:pt x="111" y="8"/>
                  </a:cubicBezTo>
                  <a:cubicBezTo>
                    <a:pt x="110" y="8"/>
                    <a:pt x="110" y="8"/>
                    <a:pt x="109" y="8"/>
                  </a:cubicBezTo>
                  <a:cubicBezTo>
                    <a:pt x="108" y="8"/>
                    <a:pt x="108" y="8"/>
                    <a:pt x="107" y="8"/>
                  </a:cubicBezTo>
                  <a:cubicBezTo>
                    <a:pt x="107" y="8"/>
                    <a:pt x="106" y="9"/>
                    <a:pt x="106" y="9"/>
                  </a:cubicBezTo>
                  <a:cubicBezTo>
                    <a:pt x="106" y="9"/>
                    <a:pt x="105" y="10"/>
                    <a:pt x="105" y="10"/>
                  </a:cubicBezTo>
                  <a:cubicBezTo>
                    <a:pt x="105" y="11"/>
                    <a:pt x="105" y="11"/>
                    <a:pt x="105" y="12"/>
                  </a:cubicBezTo>
                  <a:cubicBezTo>
                    <a:pt x="113" y="12"/>
                    <a:pt x="113" y="12"/>
                    <a:pt x="113" y="12"/>
                  </a:cubicBezTo>
                  <a:close/>
                  <a:moveTo>
                    <a:pt x="124" y="22"/>
                  </a:moveTo>
                  <a:cubicBezTo>
                    <a:pt x="123" y="22"/>
                    <a:pt x="122" y="21"/>
                    <a:pt x="121" y="21"/>
                  </a:cubicBezTo>
                  <a:cubicBezTo>
                    <a:pt x="120" y="21"/>
                    <a:pt x="119" y="21"/>
                    <a:pt x="119" y="20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19" y="18"/>
                    <a:pt x="119" y="18"/>
                    <a:pt x="120" y="18"/>
                  </a:cubicBezTo>
                  <a:cubicBezTo>
                    <a:pt x="120" y="18"/>
                    <a:pt x="120" y="18"/>
                    <a:pt x="121" y="19"/>
                  </a:cubicBezTo>
                  <a:cubicBezTo>
                    <a:pt x="121" y="19"/>
                    <a:pt x="122" y="19"/>
                    <a:pt x="122" y="19"/>
                  </a:cubicBezTo>
                  <a:cubicBezTo>
                    <a:pt x="123" y="19"/>
                    <a:pt x="123" y="19"/>
                    <a:pt x="124" y="19"/>
                  </a:cubicBezTo>
                  <a:cubicBezTo>
                    <a:pt x="124" y="19"/>
                    <a:pt x="125" y="19"/>
                    <a:pt x="125" y="19"/>
                  </a:cubicBezTo>
                  <a:cubicBezTo>
                    <a:pt x="126" y="19"/>
                    <a:pt x="126" y="19"/>
                    <a:pt x="126" y="19"/>
                  </a:cubicBezTo>
                  <a:cubicBezTo>
                    <a:pt x="126" y="19"/>
                    <a:pt x="127" y="18"/>
                    <a:pt x="127" y="18"/>
                  </a:cubicBezTo>
                  <a:cubicBezTo>
                    <a:pt x="127" y="18"/>
                    <a:pt x="127" y="18"/>
                    <a:pt x="127" y="17"/>
                  </a:cubicBezTo>
                  <a:cubicBezTo>
                    <a:pt x="127" y="17"/>
                    <a:pt x="127" y="16"/>
                    <a:pt x="127" y="16"/>
                  </a:cubicBezTo>
                  <a:cubicBezTo>
                    <a:pt x="126" y="16"/>
                    <a:pt x="126" y="15"/>
                    <a:pt x="125" y="15"/>
                  </a:cubicBezTo>
                  <a:cubicBezTo>
                    <a:pt x="124" y="15"/>
                    <a:pt x="124" y="15"/>
                    <a:pt x="123" y="15"/>
                  </a:cubicBezTo>
                  <a:cubicBezTo>
                    <a:pt x="123" y="15"/>
                    <a:pt x="122" y="15"/>
                    <a:pt x="122" y="14"/>
                  </a:cubicBezTo>
                  <a:cubicBezTo>
                    <a:pt x="121" y="14"/>
                    <a:pt x="120" y="14"/>
                    <a:pt x="119" y="13"/>
                  </a:cubicBezTo>
                  <a:cubicBezTo>
                    <a:pt x="119" y="12"/>
                    <a:pt x="119" y="11"/>
                    <a:pt x="119" y="10"/>
                  </a:cubicBezTo>
                  <a:cubicBezTo>
                    <a:pt x="119" y="9"/>
                    <a:pt x="119" y="8"/>
                    <a:pt x="120" y="7"/>
                  </a:cubicBezTo>
                  <a:cubicBezTo>
                    <a:pt x="121" y="6"/>
                    <a:pt x="123" y="6"/>
                    <a:pt x="124" y="6"/>
                  </a:cubicBezTo>
                  <a:cubicBezTo>
                    <a:pt x="125" y="6"/>
                    <a:pt x="126" y="6"/>
                    <a:pt x="127" y="6"/>
                  </a:cubicBezTo>
                  <a:cubicBezTo>
                    <a:pt x="128" y="6"/>
                    <a:pt x="128" y="6"/>
                    <a:pt x="129" y="7"/>
                  </a:cubicBezTo>
                  <a:cubicBezTo>
                    <a:pt x="129" y="10"/>
                    <a:pt x="129" y="10"/>
                    <a:pt x="129" y="10"/>
                  </a:cubicBezTo>
                  <a:cubicBezTo>
                    <a:pt x="129" y="10"/>
                    <a:pt x="129" y="10"/>
                    <a:pt x="129" y="10"/>
                  </a:cubicBezTo>
                  <a:cubicBezTo>
                    <a:pt x="128" y="9"/>
                    <a:pt x="128" y="9"/>
                    <a:pt x="127" y="8"/>
                  </a:cubicBezTo>
                  <a:cubicBezTo>
                    <a:pt x="126" y="8"/>
                    <a:pt x="125" y="8"/>
                    <a:pt x="124" y="8"/>
                  </a:cubicBezTo>
                  <a:cubicBezTo>
                    <a:pt x="123" y="8"/>
                    <a:pt x="123" y="8"/>
                    <a:pt x="122" y="8"/>
                  </a:cubicBezTo>
                  <a:cubicBezTo>
                    <a:pt x="122" y="9"/>
                    <a:pt x="121" y="9"/>
                    <a:pt x="121" y="10"/>
                  </a:cubicBezTo>
                  <a:cubicBezTo>
                    <a:pt x="121" y="11"/>
                    <a:pt x="121" y="11"/>
                    <a:pt x="122" y="11"/>
                  </a:cubicBezTo>
                  <a:cubicBezTo>
                    <a:pt x="122" y="12"/>
                    <a:pt x="123" y="12"/>
                    <a:pt x="123" y="12"/>
                  </a:cubicBezTo>
                  <a:cubicBezTo>
                    <a:pt x="124" y="12"/>
                    <a:pt x="124" y="12"/>
                    <a:pt x="125" y="12"/>
                  </a:cubicBezTo>
                  <a:cubicBezTo>
                    <a:pt x="125" y="13"/>
                    <a:pt x="126" y="13"/>
                    <a:pt x="126" y="13"/>
                  </a:cubicBezTo>
                  <a:cubicBezTo>
                    <a:pt x="127" y="13"/>
                    <a:pt x="128" y="14"/>
                    <a:pt x="129" y="14"/>
                  </a:cubicBezTo>
                  <a:cubicBezTo>
                    <a:pt x="129" y="15"/>
                    <a:pt x="130" y="16"/>
                    <a:pt x="130" y="17"/>
                  </a:cubicBezTo>
                  <a:cubicBezTo>
                    <a:pt x="130" y="17"/>
                    <a:pt x="129" y="18"/>
                    <a:pt x="129" y="19"/>
                  </a:cubicBezTo>
                  <a:cubicBezTo>
                    <a:pt x="129" y="19"/>
                    <a:pt x="129" y="20"/>
                    <a:pt x="128" y="20"/>
                  </a:cubicBezTo>
                  <a:cubicBezTo>
                    <a:pt x="128" y="21"/>
                    <a:pt x="127" y="21"/>
                    <a:pt x="126" y="21"/>
                  </a:cubicBezTo>
                  <a:cubicBezTo>
                    <a:pt x="126" y="21"/>
                    <a:pt x="125" y="22"/>
                    <a:pt x="124" y="22"/>
                  </a:cubicBezTo>
                  <a:close/>
                  <a:moveTo>
                    <a:pt x="138" y="22"/>
                  </a:moveTo>
                  <a:cubicBezTo>
                    <a:pt x="137" y="22"/>
                    <a:pt x="136" y="21"/>
                    <a:pt x="135" y="20"/>
                  </a:cubicBezTo>
                  <a:cubicBezTo>
                    <a:pt x="134" y="20"/>
                    <a:pt x="134" y="18"/>
                    <a:pt x="134" y="17"/>
                  </a:cubicBezTo>
                  <a:cubicBezTo>
                    <a:pt x="134" y="8"/>
                    <a:pt x="134" y="8"/>
                    <a:pt x="134" y="8"/>
                  </a:cubicBezTo>
                  <a:cubicBezTo>
                    <a:pt x="132" y="8"/>
                    <a:pt x="132" y="8"/>
                    <a:pt x="132" y="8"/>
                  </a:cubicBezTo>
                  <a:cubicBezTo>
                    <a:pt x="132" y="6"/>
                    <a:pt x="132" y="6"/>
                    <a:pt x="132" y="6"/>
                  </a:cubicBezTo>
                  <a:cubicBezTo>
                    <a:pt x="134" y="6"/>
                    <a:pt x="134" y="6"/>
                    <a:pt x="134" y="6"/>
                  </a:cubicBezTo>
                  <a:cubicBezTo>
                    <a:pt x="134" y="2"/>
                    <a:pt x="134" y="2"/>
                    <a:pt x="134" y="2"/>
                  </a:cubicBezTo>
                  <a:cubicBezTo>
                    <a:pt x="136" y="2"/>
                    <a:pt x="136" y="2"/>
                    <a:pt x="136" y="2"/>
                  </a:cubicBezTo>
                  <a:cubicBezTo>
                    <a:pt x="136" y="6"/>
                    <a:pt x="136" y="6"/>
                    <a:pt x="136" y="6"/>
                  </a:cubicBezTo>
                  <a:cubicBezTo>
                    <a:pt x="141" y="6"/>
                    <a:pt x="141" y="6"/>
                    <a:pt x="141" y="6"/>
                  </a:cubicBezTo>
                  <a:cubicBezTo>
                    <a:pt x="141" y="8"/>
                    <a:pt x="141" y="8"/>
                    <a:pt x="141" y="8"/>
                  </a:cubicBezTo>
                  <a:cubicBezTo>
                    <a:pt x="136" y="8"/>
                    <a:pt x="136" y="8"/>
                    <a:pt x="136" y="8"/>
                  </a:cubicBezTo>
                  <a:cubicBezTo>
                    <a:pt x="136" y="15"/>
                    <a:pt x="136" y="15"/>
                    <a:pt x="136" y="15"/>
                  </a:cubicBezTo>
                  <a:cubicBezTo>
                    <a:pt x="136" y="16"/>
                    <a:pt x="136" y="17"/>
                    <a:pt x="136" y="17"/>
                  </a:cubicBezTo>
                  <a:cubicBezTo>
                    <a:pt x="137" y="18"/>
                    <a:pt x="137" y="18"/>
                    <a:pt x="137" y="18"/>
                  </a:cubicBezTo>
                  <a:cubicBezTo>
                    <a:pt x="137" y="19"/>
                    <a:pt x="137" y="19"/>
                    <a:pt x="138" y="19"/>
                  </a:cubicBezTo>
                  <a:cubicBezTo>
                    <a:pt x="138" y="19"/>
                    <a:pt x="138" y="19"/>
                    <a:pt x="139" y="19"/>
                  </a:cubicBezTo>
                  <a:cubicBezTo>
                    <a:pt x="139" y="19"/>
                    <a:pt x="140" y="19"/>
                    <a:pt x="140" y="19"/>
                  </a:cubicBezTo>
                  <a:cubicBezTo>
                    <a:pt x="141" y="19"/>
                    <a:pt x="141" y="19"/>
                    <a:pt x="141" y="19"/>
                  </a:cubicBezTo>
                  <a:cubicBezTo>
                    <a:pt x="141" y="19"/>
                    <a:pt x="141" y="19"/>
                    <a:pt x="141" y="19"/>
                  </a:cubicBezTo>
                  <a:cubicBezTo>
                    <a:pt x="141" y="21"/>
                    <a:pt x="141" y="21"/>
                    <a:pt x="141" y="21"/>
                  </a:cubicBezTo>
                  <a:cubicBezTo>
                    <a:pt x="141" y="21"/>
                    <a:pt x="140" y="21"/>
                    <a:pt x="140" y="21"/>
                  </a:cubicBezTo>
                  <a:cubicBezTo>
                    <a:pt x="139" y="21"/>
                    <a:pt x="139" y="22"/>
                    <a:pt x="138" y="22"/>
                  </a:cubicBezTo>
                  <a:close/>
                  <a:moveTo>
                    <a:pt x="160" y="16"/>
                  </a:moveTo>
                  <a:cubicBezTo>
                    <a:pt x="160" y="18"/>
                    <a:pt x="159" y="19"/>
                    <a:pt x="158" y="20"/>
                  </a:cubicBezTo>
                  <a:cubicBezTo>
                    <a:pt x="157" y="21"/>
                    <a:pt x="155" y="22"/>
                    <a:pt x="154" y="22"/>
                  </a:cubicBezTo>
                  <a:cubicBezTo>
                    <a:pt x="153" y="22"/>
                    <a:pt x="153" y="21"/>
                    <a:pt x="152" y="21"/>
                  </a:cubicBezTo>
                  <a:cubicBezTo>
                    <a:pt x="151" y="21"/>
                    <a:pt x="151" y="21"/>
                    <a:pt x="150" y="21"/>
                  </a:cubicBezTo>
                  <a:cubicBezTo>
                    <a:pt x="150" y="19"/>
                    <a:pt x="150" y="19"/>
                    <a:pt x="150" y="19"/>
                  </a:cubicBezTo>
                  <a:cubicBezTo>
                    <a:pt x="150" y="19"/>
                    <a:pt x="150" y="19"/>
                    <a:pt x="150" y="19"/>
                  </a:cubicBezTo>
                  <a:cubicBezTo>
                    <a:pt x="151" y="19"/>
                    <a:pt x="151" y="19"/>
                    <a:pt x="152" y="19"/>
                  </a:cubicBezTo>
                  <a:cubicBezTo>
                    <a:pt x="152" y="19"/>
                    <a:pt x="153" y="19"/>
                    <a:pt x="153" y="19"/>
                  </a:cubicBezTo>
                  <a:cubicBezTo>
                    <a:pt x="154" y="19"/>
                    <a:pt x="155" y="19"/>
                    <a:pt x="155" y="19"/>
                  </a:cubicBezTo>
                  <a:cubicBezTo>
                    <a:pt x="156" y="19"/>
                    <a:pt x="156" y="18"/>
                    <a:pt x="156" y="18"/>
                  </a:cubicBezTo>
                  <a:cubicBezTo>
                    <a:pt x="157" y="18"/>
                    <a:pt x="157" y="17"/>
                    <a:pt x="157" y="17"/>
                  </a:cubicBezTo>
                  <a:cubicBezTo>
                    <a:pt x="157" y="16"/>
                    <a:pt x="157" y="16"/>
                    <a:pt x="157" y="15"/>
                  </a:cubicBezTo>
                  <a:cubicBezTo>
                    <a:pt x="157" y="3"/>
                    <a:pt x="157" y="3"/>
                    <a:pt x="157" y="3"/>
                  </a:cubicBezTo>
                  <a:cubicBezTo>
                    <a:pt x="153" y="3"/>
                    <a:pt x="153" y="3"/>
                    <a:pt x="153" y="3"/>
                  </a:cubicBezTo>
                  <a:cubicBezTo>
                    <a:pt x="153" y="1"/>
                    <a:pt x="153" y="1"/>
                    <a:pt x="153" y="1"/>
                  </a:cubicBezTo>
                  <a:cubicBezTo>
                    <a:pt x="160" y="1"/>
                    <a:pt x="160" y="1"/>
                    <a:pt x="160" y="1"/>
                  </a:cubicBezTo>
                  <a:cubicBezTo>
                    <a:pt x="160" y="16"/>
                    <a:pt x="160" y="16"/>
                    <a:pt x="160" y="16"/>
                  </a:cubicBezTo>
                  <a:close/>
                  <a:moveTo>
                    <a:pt x="168" y="21"/>
                  </a:moveTo>
                  <a:cubicBezTo>
                    <a:pt x="165" y="21"/>
                    <a:pt x="165" y="21"/>
                    <a:pt x="165" y="21"/>
                  </a:cubicBezTo>
                  <a:cubicBezTo>
                    <a:pt x="165" y="6"/>
                    <a:pt x="165" y="6"/>
                    <a:pt x="165" y="6"/>
                  </a:cubicBezTo>
                  <a:cubicBezTo>
                    <a:pt x="168" y="6"/>
                    <a:pt x="168" y="6"/>
                    <a:pt x="168" y="6"/>
                  </a:cubicBezTo>
                  <a:cubicBezTo>
                    <a:pt x="168" y="21"/>
                    <a:pt x="168" y="21"/>
                    <a:pt x="168" y="21"/>
                  </a:cubicBezTo>
                  <a:close/>
                  <a:moveTo>
                    <a:pt x="168" y="3"/>
                  </a:moveTo>
                  <a:cubicBezTo>
                    <a:pt x="165" y="3"/>
                    <a:pt x="165" y="3"/>
                    <a:pt x="165" y="3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8" y="1"/>
                    <a:pt x="168" y="1"/>
                    <a:pt x="168" y="1"/>
                  </a:cubicBezTo>
                  <a:cubicBezTo>
                    <a:pt x="168" y="3"/>
                    <a:pt x="168" y="3"/>
                    <a:pt x="168" y="3"/>
                  </a:cubicBezTo>
                  <a:close/>
                  <a:moveTo>
                    <a:pt x="182" y="17"/>
                  </a:moveTo>
                  <a:cubicBezTo>
                    <a:pt x="182" y="13"/>
                    <a:pt x="182" y="13"/>
                    <a:pt x="182" y="13"/>
                  </a:cubicBezTo>
                  <a:cubicBezTo>
                    <a:pt x="181" y="13"/>
                    <a:pt x="180" y="13"/>
                    <a:pt x="179" y="13"/>
                  </a:cubicBezTo>
                  <a:cubicBezTo>
                    <a:pt x="178" y="14"/>
                    <a:pt x="178" y="14"/>
                    <a:pt x="177" y="14"/>
                  </a:cubicBezTo>
                  <a:cubicBezTo>
                    <a:pt x="176" y="14"/>
                    <a:pt x="176" y="14"/>
                    <a:pt x="175" y="15"/>
                  </a:cubicBezTo>
                  <a:cubicBezTo>
                    <a:pt x="175" y="15"/>
                    <a:pt x="175" y="16"/>
                    <a:pt x="175" y="17"/>
                  </a:cubicBezTo>
                  <a:cubicBezTo>
                    <a:pt x="175" y="18"/>
                    <a:pt x="175" y="18"/>
                    <a:pt x="175" y="19"/>
                  </a:cubicBezTo>
                  <a:cubicBezTo>
                    <a:pt x="176" y="19"/>
                    <a:pt x="177" y="19"/>
                    <a:pt x="178" y="19"/>
                  </a:cubicBezTo>
                  <a:cubicBezTo>
                    <a:pt x="178" y="19"/>
                    <a:pt x="179" y="19"/>
                    <a:pt x="180" y="19"/>
                  </a:cubicBezTo>
                  <a:cubicBezTo>
                    <a:pt x="180" y="18"/>
                    <a:pt x="181" y="18"/>
                    <a:pt x="182" y="17"/>
                  </a:cubicBezTo>
                  <a:close/>
                  <a:moveTo>
                    <a:pt x="182" y="20"/>
                  </a:moveTo>
                  <a:cubicBezTo>
                    <a:pt x="181" y="20"/>
                    <a:pt x="181" y="20"/>
                    <a:pt x="181" y="20"/>
                  </a:cubicBezTo>
                  <a:cubicBezTo>
                    <a:pt x="180" y="21"/>
                    <a:pt x="180" y="21"/>
                    <a:pt x="180" y="21"/>
                  </a:cubicBezTo>
                  <a:cubicBezTo>
                    <a:pt x="179" y="21"/>
                    <a:pt x="179" y="21"/>
                    <a:pt x="178" y="21"/>
                  </a:cubicBezTo>
                  <a:cubicBezTo>
                    <a:pt x="178" y="22"/>
                    <a:pt x="177" y="22"/>
                    <a:pt x="177" y="22"/>
                  </a:cubicBezTo>
                  <a:cubicBezTo>
                    <a:pt x="176" y="22"/>
                    <a:pt x="176" y="22"/>
                    <a:pt x="175" y="21"/>
                  </a:cubicBezTo>
                  <a:cubicBezTo>
                    <a:pt x="174" y="21"/>
                    <a:pt x="174" y="21"/>
                    <a:pt x="173" y="20"/>
                  </a:cubicBezTo>
                  <a:cubicBezTo>
                    <a:pt x="173" y="20"/>
                    <a:pt x="173" y="19"/>
                    <a:pt x="172" y="19"/>
                  </a:cubicBezTo>
                  <a:cubicBezTo>
                    <a:pt x="172" y="18"/>
                    <a:pt x="172" y="17"/>
                    <a:pt x="172" y="17"/>
                  </a:cubicBezTo>
                  <a:cubicBezTo>
                    <a:pt x="172" y="16"/>
                    <a:pt x="172" y="15"/>
                    <a:pt x="173" y="14"/>
                  </a:cubicBezTo>
                  <a:cubicBezTo>
                    <a:pt x="173" y="13"/>
                    <a:pt x="174" y="13"/>
                    <a:pt x="175" y="12"/>
                  </a:cubicBezTo>
                  <a:cubicBezTo>
                    <a:pt x="176" y="12"/>
                    <a:pt x="177" y="12"/>
                    <a:pt x="178" y="12"/>
                  </a:cubicBezTo>
                  <a:cubicBezTo>
                    <a:pt x="179" y="11"/>
                    <a:pt x="180" y="11"/>
                    <a:pt x="182" y="11"/>
                  </a:cubicBezTo>
                  <a:cubicBezTo>
                    <a:pt x="182" y="11"/>
                    <a:pt x="182" y="11"/>
                    <a:pt x="182" y="11"/>
                  </a:cubicBezTo>
                  <a:cubicBezTo>
                    <a:pt x="182" y="10"/>
                    <a:pt x="182" y="10"/>
                    <a:pt x="181" y="9"/>
                  </a:cubicBezTo>
                  <a:cubicBezTo>
                    <a:pt x="181" y="9"/>
                    <a:pt x="181" y="9"/>
                    <a:pt x="181" y="8"/>
                  </a:cubicBezTo>
                  <a:cubicBezTo>
                    <a:pt x="180" y="8"/>
                    <a:pt x="180" y="8"/>
                    <a:pt x="179" y="8"/>
                  </a:cubicBezTo>
                  <a:cubicBezTo>
                    <a:pt x="179" y="8"/>
                    <a:pt x="178" y="8"/>
                    <a:pt x="178" y="8"/>
                  </a:cubicBezTo>
                  <a:cubicBezTo>
                    <a:pt x="177" y="8"/>
                    <a:pt x="177" y="8"/>
                    <a:pt x="176" y="8"/>
                  </a:cubicBezTo>
                  <a:cubicBezTo>
                    <a:pt x="175" y="8"/>
                    <a:pt x="174" y="9"/>
                    <a:pt x="174" y="9"/>
                  </a:cubicBezTo>
                  <a:cubicBezTo>
                    <a:pt x="173" y="9"/>
                    <a:pt x="173" y="9"/>
                    <a:pt x="173" y="9"/>
                  </a:cubicBezTo>
                  <a:cubicBezTo>
                    <a:pt x="173" y="6"/>
                    <a:pt x="173" y="6"/>
                    <a:pt x="173" y="6"/>
                  </a:cubicBezTo>
                  <a:cubicBezTo>
                    <a:pt x="174" y="6"/>
                    <a:pt x="174" y="6"/>
                    <a:pt x="175" y="6"/>
                  </a:cubicBezTo>
                  <a:cubicBezTo>
                    <a:pt x="176" y="6"/>
                    <a:pt x="177" y="6"/>
                    <a:pt x="178" y="6"/>
                  </a:cubicBezTo>
                  <a:cubicBezTo>
                    <a:pt x="179" y="6"/>
                    <a:pt x="180" y="6"/>
                    <a:pt x="181" y="6"/>
                  </a:cubicBezTo>
                  <a:cubicBezTo>
                    <a:pt x="181" y="6"/>
                    <a:pt x="182" y="6"/>
                    <a:pt x="183" y="7"/>
                  </a:cubicBezTo>
                  <a:cubicBezTo>
                    <a:pt x="183" y="7"/>
                    <a:pt x="184" y="8"/>
                    <a:pt x="184" y="8"/>
                  </a:cubicBezTo>
                  <a:cubicBezTo>
                    <a:pt x="184" y="9"/>
                    <a:pt x="184" y="10"/>
                    <a:pt x="184" y="11"/>
                  </a:cubicBezTo>
                  <a:cubicBezTo>
                    <a:pt x="184" y="21"/>
                    <a:pt x="184" y="21"/>
                    <a:pt x="184" y="21"/>
                  </a:cubicBezTo>
                  <a:cubicBezTo>
                    <a:pt x="182" y="21"/>
                    <a:pt x="182" y="21"/>
                    <a:pt x="182" y="21"/>
                  </a:cubicBezTo>
                  <a:cubicBezTo>
                    <a:pt x="182" y="20"/>
                    <a:pt x="182" y="20"/>
                    <a:pt x="182" y="20"/>
                  </a:cubicBezTo>
                  <a:close/>
                  <a:moveTo>
                    <a:pt x="202" y="14"/>
                  </a:moveTo>
                  <a:cubicBezTo>
                    <a:pt x="202" y="16"/>
                    <a:pt x="201" y="18"/>
                    <a:pt x="200" y="20"/>
                  </a:cubicBezTo>
                  <a:cubicBezTo>
                    <a:pt x="199" y="21"/>
                    <a:pt x="197" y="22"/>
                    <a:pt x="195" y="22"/>
                  </a:cubicBezTo>
                  <a:cubicBezTo>
                    <a:pt x="193" y="22"/>
                    <a:pt x="191" y="21"/>
                    <a:pt x="190" y="19"/>
                  </a:cubicBezTo>
                  <a:cubicBezTo>
                    <a:pt x="189" y="18"/>
                    <a:pt x="188" y="16"/>
                    <a:pt x="188" y="14"/>
                  </a:cubicBezTo>
                  <a:cubicBezTo>
                    <a:pt x="188" y="11"/>
                    <a:pt x="189" y="9"/>
                    <a:pt x="190" y="8"/>
                  </a:cubicBezTo>
                  <a:cubicBezTo>
                    <a:pt x="192" y="6"/>
                    <a:pt x="193" y="6"/>
                    <a:pt x="195" y="6"/>
                  </a:cubicBezTo>
                  <a:cubicBezTo>
                    <a:pt x="197" y="6"/>
                    <a:pt x="199" y="6"/>
                    <a:pt x="200" y="8"/>
                  </a:cubicBezTo>
                  <a:cubicBezTo>
                    <a:pt x="201" y="9"/>
                    <a:pt x="202" y="11"/>
                    <a:pt x="202" y="14"/>
                  </a:cubicBezTo>
                  <a:close/>
                  <a:moveTo>
                    <a:pt x="199" y="14"/>
                  </a:moveTo>
                  <a:cubicBezTo>
                    <a:pt x="199" y="12"/>
                    <a:pt x="199" y="10"/>
                    <a:pt x="198" y="9"/>
                  </a:cubicBezTo>
                  <a:cubicBezTo>
                    <a:pt x="198" y="8"/>
                    <a:pt x="197" y="8"/>
                    <a:pt x="195" y="8"/>
                  </a:cubicBezTo>
                  <a:cubicBezTo>
                    <a:pt x="194" y="8"/>
                    <a:pt x="193" y="8"/>
                    <a:pt x="192" y="9"/>
                  </a:cubicBezTo>
                  <a:cubicBezTo>
                    <a:pt x="191" y="10"/>
                    <a:pt x="191" y="12"/>
                    <a:pt x="191" y="14"/>
                  </a:cubicBezTo>
                  <a:cubicBezTo>
                    <a:pt x="191" y="16"/>
                    <a:pt x="191" y="17"/>
                    <a:pt x="192" y="18"/>
                  </a:cubicBezTo>
                  <a:cubicBezTo>
                    <a:pt x="193" y="19"/>
                    <a:pt x="194" y="19"/>
                    <a:pt x="195" y="19"/>
                  </a:cubicBezTo>
                  <a:cubicBezTo>
                    <a:pt x="197" y="19"/>
                    <a:pt x="198" y="19"/>
                    <a:pt x="198" y="18"/>
                  </a:cubicBezTo>
                  <a:cubicBezTo>
                    <a:pt x="199" y="17"/>
                    <a:pt x="199" y="16"/>
                    <a:pt x="199" y="14"/>
                  </a:cubicBezTo>
                  <a:close/>
                  <a:moveTo>
                    <a:pt x="211" y="22"/>
                  </a:moveTo>
                  <a:cubicBezTo>
                    <a:pt x="210" y="22"/>
                    <a:pt x="208" y="21"/>
                    <a:pt x="208" y="20"/>
                  </a:cubicBezTo>
                  <a:cubicBezTo>
                    <a:pt x="207" y="20"/>
                    <a:pt x="207" y="18"/>
                    <a:pt x="207" y="17"/>
                  </a:cubicBezTo>
                  <a:cubicBezTo>
                    <a:pt x="207" y="8"/>
                    <a:pt x="207" y="8"/>
                    <a:pt x="207" y="8"/>
                  </a:cubicBezTo>
                  <a:cubicBezTo>
                    <a:pt x="205" y="8"/>
                    <a:pt x="205" y="8"/>
                    <a:pt x="205" y="8"/>
                  </a:cubicBezTo>
                  <a:cubicBezTo>
                    <a:pt x="205" y="6"/>
                    <a:pt x="205" y="6"/>
                    <a:pt x="205" y="6"/>
                  </a:cubicBezTo>
                  <a:cubicBezTo>
                    <a:pt x="207" y="6"/>
                    <a:pt x="207" y="6"/>
                    <a:pt x="207" y="6"/>
                  </a:cubicBezTo>
                  <a:cubicBezTo>
                    <a:pt x="207" y="2"/>
                    <a:pt x="207" y="2"/>
                    <a:pt x="207" y="2"/>
                  </a:cubicBezTo>
                  <a:cubicBezTo>
                    <a:pt x="209" y="2"/>
                    <a:pt x="209" y="2"/>
                    <a:pt x="209" y="2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14" y="6"/>
                    <a:pt x="214" y="6"/>
                    <a:pt x="214" y="6"/>
                  </a:cubicBezTo>
                  <a:cubicBezTo>
                    <a:pt x="214" y="8"/>
                    <a:pt x="214" y="8"/>
                    <a:pt x="214" y="8"/>
                  </a:cubicBezTo>
                  <a:cubicBezTo>
                    <a:pt x="209" y="8"/>
                    <a:pt x="209" y="8"/>
                    <a:pt x="209" y="8"/>
                  </a:cubicBezTo>
                  <a:cubicBezTo>
                    <a:pt x="209" y="15"/>
                    <a:pt x="209" y="15"/>
                    <a:pt x="209" y="15"/>
                  </a:cubicBezTo>
                  <a:cubicBezTo>
                    <a:pt x="209" y="16"/>
                    <a:pt x="209" y="17"/>
                    <a:pt x="209" y="17"/>
                  </a:cubicBezTo>
                  <a:cubicBezTo>
                    <a:pt x="209" y="18"/>
                    <a:pt x="209" y="18"/>
                    <a:pt x="209" y="18"/>
                  </a:cubicBezTo>
                  <a:cubicBezTo>
                    <a:pt x="210" y="19"/>
                    <a:pt x="210" y="19"/>
                    <a:pt x="210" y="19"/>
                  </a:cubicBezTo>
                  <a:cubicBezTo>
                    <a:pt x="211" y="19"/>
                    <a:pt x="211" y="19"/>
                    <a:pt x="212" y="19"/>
                  </a:cubicBezTo>
                  <a:cubicBezTo>
                    <a:pt x="212" y="19"/>
                    <a:pt x="212" y="19"/>
                    <a:pt x="213" y="19"/>
                  </a:cubicBezTo>
                  <a:cubicBezTo>
                    <a:pt x="213" y="19"/>
                    <a:pt x="213" y="19"/>
                    <a:pt x="214" y="19"/>
                  </a:cubicBezTo>
                  <a:cubicBezTo>
                    <a:pt x="214" y="19"/>
                    <a:pt x="214" y="19"/>
                    <a:pt x="214" y="19"/>
                  </a:cubicBezTo>
                  <a:cubicBezTo>
                    <a:pt x="214" y="21"/>
                    <a:pt x="214" y="21"/>
                    <a:pt x="214" y="21"/>
                  </a:cubicBezTo>
                  <a:cubicBezTo>
                    <a:pt x="213" y="21"/>
                    <a:pt x="213" y="21"/>
                    <a:pt x="212" y="21"/>
                  </a:cubicBezTo>
                  <a:cubicBezTo>
                    <a:pt x="212" y="21"/>
                    <a:pt x="211" y="22"/>
                    <a:pt x="211" y="22"/>
                  </a:cubicBezTo>
                  <a:close/>
                  <a:moveTo>
                    <a:pt x="230" y="14"/>
                  </a:moveTo>
                  <a:cubicBezTo>
                    <a:pt x="230" y="16"/>
                    <a:pt x="229" y="18"/>
                    <a:pt x="228" y="20"/>
                  </a:cubicBezTo>
                  <a:cubicBezTo>
                    <a:pt x="227" y="21"/>
                    <a:pt x="225" y="22"/>
                    <a:pt x="223" y="22"/>
                  </a:cubicBezTo>
                  <a:cubicBezTo>
                    <a:pt x="221" y="22"/>
                    <a:pt x="219" y="21"/>
                    <a:pt x="218" y="19"/>
                  </a:cubicBezTo>
                  <a:cubicBezTo>
                    <a:pt x="217" y="18"/>
                    <a:pt x="216" y="16"/>
                    <a:pt x="216" y="14"/>
                  </a:cubicBezTo>
                  <a:cubicBezTo>
                    <a:pt x="216" y="11"/>
                    <a:pt x="217" y="9"/>
                    <a:pt x="218" y="8"/>
                  </a:cubicBezTo>
                  <a:cubicBezTo>
                    <a:pt x="219" y="6"/>
                    <a:pt x="221" y="6"/>
                    <a:pt x="223" y="6"/>
                  </a:cubicBezTo>
                  <a:cubicBezTo>
                    <a:pt x="225" y="6"/>
                    <a:pt x="227" y="6"/>
                    <a:pt x="228" y="8"/>
                  </a:cubicBezTo>
                  <a:cubicBezTo>
                    <a:pt x="229" y="9"/>
                    <a:pt x="230" y="11"/>
                    <a:pt x="230" y="14"/>
                  </a:cubicBezTo>
                  <a:close/>
                  <a:moveTo>
                    <a:pt x="227" y="14"/>
                  </a:moveTo>
                  <a:cubicBezTo>
                    <a:pt x="227" y="12"/>
                    <a:pt x="227" y="10"/>
                    <a:pt x="226" y="9"/>
                  </a:cubicBezTo>
                  <a:cubicBezTo>
                    <a:pt x="225" y="8"/>
                    <a:pt x="224" y="8"/>
                    <a:pt x="223" y="8"/>
                  </a:cubicBezTo>
                  <a:cubicBezTo>
                    <a:pt x="222" y="8"/>
                    <a:pt x="221" y="8"/>
                    <a:pt x="220" y="9"/>
                  </a:cubicBezTo>
                  <a:cubicBezTo>
                    <a:pt x="219" y="10"/>
                    <a:pt x="219" y="12"/>
                    <a:pt x="219" y="14"/>
                  </a:cubicBezTo>
                  <a:cubicBezTo>
                    <a:pt x="219" y="16"/>
                    <a:pt x="219" y="17"/>
                    <a:pt x="220" y="18"/>
                  </a:cubicBezTo>
                  <a:cubicBezTo>
                    <a:pt x="221" y="19"/>
                    <a:pt x="222" y="19"/>
                    <a:pt x="223" y="19"/>
                  </a:cubicBezTo>
                  <a:cubicBezTo>
                    <a:pt x="224" y="19"/>
                    <a:pt x="225" y="19"/>
                    <a:pt x="226" y="18"/>
                  </a:cubicBezTo>
                  <a:cubicBezTo>
                    <a:pt x="227" y="17"/>
                    <a:pt x="227" y="16"/>
                    <a:pt x="227" y="14"/>
                  </a:cubicBezTo>
                  <a:close/>
                  <a:moveTo>
                    <a:pt x="246" y="21"/>
                  </a:moveTo>
                  <a:cubicBezTo>
                    <a:pt x="244" y="21"/>
                    <a:pt x="244" y="21"/>
                    <a:pt x="244" y="21"/>
                  </a:cubicBezTo>
                  <a:cubicBezTo>
                    <a:pt x="244" y="13"/>
                    <a:pt x="244" y="13"/>
                    <a:pt x="244" y="13"/>
                  </a:cubicBezTo>
                  <a:cubicBezTo>
                    <a:pt x="244" y="12"/>
                    <a:pt x="244" y="11"/>
                    <a:pt x="244" y="11"/>
                  </a:cubicBezTo>
                  <a:cubicBezTo>
                    <a:pt x="243" y="10"/>
                    <a:pt x="243" y="10"/>
                    <a:pt x="243" y="9"/>
                  </a:cubicBezTo>
                  <a:cubicBezTo>
                    <a:pt x="243" y="9"/>
                    <a:pt x="243" y="9"/>
                    <a:pt x="242" y="8"/>
                  </a:cubicBezTo>
                  <a:cubicBezTo>
                    <a:pt x="242" y="8"/>
                    <a:pt x="241" y="8"/>
                    <a:pt x="241" y="8"/>
                  </a:cubicBezTo>
                  <a:cubicBezTo>
                    <a:pt x="240" y="8"/>
                    <a:pt x="239" y="8"/>
                    <a:pt x="239" y="9"/>
                  </a:cubicBezTo>
                  <a:cubicBezTo>
                    <a:pt x="238" y="9"/>
                    <a:pt x="237" y="9"/>
                    <a:pt x="237" y="10"/>
                  </a:cubicBezTo>
                  <a:cubicBezTo>
                    <a:pt x="237" y="21"/>
                    <a:pt x="237" y="21"/>
                    <a:pt x="237" y="21"/>
                  </a:cubicBezTo>
                  <a:cubicBezTo>
                    <a:pt x="234" y="21"/>
                    <a:pt x="234" y="21"/>
                    <a:pt x="234" y="21"/>
                  </a:cubicBezTo>
                  <a:cubicBezTo>
                    <a:pt x="234" y="6"/>
                    <a:pt x="234" y="6"/>
                    <a:pt x="234" y="6"/>
                  </a:cubicBezTo>
                  <a:cubicBezTo>
                    <a:pt x="237" y="6"/>
                    <a:pt x="237" y="6"/>
                    <a:pt x="237" y="6"/>
                  </a:cubicBezTo>
                  <a:cubicBezTo>
                    <a:pt x="237" y="8"/>
                    <a:pt x="237" y="8"/>
                    <a:pt x="237" y="8"/>
                  </a:cubicBezTo>
                  <a:cubicBezTo>
                    <a:pt x="238" y="7"/>
                    <a:pt x="238" y="7"/>
                    <a:pt x="239" y="6"/>
                  </a:cubicBezTo>
                  <a:cubicBezTo>
                    <a:pt x="240" y="6"/>
                    <a:pt x="241" y="6"/>
                    <a:pt x="241" y="6"/>
                  </a:cubicBezTo>
                  <a:cubicBezTo>
                    <a:pt x="243" y="6"/>
                    <a:pt x="244" y="6"/>
                    <a:pt x="245" y="7"/>
                  </a:cubicBezTo>
                  <a:cubicBezTo>
                    <a:pt x="246" y="8"/>
                    <a:pt x="246" y="10"/>
                    <a:pt x="246" y="11"/>
                  </a:cubicBezTo>
                  <a:cubicBezTo>
                    <a:pt x="246" y="21"/>
                    <a:pt x="246" y="21"/>
                    <a:pt x="246" y="21"/>
                  </a:cubicBezTo>
                  <a:close/>
                  <a:moveTo>
                    <a:pt x="261" y="17"/>
                  </a:moveTo>
                  <a:cubicBezTo>
                    <a:pt x="261" y="9"/>
                    <a:pt x="261" y="9"/>
                    <a:pt x="261" y="9"/>
                  </a:cubicBezTo>
                  <a:cubicBezTo>
                    <a:pt x="260" y="8"/>
                    <a:pt x="259" y="8"/>
                    <a:pt x="259" y="8"/>
                  </a:cubicBezTo>
                  <a:cubicBezTo>
                    <a:pt x="258" y="8"/>
                    <a:pt x="258" y="8"/>
                    <a:pt x="257" y="8"/>
                  </a:cubicBezTo>
                  <a:cubicBezTo>
                    <a:pt x="256" y="8"/>
                    <a:pt x="255" y="8"/>
                    <a:pt x="254" y="9"/>
                  </a:cubicBezTo>
                  <a:cubicBezTo>
                    <a:pt x="253" y="10"/>
                    <a:pt x="253" y="12"/>
                    <a:pt x="253" y="13"/>
                  </a:cubicBezTo>
                  <a:cubicBezTo>
                    <a:pt x="253" y="15"/>
                    <a:pt x="253" y="16"/>
                    <a:pt x="254" y="17"/>
                  </a:cubicBezTo>
                  <a:cubicBezTo>
                    <a:pt x="255" y="18"/>
                    <a:pt x="255" y="19"/>
                    <a:pt x="257" y="19"/>
                  </a:cubicBezTo>
                  <a:cubicBezTo>
                    <a:pt x="257" y="19"/>
                    <a:pt x="258" y="18"/>
                    <a:pt x="259" y="18"/>
                  </a:cubicBezTo>
                  <a:cubicBezTo>
                    <a:pt x="259" y="18"/>
                    <a:pt x="260" y="18"/>
                    <a:pt x="261" y="17"/>
                  </a:cubicBezTo>
                  <a:close/>
                  <a:moveTo>
                    <a:pt x="252" y="24"/>
                  </a:moveTo>
                  <a:cubicBezTo>
                    <a:pt x="252" y="24"/>
                    <a:pt x="253" y="24"/>
                    <a:pt x="253" y="24"/>
                  </a:cubicBezTo>
                  <a:cubicBezTo>
                    <a:pt x="253" y="24"/>
                    <a:pt x="254" y="24"/>
                    <a:pt x="254" y="24"/>
                  </a:cubicBezTo>
                  <a:cubicBezTo>
                    <a:pt x="254" y="24"/>
                    <a:pt x="255" y="25"/>
                    <a:pt x="255" y="25"/>
                  </a:cubicBezTo>
                  <a:cubicBezTo>
                    <a:pt x="256" y="25"/>
                    <a:pt x="256" y="25"/>
                    <a:pt x="257" y="25"/>
                  </a:cubicBezTo>
                  <a:cubicBezTo>
                    <a:pt x="257" y="25"/>
                    <a:pt x="258" y="25"/>
                    <a:pt x="259" y="24"/>
                  </a:cubicBezTo>
                  <a:cubicBezTo>
                    <a:pt x="259" y="24"/>
                    <a:pt x="260" y="24"/>
                    <a:pt x="260" y="24"/>
                  </a:cubicBezTo>
                  <a:cubicBezTo>
                    <a:pt x="260" y="23"/>
                    <a:pt x="260" y="23"/>
                    <a:pt x="260" y="22"/>
                  </a:cubicBezTo>
                  <a:cubicBezTo>
                    <a:pt x="261" y="22"/>
                    <a:pt x="261" y="21"/>
                    <a:pt x="261" y="21"/>
                  </a:cubicBezTo>
                  <a:cubicBezTo>
                    <a:pt x="261" y="19"/>
                    <a:pt x="261" y="19"/>
                    <a:pt x="261" y="19"/>
                  </a:cubicBezTo>
                  <a:cubicBezTo>
                    <a:pt x="260" y="20"/>
                    <a:pt x="259" y="20"/>
                    <a:pt x="259" y="21"/>
                  </a:cubicBezTo>
                  <a:cubicBezTo>
                    <a:pt x="258" y="21"/>
                    <a:pt x="257" y="21"/>
                    <a:pt x="256" y="21"/>
                  </a:cubicBezTo>
                  <a:cubicBezTo>
                    <a:pt x="254" y="21"/>
                    <a:pt x="253" y="20"/>
                    <a:pt x="252" y="19"/>
                  </a:cubicBezTo>
                  <a:cubicBezTo>
                    <a:pt x="251" y="18"/>
                    <a:pt x="250" y="16"/>
                    <a:pt x="250" y="13"/>
                  </a:cubicBezTo>
                  <a:cubicBezTo>
                    <a:pt x="250" y="12"/>
                    <a:pt x="251" y="11"/>
                    <a:pt x="251" y="10"/>
                  </a:cubicBezTo>
                  <a:cubicBezTo>
                    <a:pt x="251" y="9"/>
                    <a:pt x="252" y="8"/>
                    <a:pt x="252" y="8"/>
                  </a:cubicBezTo>
                  <a:cubicBezTo>
                    <a:pt x="253" y="7"/>
                    <a:pt x="254" y="7"/>
                    <a:pt x="254" y="6"/>
                  </a:cubicBezTo>
                  <a:cubicBezTo>
                    <a:pt x="255" y="6"/>
                    <a:pt x="256" y="6"/>
                    <a:pt x="257" y="6"/>
                  </a:cubicBezTo>
                  <a:cubicBezTo>
                    <a:pt x="258" y="6"/>
                    <a:pt x="258" y="6"/>
                    <a:pt x="259" y="6"/>
                  </a:cubicBezTo>
                  <a:cubicBezTo>
                    <a:pt x="260" y="6"/>
                    <a:pt x="260" y="6"/>
                    <a:pt x="261" y="7"/>
                  </a:cubicBezTo>
                  <a:cubicBezTo>
                    <a:pt x="261" y="6"/>
                    <a:pt x="261" y="6"/>
                    <a:pt x="261" y="6"/>
                  </a:cubicBezTo>
                  <a:cubicBezTo>
                    <a:pt x="263" y="6"/>
                    <a:pt x="263" y="6"/>
                    <a:pt x="263" y="6"/>
                  </a:cubicBezTo>
                  <a:cubicBezTo>
                    <a:pt x="263" y="19"/>
                    <a:pt x="263" y="19"/>
                    <a:pt x="263" y="19"/>
                  </a:cubicBezTo>
                  <a:cubicBezTo>
                    <a:pt x="263" y="22"/>
                    <a:pt x="263" y="24"/>
                    <a:pt x="262" y="25"/>
                  </a:cubicBezTo>
                  <a:cubicBezTo>
                    <a:pt x="260" y="26"/>
                    <a:pt x="259" y="27"/>
                    <a:pt x="256" y="27"/>
                  </a:cubicBezTo>
                  <a:cubicBezTo>
                    <a:pt x="256" y="27"/>
                    <a:pt x="255" y="27"/>
                    <a:pt x="254" y="27"/>
                  </a:cubicBezTo>
                  <a:cubicBezTo>
                    <a:pt x="253" y="27"/>
                    <a:pt x="253" y="27"/>
                    <a:pt x="252" y="26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lose/>
                  <a:moveTo>
                    <a:pt x="283" y="22"/>
                  </a:moveTo>
                  <a:cubicBezTo>
                    <a:pt x="282" y="22"/>
                    <a:pt x="281" y="21"/>
                    <a:pt x="280" y="21"/>
                  </a:cubicBezTo>
                  <a:cubicBezTo>
                    <a:pt x="279" y="21"/>
                    <a:pt x="278" y="20"/>
                    <a:pt x="278" y="20"/>
                  </a:cubicBezTo>
                  <a:cubicBezTo>
                    <a:pt x="277" y="19"/>
                    <a:pt x="276" y="18"/>
                    <a:pt x="276" y="17"/>
                  </a:cubicBezTo>
                  <a:cubicBezTo>
                    <a:pt x="276" y="16"/>
                    <a:pt x="276" y="15"/>
                    <a:pt x="276" y="14"/>
                  </a:cubicBezTo>
                  <a:cubicBezTo>
                    <a:pt x="276" y="1"/>
                    <a:pt x="276" y="1"/>
                    <a:pt x="276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14"/>
                    <a:pt x="278" y="14"/>
                    <a:pt x="278" y="14"/>
                  </a:cubicBezTo>
                  <a:cubicBezTo>
                    <a:pt x="278" y="15"/>
                    <a:pt x="278" y="15"/>
                    <a:pt x="278" y="16"/>
                  </a:cubicBezTo>
                  <a:cubicBezTo>
                    <a:pt x="279" y="17"/>
                    <a:pt x="279" y="17"/>
                    <a:pt x="279" y="18"/>
                  </a:cubicBezTo>
                  <a:cubicBezTo>
                    <a:pt x="280" y="18"/>
                    <a:pt x="280" y="19"/>
                    <a:pt x="281" y="19"/>
                  </a:cubicBezTo>
                  <a:cubicBezTo>
                    <a:pt x="281" y="19"/>
                    <a:pt x="282" y="19"/>
                    <a:pt x="283" y="19"/>
                  </a:cubicBezTo>
                  <a:cubicBezTo>
                    <a:pt x="284" y="19"/>
                    <a:pt x="284" y="19"/>
                    <a:pt x="285" y="19"/>
                  </a:cubicBezTo>
                  <a:cubicBezTo>
                    <a:pt x="286" y="19"/>
                    <a:pt x="286" y="18"/>
                    <a:pt x="287" y="18"/>
                  </a:cubicBezTo>
                  <a:cubicBezTo>
                    <a:pt x="287" y="17"/>
                    <a:pt x="287" y="17"/>
                    <a:pt x="287" y="16"/>
                  </a:cubicBezTo>
                  <a:cubicBezTo>
                    <a:pt x="287" y="15"/>
                    <a:pt x="288" y="15"/>
                    <a:pt x="288" y="14"/>
                  </a:cubicBezTo>
                  <a:cubicBezTo>
                    <a:pt x="288" y="1"/>
                    <a:pt x="288" y="1"/>
                    <a:pt x="288" y="1"/>
                  </a:cubicBezTo>
                  <a:cubicBezTo>
                    <a:pt x="290" y="1"/>
                    <a:pt x="290" y="1"/>
                    <a:pt x="290" y="1"/>
                  </a:cubicBezTo>
                  <a:cubicBezTo>
                    <a:pt x="290" y="14"/>
                    <a:pt x="290" y="14"/>
                    <a:pt x="290" y="14"/>
                  </a:cubicBezTo>
                  <a:cubicBezTo>
                    <a:pt x="290" y="15"/>
                    <a:pt x="290" y="16"/>
                    <a:pt x="290" y="17"/>
                  </a:cubicBezTo>
                  <a:cubicBezTo>
                    <a:pt x="289" y="18"/>
                    <a:pt x="289" y="19"/>
                    <a:pt x="288" y="20"/>
                  </a:cubicBezTo>
                  <a:cubicBezTo>
                    <a:pt x="288" y="20"/>
                    <a:pt x="287" y="21"/>
                    <a:pt x="286" y="21"/>
                  </a:cubicBezTo>
                  <a:cubicBezTo>
                    <a:pt x="285" y="21"/>
                    <a:pt x="284" y="22"/>
                    <a:pt x="283" y="22"/>
                  </a:cubicBezTo>
                  <a:close/>
                  <a:moveTo>
                    <a:pt x="308" y="21"/>
                  </a:moveTo>
                  <a:cubicBezTo>
                    <a:pt x="305" y="21"/>
                    <a:pt x="305" y="21"/>
                    <a:pt x="305" y="21"/>
                  </a:cubicBezTo>
                  <a:cubicBezTo>
                    <a:pt x="305" y="13"/>
                    <a:pt x="305" y="13"/>
                    <a:pt x="305" y="13"/>
                  </a:cubicBezTo>
                  <a:cubicBezTo>
                    <a:pt x="305" y="12"/>
                    <a:pt x="305" y="11"/>
                    <a:pt x="305" y="11"/>
                  </a:cubicBezTo>
                  <a:cubicBezTo>
                    <a:pt x="305" y="10"/>
                    <a:pt x="305" y="10"/>
                    <a:pt x="304" y="9"/>
                  </a:cubicBezTo>
                  <a:cubicBezTo>
                    <a:pt x="304" y="9"/>
                    <a:pt x="304" y="9"/>
                    <a:pt x="304" y="8"/>
                  </a:cubicBezTo>
                  <a:cubicBezTo>
                    <a:pt x="303" y="8"/>
                    <a:pt x="303" y="8"/>
                    <a:pt x="302" y="8"/>
                  </a:cubicBezTo>
                  <a:cubicBezTo>
                    <a:pt x="301" y="8"/>
                    <a:pt x="301" y="8"/>
                    <a:pt x="300" y="9"/>
                  </a:cubicBezTo>
                  <a:cubicBezTo>
                    <a:pt x="299" y="9"/>
                    <a:pt x="299" y="9"/>
                    <a:pt x="298" y="10"/>
                  </a:cubicBezTo>
                  <a:cubicBezTo>
                    <a:pt x="298" y="21"/>
                    <a:pt x="298" y="21"/>
                    <a:pt x="298" y="21"/>
                  </a:cubicBezTo>
                  <a:cubicBezTo>
                    <a:pt x="296" y="21"/>
                    <a:pt x="296" y="21"/>
                    <a:pt x="296" y="21"/>
                  </a:cubicBezTo>
                  <a:cubicBezTo>
                    <a:pt x="296" y="6"/>
                    <a:pt x="296" y="6"/>
                    <a:pt x="296" y="6"/>
                  </a:cubicBezTo>
                  <a:cubicBezTo>
                    <a:pt x="298" y="6"/>
                    <a:pt x="298" y="6"/>
                    <a:pt x="298" y="6"/>
                  </a:cubicBezTo>
                  <a:cubicBezTo>
                    <a:pt x="298" y="8"/>
                    <a:pt x="298" y="8"/>
                    <a:pt x="298" y="8"/>
                  </a:cubicBezTo>
                  <a:cubicBezTo>
                    <a:pt x="299" y="7"/>
                    <a:pt x="300" y="7"/>
                    <a:pt x="300" y="6"/>
                  </a:cubicBezTo>
                  <a:cubicBezTo>
                    <a:pt x="301" y="6"/>
                    <a:pt x="302" y="6"/>
                    <a:pt x="303" y="6"/>
                  </a:cubicBezTo>
                  <a:cubicBezTo>
                    <a:pt x="304" y="6"/>
                    <a:pt x="305" y="6"/>
                    <a:pt x="306" y="7"/>
                  </a:cubicBezTo>
                  <a:cubicBezTo>
                    <a:pt x="307" y="8"/>
                    <a:pt x="308" y="10"/>
                    <a:pt x="308" y="11"/>
                  </a:cubicBezTo>
                  <a:cubicBezTo>
                    <a:pt x="308" y="21"/>
                    <a:pt x="308" y="21"/>
                    <a:pt x="308" y="21"/>
                  </a:cubicBezTo>
                  <a:close/>
                  <a:moveTo>
                    <a:pt x="315" y="21"/>
                  </a:moveTo>
                  <a:cubicBezTo>
                    <a:pt x="313" y="21"/>
                    <a:pt x="313" y="21"/>
                    <a:pt x="313" y="21"/>
                  </a:cubicBezTo>
                  <a:cubicBezTo>
                    <a:pt x="313" y="6"/>
                    <a:pt x="313" y="6"/>
                    <a:pt x="313" y="6"/>
                  </a:cubicBezTo>
                  <a:cubicBezTo>
                    <a:pt x="315" y="6"/>
                    <a:pt x="315" y="6"/>
                    <a:pt x="315" y="6"/>
                  </a:cubicBezTo>
                  <a:cubicBezTo>
                    <a:pt x="315" y="21"/>
                    <a:pt x="315" y="21"/>
                    <a:pt x="315" y="21"/>
                  </a:cubicBezTo>
                  <a:close/>
                  <a:moveTo>
                    <a:pt x="316" y="3"/>
                  </a:moveTo>
                  <a:cubicBezTo>
                    <a:pt x="313" y="3"/>
                    <a:pt x="313" y="3"/>
                    <a:pt x="313" y="3"/>
                  </a:cubicBezTo>
                  <a:cubicBezTo>
                    <a:pt x="313" y="1"/>
                    <a:pt x="313" y="1"/>
                    <a:pt x="313" y="1"/>
                  </a:cubicBezTo>
                  <a:cubicBezTo>
                    <a:pt x="316" y="1"/>
                    <a:pt x="316" y="1"/>
                    <a:pt x="316" y="1"/>
                  </a:cubicBezTo>
                  <a:cubicBezTo>
                    <a:pt x="316" y="3"/>
                    <a:pt x="316" y="3"/>
                    <a:pt x="316" y="3"/>
                  </a:cubicBezTo>
                  <a:close/>
                  <a:moveTo>
                    <a:pt x="333" y="6"/>
                  </a:moveTo>
                  <a:cubicBezTo>
                    <a:pt x="327" y="21"/>
                    <a:pt x="327" y="21"/>
                    <a:pt x="327" y="21"/>
                  </a:cubicBezTo>
                  <a:cubicBezTo>
                    <a:pt x="325" y="21"/>
                    <a:pt x="325" y="21"/>
                    <a:pt x="325" y="21"/>
                  </a:cubicBezTo>
                  <a:cubicBezTo>
                    <a:pt x="319" y="6"/>
                    <a:pt x="319" y="6"/>
                    <a:pt x="319" y="6"/>
                  </a:cubicBezTo>
                  <a:cubicBezTo>
                    <a:pt x="322" y="6"/>
                    <a:pt x="322" y="6"/>
                    <a:pt x="322" y="6"/>
                  </a:cubicBezTo>
                  <a:cubicBezTo>
                    <a:pt x="326" y="18"/>
                    <a:pt x="326" y="18"/>
                    <a:pt x="326" y="18"/>
                  </a:cubicBezTo>
                  <a:cubicBezTo>
                    <a:pt x="330" y="6"/>
                    <a:pt x="330" y="6"/>
                    <a:pt x="330" y="6"/>
                  </a:cubicBezTo>
                  <a:cubicBezTo>
                    <a:pt x="333" y="6"/>
                    <a:pt x="333" y="6"/>
                    <a:pt x="333" y="6"/>
                  </a:cubicBezTo>
                  <a:close/>
                  <a:moveTo>
                    <a:pt x="343" y="22"/>
                  </a:moveTo>
                  <a:cubicBezTo>
                    <a:pt x="341" y="22"/>
                    <a:pt x="339" y="21"/>
                    <a:pt x="337" y="20"/>
                  </a:cubicBezTo>
                  <a:cubicBezTo>
                    <a:pt x="336" y="18"/>
                    <a:pt x="335" y="16"/>
                    <a:pt x="335" y="14"/>
                  </a:cubicBezTo>
                  <a:cubicBezTo>
                    <a:pt x="335" y="11"/>
                    <a:pt x="336" y="9"/>
                    <a:pt x="337" y="8"/>
                  </a:cubicBezTo>
                  <a:cubicBezTo>
                    <a:pt x="339" y="6"/>
                    <a:pt x="340" y="6"/>
                    <a:pt x="342" y="6"/>
                  </a:cubicBezTo>
                  <a:cubicBezTo>
                    <a:pt x="343" y="6"/>
                    <a:pt x="344" y="6"/>
                    <a:pt x="345" y="6"/>
                  </a:cubicBezTo>
                  <a:cubicBezTo>
                    <a:pt x="346" y="6"/>
                    <a:pt x="346" y="7"/>
                    <a:pt x="347" y="7"/>
                  </a:cubicBezTo>
                  <a:cubicBezTo>
                    <a:pt x="347" y="8"/>
                    <a:pt x="348" y="9"/>
                    <a:pt x="348" y="9"/>
                  </a:cubicBezTo>
                  <a:cubicBezTo>
                    <a:pt x="348" y="10"/>
                    <a:pt x="348" y="11"/>
                    <a:pt x="348" y="13"/>
                  </a:cubicBezTo>
                  <a:cubicBezTo>
                    <a:pt x="348" y="14"/>
                    <a:pt x="348" y="14"/>
                    <a:pt x="348" y="14"/>
                  </a:cubicBezTo>
                  <a:cubicBezTo>
                    <a:pt x="338" y="14"/>
                    <a:pt x="338" y="14"/>
                    <a:pt x="338" y="14"/>
                  </a:cubicBezTo>
                  <a:cubicBezTo>
                    <a:pt x="338" y="16"/>
                    <a:pt x="338" y="17"/>
                    <a:pt x="339" y="18"/>
                  </a:cubicBezTo>
                  <a:cubicBezTo>
                    <a:pt x="340" y="19"/>
                    <a:pt x="341" y="19"/>
                    <a:pt x="343" y="19"/>
                  </a:cubicBezTo>
                  <a:cubicBezTo>
                    <a:pt x="343" y="19"/>
                    <a:pt x="344" y="19"/>
                    <a:pt x="345" y="19"/>
                  </a:cubicBezTo>
                  <a:cubicBezTo>
                    <a:pt x="345" y="19"/>
                    <a:pt x="346" y="19"/>
                    <a:pt x="346" y="19"/>
                  </a:cubicBezTo>
                  <a:cubicBezTo>
                    <a:pt x="346" y="18"/>
                    <a:pt x="347" y="18"/>
                    <a:pt x="347" y="18"/>
                  </a:cubicBezTo>
                  <a:cubicBezTo>
                    <a:pt x="348" y="18"/>
                    <a:pt x="348" y="18"/>
                    <a:pt x="348" y="18"/>
                  </a:cubicBezTo>
                  <a:cubicBezTo>
                    <a:pt x="348" y="18"/>
                    <a:pt x="348" y="18"/>
                    <a:pt x="348" y="18"/>
                  </a:cubicBezTo>
                  <a:cubicBezTo>
                    <a:pt x="348" y="20"/>
                    <a:pt x="348" y="20"/>
                    <a:pt x="348" y="20"/>
                  </a:cubicBezTo>
                  <a:cubicBezTo>
                    <a:pt x="348" y="20"/>
                    <a:pt x="347" y="21"/>
                    <a:pt x="347" y="21"/>
                  </a:cubicBezTo>
                  <a:cubicBezTo>
                    <a:pt x="347" y="21"/>
                    <a:pt x="346" y="21"/>
                    <a:pt x="346" y="21"/>
                  </a:cubicBezTo>
                  <a:cubicBezTo>
                    <a:pt x="345" y="21"/>
                    <a:pt x="345" y="21"/>
                    <a:pt x="344" y="21"/>
                  </a:cubicBezTo>
                  <a:cubicBezTo>
                    <a:pt x="344" y="22"/>
                    <a:pt x="344" y="22"/>
                    <a:pt x="343" y="22"/>
                  </a:cubicBezTo>
                  <a:close/>
                  <a:moveTo>
                    <a:pt x="346" y="12"/>
                  </a:moveTo>
                  <a:cubicBezTo>
                    <a:pt x="346" y="11"/>
                    <a:pt x="346" y="11"/>
                    <a:pt x="346" y="10"/>
                  </a:cubicBezTo>
                  <a:cubicBezTo>
                    <a:pt x="346" y="10"/>
                    <a:pt x="345" y="9"/>
                    <a:pt x="345" y="9"/>
                  </a:cubicBezTo>
                  <a:cubicBezTo>
                    <a:pt x="345" y="9"/>
                    <a:pt x="344" y="8"/>
                    <a:pt x="344" y="8"/>
                  </a:cubicBezTo>
                  <a:cubicBezTo>
                    <a:pt x="343" y="8"/>
                    <a:pt x="343" y="8"/>
                    <a:pt x="342" y="8"/>
                  </a:cubicBezTo>
                  <a:cubicBezTo>
                    <a:pt x="342" y="8"/>
                    <a:pt x="341" y="8"/>
                    <a:pt x="340" y="8"/>
                  </a:cubicBezTo>
                  <a:cubicBezTo>
                    <a:pt x="340" y="8"/>
                    <a:pt x="340" y="9"/>
                    <a:pt x="339" y="9"/>
                  </a:cubicBezTo>
                  <a:cubicBezTo>
                    <a:pt x="339" y="9"/>
                    <a:pt x="338" y="10"/>
                    <a:pt x="338" y="10"/>
                  </a:cubicBezTo>
                  <a:cubicBezTo>
                    <a:pt x="338" y="11"/>
                    <a:pt x="338" y="11"/>
                    <a:pt x="338" y="12"/>
                  </a:cubicBezTo>
                  <a:cubicBezTo>
                    <a:pt x="346" y="12"/>
                    <a:pt x="346" y="12"/>
                    <a:pt x="346" y="12"/>
                  </a:cubicBezTo>
                  <a:close/>
                  <a:moveTo>
                    <a:pt x="361" y="9"/>
                  </a:moveTo>
                  <a:cubicBezTo>
                    <a:pt x="361" y="9"/>
                    <a:pt x="361" y="9"/>
                    <a:pt x="361" y="9"/>
                  </a:cubicBezTo>
                  <a:cubicBezTo>
                    <a:pt x="360" y="9"/>
                    <a:pt x="360" y="9"/>
                    <a:pt x="360" y="9"/>
                  </a:cubicBezTo>
                  <a:cubicBezTo>
                    <a:pt x="360" y="9"/>
                    <a:pt x="360" y="9"/>
                    <a:pt x="359" y="9"/>
                  </a:cubicBezTo>
                  <a:cubicBezTo>
                    <a:pt x="359" y="9"/>
                    <a:pt x="358" y="9"/>
                    <a:pt x="357" y="9"/>
                  </a:cubicBezTo>
                  <a:cubicBezTo>
                    <a:pt x="357" y="9"/>
                    <a:pt x="356" y="10"/>
                    <a:pt x="355" y="10"/>
                  </a:cubicBezTo>
                  <a:cubicBezTo>
                    <a:pt x="355" y="21"/>
                    <a:pt x="355" y="21"/>
                    <a:pt x="355" y="21"/>
                  </a:cubicBezTo>
                  <a:cubicBezTo>
                    <a:pt x="353" y="21"/>
                    <a:pt x="353" y="21"/>
                    <a:pt x="353" y="21"/>
                  </a:cubicBezTo>
                  <a:cubicBezTo>
                    <a:pt x="353" y="6"/>
                    <a:pt x="353" y="6"/>
                    <a:pt x="353" y="6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5" y="8"/>
                    <a:pt x="355" y="8"/>
                    <a:pt x="355" y="8"/>
                  </a:cubicBezTo>
                  <a:cubicBezTo>
                    <a:pt x="356" y="7"/>
                    <a:pt x="357" y="7"/>
                    <a:pt x="358" y="7"/>
                  </a:cubicBezTo>
                  <a:cubicBezTo>
                    <a:pt x="358" y="6"/>
                    <a:pt x="359" y="6"/>
                    <a:pt x="360" y="6"/>
                  </a:cubicBezTo>
                  <a:cubicBezTo>
                    <a:pt x="360" y="6"/>
                    <a:pt x="360" y="6"/>
                    <a:pt x="360" y="6"/>
                  </a:cubicBezTo>
                  <a:cubicBezTo>
                    <a:pt x="360" y="6"/>
                    <a:pt x="361" y="6"/>
                    <a:pt x="361" y="6"/>
                  </a:cubicBezTo>
                  <a:cubicBezTo>
                    <a:pt x="361" y="9"/>
                    <a:pt x="361" y="9"/>
                    <a:pt x="361" y="9"/>
                  </a:cubicBezTo>
                  <a:close/>
                  <a:moveTo>
                    <a:pt x="369" y="22"/>
                  </a:moveTo>
                  <a:cubicBezTo>
                    <a:pt x="368" y="22"/>
                    <a:pt x="367" y="21"/>
                    <a:pt x="366" y="21"/>
                  </a:cubicBezTo>
                  <a:cubicBezTo>
                    <a:pt x="365" y="21"/>
                    <a:pt x="364" y="21"/>
                    <a:pt x="364" y="20"/>
                  </a:cubicBezTo>
                  <a:cubicBezTo>
                    <a:pt x="364" y="17"/>
                    <a:pt x="364" y="17"/>
                    <a:pt x="364" y="17"/>
                  </a:cubicBezTo>
                  <a:cubicBezTo>
                    <a:pt x="364" y="17"/>
                    <a:pt x="364" y="17"/>
                    <a:pt x="364" y="17"/>
                  </a:cubicBezTo>
                  <a:cubicBezTo>
                    <a:pt x="364" y="18"/>
                    <a:pt x="364" y="18"/>
                    <a:pt x="364" y="18"/>
                  </a:cubicBezTo>
                  <a:cubicBezTo>
                    <a:pt x="365" y="18"/>
                    <a:pt x="365" y="18"/>
                    <a:pt x="366" y="19"/>
                  </a:cubicBezTo>
                  <a:cubicBezTo>
                    <a:pt x="366" y="19"/>
                    <a:pt x="367" y="19"/>
                    <a:pt x="367" y="19"/>
                  </a:cubicBezTo>
                  <a:cubicBezTo>
                    <a:pt x="368" y="19"/>
                    <a:pt x="368" y="19"/>
                    <a:pt x="369" y="19"/>
                  </a:cubicBezTo>
                  <a:cubicBezTo>
                    <a:pt x="369" y="19"/>
                    <a:pt x="370" y="19"/>
                    <a:pt x="370" y="19"/>
                  </a:cubicBezTo>
                  <a:cubicBezTo>
                    <a:pt x="370" y="19"/>
                    <a:pt x="371" y="19"/>
                    <a:pt x="371" y="19"/>
                  </a:cubicBezTo>
                  <a:cubicBezTo>
                    <a:pt x="371" y="19"/>
                    <a:pt x="372" y="18"/>
                    <a:pt x="372" y="18"/>
                  </a:cubicBezTo>
                  <a:cubicBezTo>
                    <a:pt x="372" y="18"/>
                    <a:pt x="372" y="18"/>
                    <a:pt x="372" y="17"/>
                  </a:cubicBezTo>
                  <a:cubicBezTo>
                    <a:pt x="372" y="17"/>
                    <a:pt x="372" y="16"/>
                    <a:pt x="371" y="16"/>
                  </a:cubicBezTo>
                  <a:cubicBezTo>
                    <a:pt x="371" y="16"/>
                    <a:pt x="371" y="15"/>
                    <a:pt x="370" y="15"/>
                  </a:cubicBezTo>
                  <a:cubicBezTo>
                    <a:pt x="369" y="15"/>
                    <a:pt x="369" y="15"/>
                    <a:pt x="368" y="15"/>
                  </a:cubicBezTo>
                  <a:cubicBezTo>
                    <a:pt x="368" y="15"/>
                    <a:pt x="367" y="15"/>
                    <a:pt x="367" y="14"/>
                  </a:cubicBezTo>
                  <a:cubicBezTo>
                    <a:pt x="366" y="14"/>
                    <a:pt x="365" y="14"/>
                    <a:pt x="364" y="13"/>
                  </a:cubicBezTo>
                  <a:cubicBezTo>
                    <a:pt x="364" y="12"/>
                    <a:pt x="364" y="11"/>
                    <a:pt x="364" y="10"/>
                  </a:cubicBezTo>
                  <a:cubicBezTo>
                    <a:pt x="364" y="9"/>
                    <a:pt x="364" y="8"/>
                    <a:pt x="365" y="7"/>
                  </a:cubicBezTo>
                  <a:cubicBezTo>
                    <a:pt x="366" y="6"/>
                    <a:pt x="368" y="6"/>
                    <a:pt x="369" y="6"/>
                  </a:cubicBezTo>
                  <a:cubicBezTo>
                    <a:pt x="370" y="6"/>
                    <a:pt x="371" y="6"/>
                    <a:pt x="372" y="6"/>
                  </a:cubicBezTo>
                  <a:cubicBezTo>
                    <a:pt x="373" y="6"/>
                    <a:pt x="373" y="6"/>
                    <a:pt x="374" y="7"/>
                  </a:cubicBezTo>
                  <a:cubicBezTo>
                    <a:pt x="374" y="10"/>
                    <a:pt x="374" y="10"/>
                    <a:pt x="374" y="10"/>
                  </a:cubicBezTo>
                  <a:cubicBezTo>
                    <a:pt x="374" y="10"/>
                    <a:pt x="374" y="10"/>
                    <a:pt x="374" y="10"/>
                  </a:cubicBezTo>
                  <a:cubicBezTo>
                    <a:pt x="373" y="9"/>
                    <a:pt x="372" y="9"/>
                    <a:pt x="372" y="8"/>
                  </a:cubicBezTo>
                  <a:cubicBezTo>
                    <a:pt x="371" y="8"/>
                    <a:pt x="370" y="8"/>
                    <a:pt x="369" y="8"/>
                  </a:cubicBezTo>
                  <a:cubicBezTo>
                    <a:pt x="368" y="8"/>
                    <a:pt x="368" y="8"/>
                    <a:pt x="367" y="8"/>
                  </a:cubicBezTo>
                  <a:cubicBezTo>
                    <a:pt x="367" y="9"/>
                    <a:pt x="366" y="9"/>
                    <a:pt x="366" y="10"/>
                  </a:cubicBezTo>
                  <a:cubicBezTo>
                    <a:pt x="366" y="11"/>
                    <a:pt x="366" y="11"/>
                    <a:pt x="367" y="11"/>
                  </a:cubicBezTo>
                  <a:cubicBezTo>
                    <a:pt x="367" y="12"/>
                    <a:pt x="368" y="12"/>
                    <a:pt x="368" y="12"/>
                  </a:cubicBezTo>
                  <a:cubicBezTo>
                    <a:pt x="369" y="12"/>
                    <a:pt x="369" y="12"/>
                    <a:pt x="370" y="12"/>
                  </a:cubicBezTo>
                  <a:cubicBezTo>
                    <a:pt x="370" y="13"/>
                    <a:pt x="371" y="13"/>
                    <a:pt x="371" y="13"/>
                  </a:cubicBezTo>
                  <a:cubicBezTo>
                    <a:pt x="372" y="13"/>
                    <a:pt x="373" y="14"/>
                    <a:pt x="374" y="14"/>
                  </a:cubicBezTo>
                  <a:cubicBezTo>
                    <a:pt x="374" y="15"/>
                    <a:pt x="375" y="16"/>
                    <a:pt x="375" y="17"/>
                  </a:cubicBezTo>
                  <a:cubicBezTo>
                    <a:pt x="375" y="17"/>
                    <a:pt x="374" y="18"/>
                    <a:pt x="374" y="19"/>
                  </a:cubicBezTo>
                  <a:cubicBezTo>
                    <a:pt x="374" y="19"/>
                    <a:pt x="374" y="20"/>
                    <a:pt x="373" y="20"/>
                  </a:cubicBezTo>
                  <a:cubicBezTo>
                    <a:pt x="372" y="21"/>
                    <a:pt x="372" y="21"/>
                    <a:pt x="371" y="21"/>
                  </a:cubicBezTo>
                  <a:cubicBezTo>
                    <a:pt x="371" y="21"/>
                    <a:pt x="370" y="22"/>
                    <a:pt x="369" y="22"/>
                  </a:cubicBezTo>
                  <a:close/>
                  <a:moveTo>
                    <a:pt x="381" y="21"/>
                  </a:moveTo>
                  <a:cubicBezTo>
                    <a:pt x="379" y="21"/>
                    <a:pt x="379" y="21"/>
                    <a:pt x="379" y="21"/>
                  </a:cubicBezTo>
                  <a:cubicBezTo>
                    <a:pt x="379" y="6"/>
                    <a:pt x="379" y="6"/>
                    <a:pt x="379" y="6"/>
                  </a:cubicBezTo>
                  <a:cubicBezTo>
                    <a:pt x="381" y="6"/>
                    <a:pt x="381" y="6"/>
                    <a:pt x="381" y="6"/>
                  </a:cubicBezTo>
                  <a:cubicBezTo>
                    <a:pt x="381" y="21"/>
                    <a:pt x="381" y="21"/>
                    <a:pt x="381" y="21"/>
                  </a:cubicBezTo>
                  <a:close/>
                  <a:moveTo>
                    <a:pt x="381" y="3"/>
                  </a:moveTo>
                  <a:cubicBezTo>
                    <a:pt x="379" y="3"/>
                    <a:pt x="379" y="3"/>
                    <a:pt x="379" y="3"/>
                  </a:cubicBezTo>
                  <a:cubicBezTo>
                    <a:pt x="379" y="1"/>
                    <a:pt x="379" y="1"/>
                    <a:pt x="379" y="1"/>
                  </a:cubicBezTo>
                  <a:cubicBezTo>
                    <a:pt x="381" y="1"/>
                    <a:pt x="381" y="1"/>
                    <a:pt x="381" y="1"/>
                  </a:cubicBezTo>
                  <a:cubicBezTo>
                    <a:pt x="381" y="3"/>
                    <a:pt x="381" y="3"/>
                    <a:pt x="381" y="3"/>
                  </a:cubicBezTo>
                  <a:close/>
                  <a:moveTo>
                    <a:pt x="391" y="22"/>
                  </a:moveTo>
                  <a:cubicBezTo>
                    <a:pt x="390" y="22"/>
                    <a:pt x="389" y="21"/>
                    <a:pt x="388" y="20"/>
                  </a:cubicBezTo>
                  <a:cubicBezTo>
                    <a:pt x="387" y="20"/>
                    <a:pt x="387" y="18"/>
                    <a:pt x="387" y="17"/>
                  </a:cubicBezTo>
                  <a:cubicBezTo>
                    <a:pt x="387" y="8"/>
                    <a:pt x="387" y="8"/>
                    <a:pt x="387" y="8"/>
                  </a:cubicBezTo>
                  <a:cubicBezTo>
                    <a:pt x="385" y="8"/>
                    <a:pt x="385" y="8"/>
                    <a:pt x="385" y="8"/>
                  </a:cubicBezTo>
                  <a:cubicBezTo>
                    <a:pt x="385" y="6"/>
                    <a:pt x="385" y="6"/>
                    <a:pt x="385" y="6"/>
                  </a:cubicBezTo>
                  <a:cubicBezTo>
                    <a:pt x="387" y="6"/>
                    <a:pt x="387" y="6"/>
                    <a:pt x="387" y="6"/>
                  </a:cubicBezTo>
                  <a:cubicBezTo>
                    <a:pt x="387" y="2"/>
                    <a:pt x="387" y="2"/>
                    <a:pt x="387" y="2"/>
                  </a:cubicBezTo>
                  <a:cubicBezTo>
                    <a:pt x="390" y="2"/>
                    <a:pt x="390" y="2"/>
                    <a:pt x="390" y="2"/>
                  </a:cubicBezTo>
                  <a:cubicBezTo>
                    <a:pt x="390" y="6"/>
                    <a:pt x="390" y="6"/>
                    <a:pt x="390" y="6"/>
                  </a:cubicBezTo>
                  <a:cubicBezTo>
                    <a:pt x="394" y="6"/>
                    <a:pt x="394" y="6"/>
                    <a:pt x="394" y="6"/>
                  </a:cubicBezTo>
                  <a:cubicBezTo>
                    <a:pt x="394" y="8"/>
                    <a:pt x="394" y="8"/>
                    <a:pt x="394" y="8"/>
                  </a:cubicBezTo>
                  <a:cubicBezTo>
                    <a:pt x="390" y="8"/>
                    <a:pt x="390" y="8"/>
                    <a:pt x="390" y="8"/>
                  </a:cubicBezTo>
                  <a:cubicBezTo>
                    <a:pt x="390" y="15"/>
                    <a:pt x="390" y="15"/>
                    <a:pt x="390" y="15"/>
                  </a:cubicBezTo>
                  <a:cubicBezTo>
                    <a:pt x="390" y="16"/>
                    <a:pt x="390" y="17"/>
                    <a:pt x="390" y="17"/>
                  </a:cubicBezTo>
                  <a:cubicBezTo>
                    <a:pt x="390" y="18"/>
                    <a:pt x="390" y="18"/>
                    <a:pt x="390" y="18"/>
                  </a:cubicBezTo>
                  <a:cubicBezTo>
                    <a:pt x="390" y="19"/>
                    <a:pt x="390" y="19"/>
                    <a:pt x="391" y="19"/>
                  </a:cubicBezTo>
                  <a:cubicBezTo>
                    <a:pt x="391" y="19"/>
                    <a:pt x="391" y="19"/>
                    <a:pt x="392" y="19"/>
                  </a:cubicBezTo>
                  <a:cubicBezTo>
                    <a:pt x="392" y="19"/>
                    <a:pt x="393" y="19"/>
                    <a:pt x="393" y="19"/>
                  </a:cubicBezTo>
                  <a:cubicBezTo>
                    <a:pt x="394" y="19"/>
                    <a:pt x="394" y="19"/>
                    <a:pt x="394" y="19"/>
                  </a:cubicBezTo>
                  <a:cubicBezTo>
                    <a:pt x="394" y="19"/>
                    <a:pt x="394" y="19"/>
                    <a:pt x="394" y="19"/>
                  </a:cubicBezTo>
                  <a:cubicBezTo>
                    <a:pt x="394" y="21"/>
                    <a:pt x="394" y="21"/>
                    <a:pt x="394" y="21"/>
                  </a:cubicBezTo>
                  <a:cubicBezTo>
                    <a:pt x="394" y="21"/>
                    <a:pt x="393" y="21"/>
                    <a:pt x="393" y="21"/>
                  </a:cubicBezTo>
                  <a:cubicBezTo>
                    <a:pt x="392" y="21"/>
                    <a:pt x="392" y="22"/>
                    <a:pt x="391" y="22"/>
                  </a:cubicBezTo>
                  <a:close/>
                  <a:moveTo>
                    <a:pt x="410" y="6"/>
                  </a:moveTo>
                  <a:cubicBezTo>
                    <a:pt x="401" y="27"/>
                    <a:pt x="401" y="27"/>
                    <a:pt x="401" y="27"/>
                  </a:cubicBezTo>
                  <a:cubicBezTo>
                    <a:pt x="399" y="27"/>
                    <a:pt x="399" y="27"/>
                    <a:pt x="399" y="27"/>
                  </a:cubicBezTo>
                  <a:cubicBezTo>
                    <a:pt x="401" y="20"/>
                    <a:pt x="401" y="20"/>
                    <a:pt x="401" y="20"/>
                  </a:cubicBezTo>
                  <a:cubicBezTo>
                    <a:pt x="396" y="6"/>
                    <a:pt x="396" y="6"/>
                    <a:pt x="396" y="6"/>
                  </a:cubicBezTo>
                  <a:cubicBezTo>
                    <a:pt x="399" y="6"/>
                    <a:pt x="399" y="6"/>
                    <a:pt x="399" y="6"/>
                  </a:cubicBezTo>
                  <a:cubicBezTo>
                    <a:pt x="403" y="17"/>
                    <a:pt x="403" y="17"/>
                    <a:pt x="403" y="17"/>
                  </a:cubicBezTo>
                  <a:cubicBezTo>
                    <a:pt x="407" y="6"/>
                    <a:pt x="407" y="6"/>
                    <a:pt x="407" y="6"/>
                  </a:cubicBezTo>
                  <a:lnTo>
                    <a:pt x="410" y="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grpSp>
          <p:nvGrpSpPr>
            <p:cNvPr id="24" name="íṧlíḓé"/>
            <p:cNvGrpSpPr/>
            <p:nvPr/>
          </p:nvGrpSpPr>
          <p:grpSpPr>
            <a:xfrm>
              <a:off x="4625816" y="3431857"/>
              <a:ext cx="5955098" cy="1263464"/>
              <a:chOff x="5472113" y="3055938"/>
              <a:chExt cx="2316163" cy="485775"/>
            </a:xfrm>
            <a:solidFill>
              <a:schemeClr val="bg1"/>
            </a:solidFill>
          </p:grpSpPr>
          <p:sp>
            <p:nvSpPr>
              <p:cNvPr id="26" name="ïşḷíḓè"/>
              <p:cNvSpPr/>
              <p:nvPr/>
            </p:nvSpPr>
            <p:spPr bwMode="auto">
              <a:xfrm>
                <a:off x="7018338" y="3143250"/>
                <a:ext cx="342900" cy="361950"/>
              </a:xfrm>
              <a:custGeom>
                <a:avLst/>
                <a:gdLst>
                  <a:gd name="T0" fmla="*/ 48 w 64"/>
                  <a:gd name="T1" fmla="*/ 0 h 67"/>
                  <a:gd name="T2" fmla="*/ 54 w 64"/>
                  <a:gd name="T3" fmla="*/ 4 h 67"/>
                  <a:gd name="T4" fmla="*/ 54 w 64"/>
                  <a:gd name="T5" fmla="*/ 7 h 67"/>
                  <a:gd name="T6" fmla="*/ 52 w 64"/>
                  <a:gd name="T7" fmla="*/ 10 h 67"/>
                  <a:gd name="T8" fmla="*/ 50 w 64"/>
                  <a:gd name="T9" fmla="*/ 15 h 67"/>
                  <a:gd name="T10" fmla="*/ 47 w 64"/>
                  <a:gd name="T11" fmla="*/ 21 h 67"/>
                  <a:gd name="T12" fmla="*/ 51 w 64"/>
                  <a:gd name="T13" fmla="*/ 21 h 67"/>
                  <a:gd name="T14" fmla="*/ 51 w 64"/>
                  <a:gd name="T15" fmla="*/ 20 h 67"/>
                  <a:gd name="T16" fmla="*/ 60 w 64"/>
                  <a:gd name="T17" fmla="*/ 20 h 67"/>
                  <a:gd name="T18" fmla="*/ 60 w 64"/>
                  <a:gd name="T19" fmla="*/ 22 h 67"/>
                  <a:gd name="T20" fmla="*/ 58 w 64"/>
                  <a:gd name="T21" fmla="*/ 24 h 67"/>
                  <a:gd name="T22" fmla="*/ 51 w 64"/>
                  <a:gd name="T23" fmla="*/ 27 h 67"/>
                  <a:gd name="T24" fmla="*/ 45 w 64"/>
                  <a:gd name="T25" fmla="*/ 29 h 67"/>
                  <a:gd name="T26" fmla="*/ 37 w 64"/>
                  <a:gd name="T27" fmla="*/ 40 h 67"/>
                  <a:gd name="T28" fmla="*/ 52 w 64"/>
                  <a:gd name="T29" fmla="*/ 51 h 67"/>
                  <a:gd name="T30" fmla="*/ 64 w 64"/>
                  <a:gd name="T31" fmla="*/ 52 h 67"/>
                  <a:gd name="T32" fmla="*/ 64 w 64"/>
                  <a:gd name="T33" fmla="*/ 53 h 67"/>
                  <a:gd name="T34" fmla="*/ 64 w 64"/>
                  <a:gd name="T35" fmla="*/ 54 h 67"/>
                  <a:gd name="T36" fmla="*/ 58 w 64"/>
                  <a:gd name="T37" fmla="*/ 56 h 67"/>
                  <a:gd name="T38" fmla="*/ 56 w 64"/>
                  <a:gd name="T39" fmla="*/ 59 h 67"/>
                  <a:gd name="T40" fmla="*/ 50 w 64"/>
                  <a:gd name="T41" fmla="*/ 60 h 67"/>
                  <a:gd name="T42" fmla="*/ 45 w 64"/>
                  <a:gd name="T43" fmla="*/ 56 h 67"/>
                  <a:gd name="T44" fmla="*/ 41 w 64"/>
                  <a:gd name="T45" fmla="*/ 49 h 67"/>
                  <a:gd name="T46" fmla="*/ 38 w 64"/>
                  <a:gd name="T47" fmla="*/ 45 h 67"/>
                  <a:gd name="T48" fmla="*/ 35 w 64"/>
                  <a:gd name="T49" fmla="*/ 42 h 67"/>
                  <a:gd name="T50" fmla="*/ 29 w 64"/>
                  <a:gd name="T51" fmla="*/ 49 h 67"/>
                  <a:gd name="T52" fmla="*/ 14 w 64"/>
                  <a:gd name="T53" fmla="*/ 61 h 67"/>
                  <a:gd name="T54" fmla="*/ 0 w 64"/>
                  <a:gd name="T55" fmla="*/ 67 h 67"/>
                  <a:gd name="T56" fmla="*/ 0 w 64"/>
                  <a:gd name="T57" fmla="*/ 66 h 67"/>
                  <a:gd name="T58" fmla="*/ 9 w 64"/>
                  <a:gd name="T59" fmla="*/ 60 h 67"/>
                  <a:gd name="T60" fmla="*/ 27 w 64"/>
                  <a:gd name="T61" fmla="*/ 40 h 67"/>
                  <a:gd name="T62" fmla="*/ 33 w 64"/>
                  <a:gd name="T63" fmla="*/ 31 h 67"/>
                  <a:gd name="T64" fmla="*/ 25 w 64"/>
                  <a:gd name="T65" fmla="*/ 23 h 67"/>
                  <a:gd name="T66" fmla="*/ 26 w 64"/>
                  <a:gd name="T67" fmla="*/ 23 h 67"/>
                  <a:gd name="T68" fmla="*/ 38 w 64"/>
                  <a:gd name="T69" fmla="*/ 23 h 67"/>
                  <a:gd name="T70" fmla="*/ 42 w 64"/>
                  <a:gd name="T71" fmla="*/ 16 h 67"/>
                  <a:gd name="T72" fmla="*/ 45 w 64"/>
                  <a:gd name="T73" fmla="*/ 10 h 67"/>
                  <a:gd name="T74" fmla="*/ 48 w 64"/>
                  <a:gd name="T75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64" h="67">
                    <a:moveTo>
                      <a:pt x="48" y="0"/>
                    </a:moveTo>
                    <a:cubicBezTo>
                      <a:pt x="52" y="0"/>
                      <a:pt x="52" y="2"/>
                      <a:pt x="54" y="4"/>
                    </a:cubicBezTo>
                    <a:cubicBezTo>
                      <a:pt x="54" y="5"/>
                      <a:pt x="54" y="6"/>
                      <a:pt x="54" y="7"/>
                    </a:cubicBezTo>
                    <a:cubicBezTo>
                      <a:pt x="54" y="8"/>
                      <a:pt x="53" y="9"/>
                      <a:pt x="52" y="10"/>
                    </a:cubicBezTo>
                    <a:cubicBezTo>
                      <a:pt x="51" y="12"/>
                      <a:pt x="51" y="13"/>
                      <a:pt x="50" y="15"/>
                    </a:cubicBezTo>
                    <a:cubicBezTo>
                      <a:pt x="49" y="17"/>
                      <a:pt x="48" y="19"/>
                      <a:pt x="47" y="21"/>
                    </a:cubicBezTo>
                    <a:cubicBezTo>
                      <a:pt x="49" y="21"/>
                      <a:pt x="50" y="21"/>
                      <a:pt x="51" y="21"/>
                    </a:cubicBezTo>
                    <a:cubicBezTo>
                      <a:pt x="51" y="20"/>
                      <a:pt x="51" y="20"/>
                      <a:pt x="51" y="20"/>
                    </a:cubicBezTo>
                    <a:cubicBezTo>
                      <a:pt x="54" y="20"/>
                      <a:pt x="57" y="20"/>
                      <a:pt x="60" y="20"/>
                    </a:cubicBezTo>
                    <a:cubicBezTo>
                      <a:pt x="60" y="21"/>
                      <a:pt x="60" y="21"/>
                      <a:pt x="60" y="22"/>
                    </a:cubicBezTo>
                    <a:cubicBezTo>
                      <a:pt x="59" y="22"/>
                      <a:pt x="59" y="23"/>
                      <a:pt x="58" y="24"/>
                    </a:cubicBezTo>
                    <a:cubicBezTo>
                      <a:pt x="56" y="25"/>
                      <a:pt x="53" y="26"/>
                      <a:pt x="51" y="27"/>
                    </a:cubicBezTo>
                    <a:cubicBezTo>
                      <a:pt x="49" y="28"/>
                      <a:pt x="47" y="28"/>
                      <a:pt x="45" y="29"/>
                    </a:cubicBezTo>
                    <a:cubicBezTo>
                      <a:pt x="43" y="30"/>
                      <a:pt x="38" y="38"/>
                      <a:pt x="37" y="40"/>
                    </a:cubicBezTo>
                    <a:cubicBezTo>
                      <a:pt x="42" y="43"/>
                      <a:pt x="46" y="48"/>
                      <a:pt x="52" y="51"/>
                    </a:cubicBezTo>
                    <a:cubicBezTo>
                      <a:pt x="55" y="52"/>
                      <a:pt x="60" y="52"/>
                      <a:pt x="64" y="52"/>
                    </a:cubicBezTo>
                    <a:cubicBezTo>
                      <a:pt x="64" y="52"/>
                      <a:pt x="64" y="52"/>
                      <a:pt x="64" y="53"/>
                    </a:cubicBezTo>
                    <a:cubicBezTo>
                      <a:pt x="64" y="53"/>
                      <a:pt x="64" y="53"/>
                      <a:pt x="64" y="54"/>
                    </a:cubicBezTo>
                    <a:cubicBezTo>
                      <a:pt x="62" y="54"/>
                      <a:pt x="59" y="55"/>
                      <a:pt x="58" y="56"/>
                    </a:cubicBezTo>
                    <a:cubicBezTo>
                      <a:pt x="57" y="57"/>
                      <a:pt x="57" y="58"/>
                      <a:pt x="56" y="59"/>
                    </a:cubicBezTo>
                    <a:cubicBezTo>
                      <a:pt x="55" y="60"/>
                      <a:pt x="52" y="60"/>
                      <a:pt x="50" y="60"/>
                    </a:cubicBezTo>
                    <a:cubicBezTo>
                      <a:pt x="49" y="58"/>
                      <a:pt x="46" y="58"/>
                      <a:pt x="45" y="56"/>
                    </a:cubicBezTo>
                    <a:cubicBezTo>
                      <a:pt x="44" y="54"/>
                      <a:pt x="43" y="51"/>
                      <a:pt x="41" y="49"/>
                    </a:cubicBezTo>
                    <a:cubicBezTo>
                      <a:pt x="41" y="47"/>
                      <a:pt x="39" y="46"/>
                      <a:pt x="38" y="45"/>
                    </a:cubicBezTo>
                    <a:cubicBezTo>
                      <a:pt x="38" y="44"/>
                      <a:pt x="37" y="42"/>
                      <a:pt x="35" y="42"/>
                    </a:cubicBezTo>
                    <a:cubicBezTo>
                      <a:pt x="34" y="45"/>
                      <a:pt x="31" y="47"/>
                      <a:pt x="29" y="49"/>
                    </a:cubicBezTo>
                    <a:cubicBezTo>
                      <a:pt x="25" y="55"/>
                      <a:pt x="20" y="58"/>
                      <a:pt x="14" y="61"/>
                    </a:cubicBezTo>
                    <a:cubicBezTo>
                      <a:pt x="10" y="64"/>
                      <a:pt x="6" y="67"/>
                      <a:pt x="0" y="67"/>
                    </a:cubicBezTo>
                    <a:cubicBezTo>
                      <a:pt x="0" y="67"/>
                      <a:pt x="0" y="67"/>
                      <a:pt x="0" y="66"/>
                    </a:cubicBezTo>
                    <a:cubicBezTo>
                      <a:pt x="4" y="65"/>
                      <a:pt x="6" y="62"/>
                      <a:pt x="9" y="60"/>
                    </a:cubicBezTo>
                    <a:cubicBezTo>
                      <a:pt x="16" y="55"/>
                      <a:pt x="22" y="48"/>
                      <a:pt x="27" y="40"/>
                    </a:cubicBezTo>
                    <a:cubicBezTo>
                      <a:pt x="29" y="37"/>
                      <a:pt x="32" y="34"/>
                      <a:pt x="33" y="31"/>
                    </a:cubicBezTo>
                    <a:cubicBezTo>
                      <a:pt x="30" y="30"/>
                      <a:pt x="25" y="26"/>
                      <a:pt x="25" y="23"/>
                    </a:cubicBezTo>
                    <a:cubicBezTo>
                      <a:pt x="25" y="23"/>
                      <a:pt x="26" y="23"/>
                      <a:pt x="26" y="23"/>
                    </a:cubicBezTo>
                    <a:cubicBezTo>
                      <a:pt x="29" y="25"/>
                      <a:pt x="34" y="24"/>
                      <a:pt x="38" y="23"/>
                    </a:cubicBezTo>
                    <a:cubicBezTo>
                      <a:pt x="39" y="21"/>
                      <a:pt x="41" y="19"/>
                      <a:pt x="42" y="16"/>
                    </a:cubicBezTo>
                    <a:cubicBezTo>
                      <a:pt x="43" y="14"/>
                      <a:pt x="44" y="12"/>
                      <a:pt x="45" y="10"/>
                    </a:cubicBezTo>
                    <a:cubicBezTo>
                      <a:pt x="46" y="7"/>
                      <a:pt x="48" y="4"/>
                      <a:pt x="4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27" name="iṡḻíďê"/>
              <p:cNvSpPr/>
              <p:nvPr/>
            </p:nvSpPr>
            <p:spPr bwMode="auto">
              <a:xfrm>
                <a:off x="6408738" y="3132138"/>
                <a:ext cx="171450" cy="85725"/>
              </a:xfrm>
              <a:custGeom>
                <a:avLst/>
                <a:gdLst>
                  <a:gd name="T0" fmla="*/ 6 w 32"/>
                  <a:gd name="T1" fmla="*/ 0 h 16"/>
                  <a:gd name="T2" fmla="*/ 17 w 32"/>
                  <a:gd name="T3" fmla="*/ 4 h 16"/>
                  <a:gd name="T4" fmla="*/ 18 w 32"/>
                  <a:gd name="T5" fmla="*/ 8 h 16"/>
                  <a:gd name="T6" fmla="*/ 24 w 32"/>
                  <a:gd name="T7" fmla="*/ 7 h 16"/>
                  <a:gd name="T8" fmla="*/ 25 w 32"/>
                  <a:gd name="T9" fmla="*/ 5 h 16"/>
                  <a:gd name="T10" fmla="*/ 31 w 32"/>
                  <a:gd name="T11" fmla="*/ 6 h 16"/>
                  <a:gd name="T12" fmla="*/ 32 w 32"/>
                  <a:gd name="T13" fmla="*/ 8 h 16"/>
                  <a:gd name="T14" fmla="*/ 31 w 32"/>
                  <a:gd name="T15" fmla="*/ 9 h 16"/>
                  <a:gd name="T16" fmla="*/ 14 w 32"/>
                  <a:gd name="T17" fmla="*/ 15 h 16"/>
                  <a:gd name="T18" fmla="*/ 14 w 32"/>
                  <a:gd name="T19" fmla="*/ 14 h 16"/>
                  <a:gd name="T20" fmla="*/ 16 w 32"/>
                  <a:gd name="T21" fmla="*/ 13 h 16"/>
                  <a:gd name="T22" fmla="*/ 16 w 32"/>
                  <a:gd name="T23" fmla="*/ 13 h 16"/>
                  <a:gd name="T24" fmla="*/ 15 w 32"/>
                  <a:gd name="T25" fmla="*/ 13 h 16"/>
                  <a:gd name="T26" fmla="*/ 13 w 32"/>
                  <a:gd name="T27" fmla="*/ 14 h 16"/>
                  <a:gd name="T28" fmla="*/ 0 w 32"/>
                  <a:gd name="T29" fmla="*/ 16 h 16"/>
                  <a:gd name="T30" fmla="*/ 0 w 32"/>
                  <a:gd name="T31" fmla="*/ 15 h 16"/>
                  <a:gd name="T32" fmla="*/ 9 w 32"/>
                  <a:gd name="T33" fmla="*/ 6 h 16"/>
                  <a:gd name="T34" fmla="*/ 6 w 32"/>
                  <a:gd name="T3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2" h="16">
                    <a:moveTo>
                      <a:pt x="6" y="0"/>
                    </a:moveTo>
                    <a:cubicBezTo>
                      <a:pt x="9" y="0"/>
                      <a:pt x="16" y="2"/>
                      <a:pt x="17" y="4"/>
                    </a:cubicBezTo>
                    <a:cubicBezTo>
                      <a:pt x="18" y="5"/>
                      <a:pt x="18" y="7"/>
                      <a:pt x="18" y="8"/>
                    </a:cubicBezTo>
                    <a:cubicBezTo>
                      <a:pt x="19" y="8"/>
                      <a:pt x="23" y="7"/>
                      <a:pt x="24" y="7"/>
                    </a:cubicBezTo>
                    <a:cubicBezTo>
                      <a:pt x="24" y="6"/>
                      <a:pt x="24" y="6"/>
                      <a:pt x="25" y="5"/>
                    </a:cubicBezTo>
                    <a:cubicBezTo>
                      <a:pt x="25" y="5"/>
                      <a:pt x="30" y="6"/>
                      <a:pt x="31" y="6"/>
                    </a:cubicBezTo>
                    <a:cubicBezTo>
                      <a:pt x="32" y="6"/>
                      <a:pt x="32" y="7"/>
                      <a:pt x="32" y="8"/>
                    </a:cubicBezTo>
                    <a:cubicBezTo>
                      <a:pt x="32" y="8"/>
                      <a:pt x="32" y="9"/>
                      <a:pt x="31" y="9"/>
                    </a:cubicBezTo>
                    <a:cubicBezTo>
                      <a:pt x="25" y="10"/>
                      <a:pt x="21" y="15"/>
                      <a:pt x="14" y="15"/>
                    </a:cubicBezTo>
                    <a:cubicBezTo>
                      <a:pt x="14" y="15"/>
                      <a:pt x="14" y="15"/>
                      <a:pt x="14" y="14"/>
                    </a:cubicBezTo>
                    <a:cubicBezTo>
                      <a:pt x="15" y="14"/>
                      <a:pt x="15" y="13"/>
                      <a:pt x="16" y="13"/>
                    </a:cubicBezTo>
                    <a:cubicBezTo>
                      <a:pt x="16" y="13"/>
                      <a:pt x="16" y="13"/>
                      <a:pt x="16" y="13"/>
                    </a:cubicBezTo>
                    <a:cubicBezTo>
                      <a:pt x="16" y="13"/>
                      <a:pt x="15" y="13"/>
                      <a:pt x="15" y="13"/>
                    </a:cubicBezTo>
                    <a:cubicBezTo>
                      <a:pt x="14" y="13"/>
                      <a:pt x="14" y="13"/>
                      <a:pt x="13" y="14"/>
                    </a:cubicBezTo>
                    <a:cubicBezTo>
                      <a:pt x="9" y="15"/>
                      <a:pt x="5" y="16"/>
                      <a:pt x="0" y="16"/>
                    </a:cubicBezTo>
                    <a:cubicBezTo>
                      <a:pt x="0" y="16"/>
                      <a:pt x="0" y="15"/>
                      <a:pt x="0" y="15"/>
                    </a:cubicBezTo>
                    <a:cubicBezTo>
                      <a:pt x="4" y="15"/>
                      <a:pt x="9" y="11"/>
                      <a:pt x="9" y="6"/>
                    </a:cubicBezTo>
                    <a:cubicBezTo>
                      <a:pt x="8" y="6"/>
                      <a:pt x="6" y="0"/>
                      <a:pt x="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28" name="iś1iḓe"/>
              <p:cNvSpPr/>
              <p:nvPr/>
            </p:nvSpPr>
            <p:spPr bwMode="auto">
              <a:xfrm>
                <a:off x="6376988" y="3235325"/>
                <a:ext cx="160338" cy="90488"/>
              </a:xfrm>
              <a:custGeom>
                <a:avLst/>
                <a:gdLst>
                  <a:gd name="T0" fmla="*/ 21 w 30"/>
                  <a:gd name="T1" fmla="*/ 8 h 17"/>
                  <a:gd name="T2" fmla="*/ 22 w 30"/>
                  <a:gd name="T3" fmla="*/ 3 h 17"/>
                  <a:gd name="T4" fmla="*/ 22 w 30"/>
                  <a:gd name="T5" fmla="*/ 3 h 17"/>
                  <a:gd name="T6" fmla="*/ 21 w 30"/>
                  <a:gd name="T7" fmla="*/ 3 h 17"/>
                  <a:gd name="T8" fmla="*/ 16 w 30"/>
                  <a:gd name="T9" fmla="*/ 9 h 17"/>
                  <a:gd name="T10" fmla="*/ 6 w 30"/>
                  <a:gd name="T11" fmla="*/ 13 h 17"/>
                  <a:gd name="T12" fmla="*/ 0 w 30"/>
                  <a:gd name="T13" fmla="*/ 13 h 17"/>
                  <a:gd name="T14" fmla="*/ 1 w 30"/>
                  <a:gd name="T15" fmla="*/ 11 h 17"/>
                  <a:gd name="T16" fmla="*/ 4 w 30"/>
                  <a:gd name="T17" fmla="*/ 9 h 17"/>
                  <a:gd name="T18" fmla="*/ 11 w 30"/>
                  <a:gd name="T19" fmla="*/ 3 h 17"/>
                  <a:gd name="T20" fmla="*/ 11 w 30"/>
                  <a:gd name="T21" fmla="*/ 6 h 17"/>
                  <a:gd name="T22" fmla="*/ 11 w 30"/>
                  <a:gd name="T23" fmla="*/ 6 h 17"/>
                  <a:gd name="T24" fmla="*/ 15 w 30"/>
                  <a:gd name="T25" fmla="*/ 5 h 17"/>
                  <a:gd name="T26" fmla="*/ 25 w 30"/>
                  <a:gd name="T27" fmla="*/ 1 h 17"/>
                  <a:gd name="T28" fmla="*/ 29 w 30"/>
                  <a:gd name="T29" fmla="*/ 2 h 17"/>
                  <a:gd name="T30" fmla="*/ 30 w 30"/>
                  <a:gd name="T31" fmla="*/ 3 h 17"/>
                  <a:gd name="T32" fmla="*/ 28 w 30"/>
                  <a:gd name="T33" fmla="*/ 7 h 17"/>
                  <a:gd name="T34" fmla="*/ 21 w 30"/>
                  <a:gd name="T35" fmla="*/ 8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" h="17">
                    <a:moveTo>
                      <a:pt x="21" y="8"/>
                    </a:moveTo>
                    <a:cubicBezTo>
                      <a:pt x="21" y="6"/>
                      <a:pt x="23" y="4"/>
                      <a:pt x="22" y="3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4"/>
                      <a:pt x="18" y="7"/>
                      <a:pt x="16" y="9"/>
                    </a:cubicBezTo>
                    <a:cubicBezTo>
                      <a:pt x="13" y="11"/>
                      <a:pt x="9" y="12"/>
                      <a:pt x="6" y="13"/>
                    </a:cubicBezTo>
                    <a:cubicBezTo>
                      <a:pt x="4" y="14"/>
                      <a:pt x="0" y="17"/>
                      <a:pt x="0" y="13"/>
                    </a:cubicBezTo>
                    <a:cubicBezTo>
                      <a:pt x="1" y="13"/>
                      <a:pt x="1" y="12"/>
                      <a:pt x="1" y="11"/>
                    </a:cubicBezTo>
                    <a:cubicBezTo>
                      <a:pt x="2" y="10"/>
                      <a:pt x="3" y="9"/>
                      <a:pt x="4" y="9"/>
                    </a:cubicBezTo>
                    <a:cubicBezTo>
                      <a:pt x="6" y="7"/>
                      <a:pt x="9" y="4"/>
                      <a:pt x="11" y="3"/>
                    </a:cubicBezTo>
                    <a:cubicBezTo>
                      <a:pt x="11" y="4"/>
                      <a:pt x="11" y="5"/>
                      <a:pt x="11" y="6"/>
                    </a:cubicBezTo>
                    <a:cubicBezTo>
                      <a:pt x="11" y="6"/>
                      <a:pt x="11" y="6"/>
                      <a:pt x="11" y="6"/>
                    </a:cubicBezTo>
                    <a:cubicBezTo>
                      <a:pt x="13" y="5"/>
                      <a:pt x="14" y="5"/>
                      <a:pt x="15" y="5"/>
                    </a:cubicBezTo>
                    <a:cubicBezTo>
                      <a:pt x="18" y="3"/>
                      <a:pt x="21" y="0"/>
                      <a:pt x="25" y="1"/>
                    </a:cubicBezTo>
                    <a:cubicBezTo>
                      <a:pt x="26" y="1"/>
                      <a:pt x="28" y="2"/>
                      <a:pt x="29" y="2"/>
                    </a:cubicBezTo>
                    <a:cubicBezTo>
                      <a:pt x="29" y="3"/>
                      <a:pt x="29" y="3"/>
                      <a:pt x="30" y="3"/>
                    </a:cubicBezTo>
                    <a:cubicBezTo>
                      <a:pt x="30" y="5"/>
                      <a:pt x="30" y="7"/>
                      <a:pt x="28" y="7"/>
                    </a:cubicBezTo>
                    <a:cubicBezTo>
                      <a:pt x="28" y="8"/>
                      <a:pt x="23" y="8"/>
                      <a:pt x="21" y="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29" name="îšlíḑè"/>
              <p:cNvSpPr/>
              <p:nvPr/>
            </p:nvSpPr>
            <p:spPr bwMode="auto">
              <a:xfrm>
                <a:off x="6307138" y="3316288"/>
                <a:ext cx="300038" cy="198438"/>
              </a:xfrm>
              <a:custGeom>
                <a:avLst/>
                <a:gdLst>
                  <a:gd name="T0" fmla="*/ 29 w 56"/>
                  <a:gd name="T1" fmla="*/ 0 h 37"/>
                  <a:gd name="T2" fmla="*/ 31 w 56"/>
                  <a:gd name="T3" fmla="*/ 0 h 37"/>
                  <a:gd name="T4" fmla="*/ 34 w 56"/>
                  <a:gd name="T5" fmla="*/ 2 h 37"/>
                  <a:gd name="T6" fmla="*/ 36 w 56"/>
                  <a:gd name="T7" fmla="*/ 6 h 37"/>
                  <a:gd name="T8" fmla="*/ 35 w 56"/>
                  <a:gd name="T9" fmla="*/ 10 h 37"/>
                  <a:gd name="T10" fmla="*/ 33 w 56"/>
                  <a:gd name="T11" fmla="*/ 13 h 37"/>
                  <a:gd name="T12" fmla="*/ 36 w 56"/>
                  <a:gd name="T13" fmla="*/ 17 h 37"/>
                  <a:gd name="T14" fmla="*/ 44 w 56"/>
                  <a:gd name="T15" fmla="*/ 27 h 37"/>
                  <a:gd name="T16" fmla="*/ 47 w 56"/>
                  <a:gd name="T17" fmla="*/ 30 h 37"/>
                  <a:gd name="T18" fmla="*/ 56 w 56"/>
                  <a:gd name="T19" fmla="*/ 34 h 37"/>
                  <a:gd name="T20" fmla="*/ 53 w 56"/>
                  <a:gd name="T21" fmla="*/ 35 h 37"/>
                  <a:gd name="T22" fmla="*/ 50 w 56"/>
                  <a:gd name="T23" fmla="*/ 35 h 37"/>
                  <a:gd name="T24" fmla="*/ 46 w 56"/>
                  <a:gd name="T25" fmla="*/ 36 h 37"/>
                  <a:gd name="T26" fmla="*/ 39 w 56"/>
                  <a:gd name="T27" fmla="*/ 35 h 37"/>
                  <a:gd name="T28" fmla="*/ 33 w 56"/>
                  <a:gd name="T29" fmla="*/ 26 h 37"/>
                  <a:gd name="T30" fmla="*/ 28 w 56"/>
                  <a:gd name="T31" fmla="*/ 17 h 37"/>
                  <a:gd name="T32" fmla="*/ 28 w 56"/>
                  <a:gd name="T33" fmla="*/ 17 h 37"/>
                  <a:gd name="T34" fmla="*/ 12 w 56"/>
                  <a:gd name="T35" fmla="*/ 32 h 37"/>
                  <a:gd name="T36" fmla="*/ 0 w 56"/>
                  <a:gd name="T37" fmla="*/ 35 h 37"/>
                  <a:gd name="T38" fmla="*/ 0 w 56"/>
                  <a:gd name="T39" fmla="*/ 34 h 37"/>
                  <a:gd name="T40" fmla="*/ 0 w 56"/>
                  <a:gd name="T41" fmla="*/ 34 h 37"/>
                  <a:gd name="T42" fmla="*/ 3 w 56"/>
                  <a:gd name="T43" fmla="*/ 34 h 37"/>
                  <a:gd name="T44" fmla="*/ 9 w 56"/>
                  <a:gd name="T45" fmla="*/ 30 h 37"/>
                  <a:gd name="T46" fmla="*/ 15 w 56"/>
                  <a:gd name="T47" fmla="*/ 24 h 37"/>
                  <a:gd name="T48" fmla="*/ 19 w 56"/>
                  <a:gd name="T49" fmla="*/ 19 h 37"/>
                  <a:gd name="T50" fmla="*/ 24 w 56"/>
                  <a:gd name="T51" fmla="*/ 11 h 37"/>
                  <a:gd name="T52" fmla="*/ 18 w 56"/>
                  <a:gd name="T53" fmla="*/ 1 h 37"/>
                  <a:gd name="T54" fmla="*/ 26 w 56"/>
                  <a:gd name="T55" fmla="*/ 7 h 37"/>
                  <a:gd name="T56" fmla="*/ 26 w 56"/>
                  <a:gd name="T57" fmla="*/ 7 h 37"/>
                  <a:gd name="T58" fmla="*/ 26 w 56"/>
                  <a:gd name="T59" fmla="*/ 7 h 37"/>
                  <a:gd name="T60" fmla="*/ 29 w 56"/>
                  <a:gd name="T61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56" h="37">
                    <a:moveTo>
                      <a:pt x="29" y="0"/>
                    </a:moveTo>
                    <a:cubicBezTo>
                      <a:pt x="30" y="0"/>
                      <a:pt x="30" y="0"/>
                      <a:pt x="31" y="0"/>
                    </a:cubicBezTo>
                    <a:cubicBezTo>
                      <a:pt x="31" y="1"/>
                      <a:pt x="33" y="1"/>
                      <a:pt x="34" y="2"/>
                    </a:cubicBezTo>
                    <a:cubicBezTo>
                      <a:pt x="35" y="4"/>
                      <a:pt x="35" y="5"/>
                      <a:pt x="36" y="6"/>
                    </a:cubicBezTo>
                    <a:cubicBezTo>
                      <a:pt x="36" y="7"/>
                      <a:pt x="36" y="9"/>
                      <a:pt x="35" y="10"/>
                    </a:cubicBezTo>
                    <a:cubicBezTo>
                      <a:pt x="34" y="11"/>
                      <a:pt x="33" y="11"/>
                      <a:pt x="33" y="13"/>
                    </a:cubicBezTo>
                    <a:cubicBezTo>
                      <a:pt x="34" y="15"/>
                      <a:pt x="35" y="16"/>
                      <a:pt x="36" y="17"/>
                    </a:cubicBezTo>
                    <a:cubicBezTo>
                      <a:pt x="38" y="21"/>
                      <a:pt x="41" y="24"/>
                      <a:pt x="44" y="27"/>
                    </a:cubicBezTo>
                    <a:cubicBezTo>
                      <a:pt x="45" y="28"/>
                      <a:pt x="46" y="29"/>
                      <a:pt x="47" y="30"/>
                    </a:cubicBezTo>
                    <a:cubicBezTo>
                      <a:pt x="49" y="31"/>
                      <a:pt x="56" y="32"/>
                      <a:pt x="56" y="34"/>
                    </a:cubicBezTo>
                    <a:cubicBezTo>
                      <a:pt x="55" y="34"/>
                      <a:pt x="54" y="35"/>
                      <a:pt x="53" y="35"/>
                    </a:cubicBezTo>
                    <a:cubicBezTo>
                      <a:pt x="52" y="35"/>
                      <a:pt x="51" y="35"/>
                      <a:pt x="50" y="35"/>
                    </a:cubicBezTo>
                    <a:cubicBezTo>
                      <a:pt x="48" y="35"/>
                      <a:pt x="47" y="36"/>
                      <a:pt x="46" y="36"/>
                    </a:cubicBezTo>
                    <a:cubicBezTo>
                      <a:pt x="43" y="37"/>
                      <a:pt x="41" y="36"/>
                      <a:pt x="39" y="35"/>
                    </a:cubicBezTo>
                    <a:cubicBezTo>
                      <a:pt x="35" y="32"/>
                      <a:pt x="35" y="31"/>
                      <a:pt x="33" y="26"/>
                    </a:cubicBezTo>
                    <a:cubicBezTo>
                      <a:pt x="31" y="23"/>
                      <a:pt x="30" y="20"/>
                      <a:pt x="28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3" y="24"/>
                      <a:pt x="19" y="27"/>
                      <a:pt x="12" y="32"/>
                    </a:cubicBezTo>
                    <a:cubicBezTo>
                      <a:pt x="9" y="34"/>
                      <a:pt x="6" y="36"/>
                      <a:pt x="0" y="35"/>
                    </a:cubicBezTo>
                    <a:cubicBezTo>
                      <a:pt x="0" y="35"/>
                      <a:pt x="0" y="34"/>
                      <a:pt x="0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2" y="34"/>
                      <a:pt x="3" y="34"/>
                    </a:cubicBezTo>
                    <a:cubicBezTo>
                      <a:pt x="5" y="33"/>
                      <a:pt x="7" y="32"/>
                      <a:pt x="9" y="30"/>
                    </a:cubicBezTo>
                    <a:cubicBezTo>
                      <a:pt x="11" y="29"/>
                      <a:pt x="13" y="26"/>
                      <a:pt x="15" y="24"/>
                    </a:cubicBezTo>
                    <a:cubicBezTo>
                      <a:pt x="16" y="22"/>
                      <a:pt x="18" y="21"/>
                      <a:pt x="19" y="19"/>
                    </a:cubicBezTo>
                    <a:cubicBezTo>
                      <a:pt x="21" y="16"/>
                      <a:pt x="22" y="13"/>
                      <a:pt x="24" y="11"/>
                    </a:cubicBezTo>
                    <a:cubicBezTo>
                      <a:pt x="23" y="7"/>
                      <a:pt x="18" y="4"/>
                      <a:pt x="18" y="1"/>
                    </a:cubicBezTo>
                    <a:cubicBezTo>
                      <a:pt x="21" y="1"/>
                      <a:pt x="25" y="5"/>
                      <a:pt x="26" y="7"/>
                    </a:cubicBezTo>
                    <a:cubicBezTo>
                      <a:pt x="26" y="7"/>
                      <a:pt x="26" y="7"/>
                      <a:pt x="26" y="7"/>
                    </a:cubicBezTo>
                    <a:cubicBezTo>
                      <a:pt x="26" y="7"/>
                      <a:pt x="26" y="7"/>
                      <a:pt x="26" y="7"/>
                    </a:cubicBezTo>
                    <a:cubicBezTo>
                      <a:pt x="28" y="5"/>
                      <a:pt x="29" y="2"/>
                      <a:pt x="2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0" name="ïŝľíḋe"/>
              <p:cNvSpPr/>
              <p:nvPr/>
            </p:nvSpPr>
            <p:spPr bwMode="auto">
              <a:xfrm>
                <a:off x="6751638" y="3121025"/>
                <a:ext cx="185738" cy="134938"/>
              </a:xfrm>
              <a:custGeom>
                <a:avLst/>
                <a:gdLst>
                  <a:gd name="T0" fmla="*/ 17 w 35"/>
                  <a:gd name="T1" fmla="*/ 25 h 25"/>
                  <a:gd name="T2" fmla="*/ 17 w 35"/>
                  <a:gd name="T3" fmla="*/ 24 h 25"/>
                  <a:gd name="T4" fmla="*/ 22 w 35"/>
                  <a:gd name="T5" fmla="*/ 19 h 25"/>
                  <a:gd name="T6" fmla="*/ 22 w 35"/>
                  <a:gd name="T7" fmla="*/ 19 h 25"/>
                  <a:gd name="T8" fmla="*/ 21 w 35"/>
                  <a:gd name="T9" fmla="*/ 15 h 25"/>
                  <a:gd name="T10" fmla="*/ 27 w 35"/>
                  <a:gd name="T11" fmla="*/ 8 h 25"/>
                  <a:gd name="T12" fmla="*/ 26 w 35"/>
                  <a:gd name="T13" fmla="*/ 8 h 25"/>
                  <a:gd name="T14" fmla="*/ 22 w 35"/>
                  <a:gd name="T15" fmla="*/ 10 h 25"/>
                  <a:gd name="T16" fmla="*/ 15 w 35"/>
                  <a:gd name="T17" fmla="*/ 17 h 25"/>
                  <a:gd name="T18" fmla="*/ 11 w 35"/>
                  <a:gd name="T19" fmla="*/ 21 h 25"/>
                  <a:gd name="T20" fmla="*/ 0 w 35"/>
                  <a:gd name="T21" fmla="*/ 20 h 25"/>
                  <a:gd name="T22" fmla="*/ 10 w 35"/>
                  <a:gd name="T23" fmla="*/ 13 h 25"/>
                  <a:gd name="T24" fmla="*/ 22 w 35"/>
                  <a:gd name="T25" fmla="*/ 5 h 25"/>
                  <a:gd name="T26" fmla="*/ 24 w 35"/>
                  <a:gd name="T27" fmla="*/ 3 h 25"/>
                  <a:gd name="T28" fmla="*/ 28 w 35"/>
                  <a:gd name="T29" fmla="*/ 2 h 25"/>
                  <a:gd name="T30" fmla="*/ 29 w 35"/>
                  <a:gd name="T31" fmla="*/ 0 h 25"/>
                  <a:gd name="T32" fmla="*/ 34 w 35"/>
                  <a:gd name="T33" fmla="*/ 0 h 25"/>
                  <a:gd name="T34" fmla="*/ 34 w 35"/>
                  <a:gd name="T35" fmla="*/ 0 h 25"/>
                  <a:gd name="T36" fmla="*/ 35 w 35"/>
                  <a:gd name="T37" fmla="*/ 4 h 25"/>
                  <a:gd name="T38" fmla="*/ 33 w 35"/>
                  <a:gd name="T39" fmla="*/ 7 h 25"/>
                  <a:gd name="T40" fmla="*/ 31 w 35"/>
                  <a:gd name="T41" fmla="*/ 9 h 25"/>
                  <a:gd name="T42" fmla="*/ 26 w 35"/>
                  <a:gd name="T43" fmla="*/ 15 h 25"/>
                  <a:gd name="T44" fmla="*/ 26 w 35"/>
                  <a:gd name="T45" fmla="*/ 15 h 25"/>
                  <a:gd name="T46" fmla="*/ 29 w 35"/>
                  <a:gd name="T47" fmla="*/ 18 h 25"/>
                  <a:gd name="T48" fmla="*/ 29 w 35"/>
                  <a:gd name="T49" fmla="*/ 19 h 25"/>
                  <a:gd name="T50" fmla="*/ 17 w 35"/>
                  <a:gd name="T51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5" h="25">
                    <a:moveTo>
                      <a:pt x="17" y="25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9" y="23"/>
                      <a:pt x="21" y="21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1" y="18"/>
                      <a:pt x="21" y="16"/>
                      <a:pt x="21" y="15"/>
                    </a:cubicBezTo>
                    <a:cubicBezTo>
                      <a:pt x="23" y="12"/>
                      <a:pt x="25" y="10"/>
                      <a:pt x="27" y="8"/>
                    </a:cubicBezTo>
                    <a:cubicBezTo>
                      <a:pt x="27" y="8"/>
                      <a:pt x="26" y="8"/>
                      <a:pt x="26" y="8"/>
                    </a:cubicBezTo>
                    <a:cubicBezTo>
                      <a:pt x="25" y="9"/>
                      <a:pt x="24" y="10"/>
                      <a:pt x="22" y="10"/>
                    </a:cubicBezTo>
                    <a:cubicBezTo>
                      <a:pt x="20" y="12"/>
                      <a:pt x="18" y="15"/>
                      <a:pt x="15" y="17"/>
                    </a:cubicBezTo>
                    <a:cubicBezTo>
                      <a:pt x="14" y="18"/>
                      <a:pt x="13" y="20"/>
                      <a:pt x="11" y="21"/>
                    </a:cubicBezTo>
                    <a:cubicBezTo>
                      <a:pt x="9" y="22"/>
                      <a:pt x="0" y="23"/>
                      <a:pt x="0" y="20"/>
                    </a:cubicBezTo>
                    <a:cubicBezTo>
                      <a:pt x="4" y="19"/>
                      <a:pt x="6" y="16"/>
                      <a:pt x="10" y="13"/>
                    </a:cubicBezTo>
                    <a:cubicBezTo>
                      <a:pt x="14" y="10"/>
                      <a:pt x="18" y="8"/>
                      <a:pt x="22" y="5"/>
                    </a:cubicBezTo>
                    <a:cubicBezTo>
                      <a:pt x="23" y="5"/>
                      <a:pt x="24" y="4"/>
                      <a:pt x="24" y="3"/>
                    </a:cubicBezTo>
                    <a:cubicBezTo>
                      <a:pt x="26" y="3"/>
                      <a:pt x="27" y="3"/>
                      <a:pt x="28" y="2"/>
                    </a:cubicBezTo>
                    <a:cubicBezTo>
                      <a:pt x="28" y="1"/>
                      <a:pt x="29" y="1"/>
                      <a:pt x="29" y="0"/>
                    </a:cubicBezTo>
                    <a:cubicBezTo>
                      <a:pt x="31" y="0"/>
                      <a:pt x="32" y="0"/>
                      <a:pt x="34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5" y="1"/>
                      <a:pt x="35" y="2"/>
                      <a:pt x="35" y="4"/>
                    </a:cubicBezTo>
                    <a:cubicBezTo>
                      <a:pt x="34" y="5"/>
                      <a:pt x="34" y="6"/>
                      <a:pt x="33" y="7"/>
                    </a:cubicBezTo>
                    <a:cubicBezTo>
                      <a:pt x="32" y="8"/>
                      <a:pt x="31" y="9"/>
                      <a:pt x="31" y="9"/>
                    </a:cubicBezTo>
                    <a:cubicBezTo>
                      <a:pt x="29" y="11"/>
                      <a:pt x="28" y="13"/>
                      <a:pt x="26" y="15"/>
                    </a:cubicBezTo>
                    <a:cubicBezTo>
                      <a:pt x="26" y="15"/>
                      <a:pt x="26" y="15"/>
                      <a:pt x="26" y="15"/>
                    </a:cubicBezTo>
                    <a:cubicBezTo>
                      <a:pt x="27" y="16"/>
                      <a:pt x="28" y="17"/>
                      <a:pt x="29" y="18"/>
                    </a:cubicBezTo>
                    <a:cubicBezTo>
                      <a:pt x="29" y="18"/>
                      <a:pt x="29" y="19"/>
                      <a:pt x="29" y="19"/>
                    </a:cubicBezTo>
                    <a:cubicBezTo>
                      <a:pt x="27" y="22"/>
                      <a:pt x="22" y="25"/>
                      <a:pt x="17" y="2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1" name="îṥ1ïḓê"/>
              <p:cNvSpPr/>
              <p:nvPr/>
            </p:nvSpPr>
            <p:spPr bwMode="auto">
              <a:xfrm>
                <a:off x="6713538" y="3325813"/>
                <a:ext cx="42863" cy="60325"/>
              </a:xfrm>
              <a:custGeom>
                <a:avLst/>
                <a:gdLst>
                  <a:gd name="T0" fmla="*/ 0 w 8"/>
                  <a:gd name="T1" fmla="*/ 0 h 11"/>
                  <a:gd name="T2" fmla="*/ 8 w 8"/>
                  <a:gd name="T3" fmla="*/ 10 h 11"/>
                  <a:gd name="T4" fmla="*/ 4 w 8"/>
                  <a:gd name="T5" fmla="*/ 11 h 11"/>
                  <a:gd name="T6" fmla="*/ 2 w 8"/>
                  <a:gd name="T7" fmla="*/ 10 h 11"/>
                  <a:gd name="T8" fmla="*/ 2 w 8"/>
                  <a:gd name="T9" fmla="*/ 8 h 11"/>
                  <a:gd name="T10" fmla="*/ 0 w 8"/>
                  <a:gd name="T11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11">
                    <a:moveTo>
                      <a:pt x="0" y="0"/>
                    </a:moveTo>
                    <a:cubicBezTo>
                      <a:pt x="4" y="0"/>
                      <a:pt x="8" y="5"/>
                      <a:pt x="8" y="10"/>
                    </a:cubicBezTo>
                    <a:cubicBezTo>
                      <a:pt x="7" y="10"/>
                      <a:pt x="6" y="11"/>
                      <a:pt x="4" y="11"/>
                    </a:cubicBezTo>
                    <a:cubicBezTo>
                      <a:pt x="4" y="10"/>
                      <a:pt x="3" y="10"/>
                      <a:pt x="2" y="10"/>
                    </a:cubicBezTo>
                    <a:cubicBezTo>
                      <a:pt x="2" y="9"/>
                      <a:pt x="2" y="9"/>
                      <a:pt x="2" y="8"/>
                    </a:cubicBezTo>
                    <a:cubicBezTo>
                      <a:pt x="1" y="6"/>
                      <a:pt x="0" y="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2" name="îśḷiďé"/>
              <p:cNvSpPr/>
              <p:nvPr/>
            </p:nvSpPr>
            <p:spPr bwMode="auto">
              <a:xfrm>
                <a:off x="6734175" y="3413125"/>
                <a:ext cx="26988" cy="38100"/>
              </a:xfrm>
              <a:custGeom>
                <a:avLst/>
                <a:gdLst>
                  <a:gd name="T0" fmla="*/ 0 w 5"/>
                  <a:gd name="T1" fmla="*/ 0 h 7"/>
                  <a:gd name="T2" fmla="*/ 1 w 5"/>
                  <a:gd name="T3" fmla="*/ 0 h 7"/>
                  <a:gd name="T4" fmla="*/ 5 w 5"/>
                  <a:gd name="T5" fmla="*/ 6 h 7"/>
                  <a:gd name="T6" fmla="*/ 3 w 5"/>
                  <a:gd name="T7" fmla="*/ 7 h 7"/>
                  <a:gd name="T8" fmla="*/ 1 w 5"/>
                  <a:gd name="T9" fmla="*/ 6 h 7"/>
                  <a:gd name="T10" fmla="*/ 1 w 5"/>
                  <a:gd name="T11" fmla="*/ 5 h 7"/>
                  <a:gd name="T12" fmla="*/ 0 w 5"/>
                  <a:gd name="T13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7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3" y="2"/>
                      <a:pt x="5" y="2"/>
                      <a:pt x="5" y="6"/>
                    </a:cubicBezTo>
                    <a:cubicBezTo>
                      <a:pt x="4" y="6"/>
                      <a:pt x="4" y="6"/>
                      <a:pt x="3" y="7"/>
                    </a:cubicBezTo>
                    <a:cubicBezTo>
                      <a:pt x="2" y="7"/>
                      <a:pt x="2" y="7"/>
                      <a:pt x="1" y="6"/>
                    </a:cubicBezTo>
                    <a:cubicBezTo>
                      <a:pt x="1" y="6"/>
                      <a:pt x="1" y="6"/>
                      <a:pt x="1" y="5"/>
                    </a:cubicBezTo>
                    <a:cubicBezTo>
                      <a:pt x="2" y="3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3" name="ïṩļïdè"/>
              <p:cNvSpPr/>
              <p:nvPr/>
            </p:nvSpPr>
            <p:spPr bwMode="auto">
              <a:xfrm>
                <a:off x="6681788" y="3440113"/>
                <a:ext cx="266700" cy="101600"/>
              </a:xfrm>
              <a:custGeom>
                <a:avLst/>
                <a:gdLst>
                  <a:gd name="T0" fmla="*/ 0 w 50"/>
                  <a:gd name="T1" fmla="*/ 0 h 19"/>
                  <a:gd name="T2" fmla="*/ 9 w 50"/>
                  <a:gd name="T3" fmla="*/ 2 h 19"/>
                  <a:gd name="T4" fmla="*/ 18 w 50"/>
                  <a:gd name="T5" fmla="*/ 4 h 19"/>
                  <a:gd name="T6" fmla="*/ 37 w 50"/>
                  <a:gd name="T7" fmla="*/ 10 h 19"/>
                  <a:gd name="T8" fmla="*/ 50 w 50"/>
                  <a:gd name="T9" fmla="*/ 9 h 19"/>
                  <a:gd name="T10" fmla="*/ 50 w 50"/>
                  <a:gd name="T11" fmla="*/ 10 h 19"/>
                  <a:gd name="T12" fmla="*/ 50 w 50"/>
                  <a:gd name="T13" fmla="*/ 11 h 19"/>
                  <a:gd name="T14" fmla="*/ 46 w 50"/>
                  <a:gd name="T15" fmla="*/ 13 h 19"/>
                  <a:gd name="T16" fmla="*/ 42 w 50"/>
                  <a:gd name="T17" fmla="*/ 14 h 19"/>
                  <a:gd name="T18" fmla="*/ 38 w 50"/>
                  <a:gd name="T19" fmla="*/ 18 h 19"/>
                  <a:gd name="T20" fmla="*/ 25 w 50"/>
                  <a:gd name="T21" fmla="*/ 13 h 19"/>
                  <a:gd name="T22" fmla="*/ 11 w 50"/>
                  <a:gd name="T23" fmla="*/ 6 h 19"/>
                  <a:gd name="T24" fmla="*/ 0 w 50"/>
                  <a:gd name="T25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" h="19">
                    <a:moveTo>
                      <a:pt x="0" y="0"/>
                    </a:moveTo>
                    <a:cubicBezTo>
                      <a:pt x="3" y="0"/>
                      <a:pt x="7" y="1"/>
                      <a:pt x="9" y="2"/>
                    </a:cubicBezTo>
                    <a:cubicBezTo>
                      <a:pt x="12" y="3"/>
                      <a:pt x="15" y="3"/>
                      <a:pt x="18" y="4"/>
                    </a:cubicBezTo>
                    <a:cubicBezTo>
                      <a:pt x="24" y="6"/>
                      <a:pt x="30" y="8"/>
                      <a:pt x="37" y="10"/>
                    </a:cubicBezTo>
                    <a:cubicBezTo>
                      <a:pt x="40" y="11"/>
                      <a:pt x="46" y="9"/>
                      <a:pt x="50" y="9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11"/>
                      <a:pt x="50" y="10"/>
                      <a:pt x="50" y="11"/>
                    </a:cubicBezTo>
                    <a:cubicBezTo>
                      <a:pt x="49" y="11"/>
                      <a:pt x="48" y="12"/>
                      <a:pt x="46" y="13"/>
                    </a:cubicBezTo>
                    <a:cubicBezTo>
                      <a:pt x="45" y="14"/>
                      <a:pt x="43" y="14"/>
                      <a:pt x="42" y="14"/>
                    </a:cubicBezTo>
                    <a:cubicBezTo>
                      <a:pt x="41" y="15"/>
                      <a:pt x="38" y="18"/>
                      <a:pt x="38" y="18"/>
                    </a:cubicBezTo>
                    <a:cubicBezTo>
                      <a:pt x="31" y="19"/>
                      <a:pt x="29" y="15"/>
                      <a:pt x="25" y="13"/>
                    </a:cubicBezTo>
                    <a:cubicBezTo>
                      <a:pt x="21" y="10"/>
                      <a:pt x="16" y="8"/>
                      <a:pt x="11" y="6"/>
                    </a:cubicBezTo>
                    <a:cubicBezTo>
                      <a:pt x="7" y="4"/>
                      <a:pt x="1" y="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4" name="îşľïḓe"/>
              <p:cNvSpPr/>
              <p:nvPr/>
            </p:nvSpPr>
            <p:spPr bwMode="auto">
              <a:xfrm>
                <a:off x="6761163" y="3240088"/>
                <a:ext cx="171450" cy="215900"/>
              </a:xfrm>
              <a:custGeom>
                <a:avLst/>
                <a:gdLst>
                  <a:gd name="T0" fmla="*/ 7 w 32"/>
                  <a:gd name="T1" fmla="*/ 13 h 40"/>
                  <a:gd name="T2" fmla="*/ 7 w 32"/>
                  <a:gd name="T3" fmla="*/ 17 h 40"/>
                  <a:gd name="T4" fmla="*/ 7 w 32"/>
                  <a:gd name="T5" fmla="*/ 17 h 40"/>
                  <a:gd name="T6" fmla="*/ 11 w 32"/>
                  <a:gd name="T7" fmla="*/ 12 h 40"/>
                  <a:gd name="T8" fmla="*/ 20 w 32"/>
                  <a:gd name="T9" fmla="*/ 3 h 40"/>
                  <a:gd name="T10" fmla="*/ 30 w 32"/>
                  <a:gd name="T11" fmla="*/ 3 h 40"/>
                  <a:gd name="T12" fmla="*/ 25 w 32"/>
                  <a:gd name="T13" fmla="*/ 18 h 40"/>
                  <a:gd name="T14" fmla="*/ 25 w 32"/>
                  <a:gd name="T15" fmla="*/ 22 h 40"/>
                  <a:gd name="T16" fmla="*/ 23 w 32"/>
                  <a:gd name="T17" fmla="*/ 32 h 40"/>
                  <a:gd name="T18" fmla="*/ 20 w 32"/>
                  <a:gd name="T19" fmla="*/ 40 h 40"/>
                  <a:gd name="T20" fmla="*/ 18 w 32"/>
                  <a:gd name="T21" fmla="*/ 39 h 40"/>
                  <a:gd name="T22" fmla="*/ 15 w 32"/>
                  <a:gd name="T23" fmla="*/ 36 h 40"/>
                  <a:gd name="T24" fmla="*/ 12 w 32"/>
                  <a:gd name="T25" fmla="*/ 38 h 40"/>
                  <a:gd name="T26" fmla="*/ 11 w 32"/>
                  <a:gd name="T27" fmla="*/ 37 h 40"/>
                  <a:gd name="T28" fmla="*/ 12 w 32"/>
                  <a:gd name="T29" fmla="*/ 28 h 40"/>
                  <a:gd name="T30" fmla="*/ 12 w 32"/>
                  <a:gd name="T31" fmla="*/ 28 h 40"/>
                  <a:gd name="T32" fmla="*/ 9 w 32"/>
                  <a:gd name="T33" fmla="*/ 28 h 40"/>
                  <a:gd name="T34" fmla="*/ 8 w 32"/>
                  <a:gd name="T35" fmla="*/ 26 h 40"/>
                  <a:gd name="T36" fmla="*/ 12 w 32"/>
                  <a:gd name="T37" fmla="*/ 18 h 40"/>
                  <a:gd name="T38" fmla="*/ 12 w 32"/>
                  <a:gd name="T39" fmla="*/ 17 h 40"/>
                  <a:gd name="T40" fmla="*/ 14 w 32"/>
                  <a:gd name="T41" fmla="*/ 13 h 40"/>
                  <a:gd name="T42" fmla="*/ 13 w 32"/>
                  <a:gd name="T43" fmla="*/ 13 h 40"/>
                  <a:gd name="T44" fmla="*/ 7 w 32"/>
                  <a:gd name="T45" fmla="*/ 25 h 40"/>
                  <a:gd name="T46" fmla="*/ 7 w 32"/>
                  <a:gd name="T47" fmla="*/ 34 h 40"/>
                  <a:gd name="T48" fmla="*/ 4 w 32"/>
                  <a:gd name="T49" fmla="*/ 34 h 40"/>
                  <a:gd name="T50" fmla="*/ 1 w 32"/>
                  <a:gd name="T51" fmla="*/ 30 h 40"/>
                  <a:gd name="T52" fmla="*/ 3 w 32"/>
                  <a:gd name="T53" fmla="*/ 19 h 40"/>
                  <a:gd name="T54" fmla="*/ 7 w 32"/>
                  <a:gd name="T55" fmla="*/ 13 h 40"/>
                  <a:gd name="T56" fmla="*/ 23 w 32"/>
                  <a:gd name="T57" fmla="*/ 5 h 40"/>
                  <a:gd name="T58" fmla="*/ 20 w 32"/>
                  <a:gd name="T59" fmla="*/ 6 h 40"/>
                  <a:gd name="T60" fmla="*/ 15 w 32"/>
                  <a:gd name="T61" fmla="*/ 11 h 40"/>
                  <a:gd name="T62" fmla="*/ 15 w 32"/>
                  <a:gd name="T63" fmla="*/ 11 h 40"/>
                  <a:gd name="T64" fmla="*/ 17 w 32"/>
                  <a:gd name="T65" fmla="*/ 18 h 40"/>
                  <a:gd name="T66" fmla="*/ 21 w 32"/>
                  <a:gd name="T67" fmla="*/ 21 h 40"/>
                  <a:gd name="T68" fmla="*/ 23 w 32"/>
                  <a:gd name="T69" fmla="*/ 10 h 40"/>
                  <a:gd name="T70" fmla="*/ 23 w 32"/>
                  <a:gd name="T71" fmla="*/ 5 h 40"/>
                  <a:gd name="T72" fmla="*/ 23 w 32"/>
                  <a:gd name="T73" fmla="*/ 5 h 40"/>
                  <a:gd name="T74" fmla="*/ 20 w 32"/>
                  <a:gd name="T75" fmla="*/ 22 h 40"/>
                  <a:gd name="T76" fmla="*/ 17 w 32"/>
                  <a:gd name="T77" fmla="*/ 26 h 40"/>
                  <a:gd name="T78" fmla="*/ 16 w 32"/>
                  <a:gd name="T79" fmla="*/ 35 h 40"/>
                  <a:gd name="T80" fmla="*/ 19 w 32"/>
                  <a:gd name="T81" fmla="*/ 35 h 40"/>
                  <a:gd name="T82" fmla="*/ 19 w 32"/>
                  <a:gd name="T83" fmla="*/ 32 h 40"/>
                  <a:gd name="T84" fmla="*/ 20 w 32"/>
                  <a:gd name="T85" fmla="*/ 22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2" h="40">
                    <a:moveTo>
                      <a:pt x="7" y="13"/>
                    </a:moveTo>
                    <a:cubicBezTo>
                      <a:pt x="7" y="15"/>
                      <a:pt x="7" y="16"/>
                      <a:pt x="7" y="1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8" y="16"/>
                      <a:pt x="10" y="13"/>
                      <a:pt x="11" y="12"/>
                    </a:cubicBezTo>
                    <a:cubicBezTo>
                      <a:pt x="13" y="9"/>
                      <a:pt x="17" y="5"/>
                      <a:pt x="20" y="3"/>
                    </a:cubicBezTo>
                    <a:cubicBezTo>
                      <a:pt x="22" y="2"/>
                      <a:pt x="28" y="0"/>
                      <a:pt x="30" y="3"/>
                    </a:cubicBezTo>
                    <a:cubicBezTo>
                      <a:pt x="32" y="6"/>
                      <a:pt x="26" y="10"/>
                      <a:pt x="25" y="18"/>
                    </a:cubicBezTo>
                    <a:cubicBezTo>
                      <a:pt x="25" y="20"/>
                      <a:pt x="25" y="21"/>
                      <a:pt x="25" y="22"/>
                    </a:cubicBezTo>
                    <a:cubicBezTo>
                      <a:pt x="24" y="25"/>
                      <a:pt x="24" y="29"/>
                      <a:pt x="23" y="32"/>
                    </a:cubicBezTo>
                    <a:cubicBezTo>
                      <a:pt x="22" y="35"/>
                      <a:pt x="23" y="40"/>
                      <a:pt x="20" y="40"/>
                    </a:cubicBezTo>
                    <a:cubicBezTo>
                      <a:pt x="19" y="40"/>
                      <a:pt x="18" y="40"/>
                      <a:pt x="18" y="39"/>
                    </a:cubicBezTo>
                    <a:cubicBezTo>
                      <a:pt x="17" y="38"/>
                      <a:pt x="17" y="37"/>
                      <a:pt x="15" y="36"/>
                    </a:cubicBezTo>
                    <a:cubicBezTo>
                      <a:pt x="15" y="38"/>
                      <a:pt x="14" y="38"/>
                      <a:pt x="12" y="38"/>
                    </a:cubicBezTo>
                    <a:cubicBezTo>
                      <a:pt x="12" y="38"/>
                      <a:pt x="11" y="38"/>
                      <a:pt x="11" y="37"/>
                    </a:cubicBezTo>
                    <a:cubicBezTo>
                      <a:pt x="13" y="35"/>
                      <a:pt x="12" y="31"/>
                      <a:pt x="12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9"/>
                      <a:pt x="9" y="28"/>
                      <a:pt x="9" y="28"/>
                    </a:cubicBezTo>
                    <a:cubicBezTo>
                      <a:pt x="9" y="27"/>
                      <a:pt x="8" y="27"/>
                      <a:pt x="8" y="26"/>
                    </a:cubicBezTo>
                    <a:cubicBezTo>
                      <a:pt x="9" y="25"/>
                      <a:pt x="12" y="19"/>
                      <a:pt x="12" y="18"/>
                    </a:cubicBezTo>
                    <a:cubicBezTo>
                      <a:pt x="11" y="17"/>
                      <a:pt x="11" y="17"/>
                      <a:pt x="12" y="17"/>
                    </a:cubicBezTo>
                    <a:cubicBezTo>
                      <a:pt x="13" y="16"/>
                      <a:pt x="14" y="15"/>
                      <a:pt x="14" y="13"/>
                    </a:cubicBezTo>
                    <a:cubicBezTo>
                      <a:pt x="14" y="13"/>
                      <a:pt x="14" y="13"/>
                      <a:pt x="13" y="13"/>
                    </a:cubicBezTo>
                    <a:cubicBezTo>
                      <a:pt x="11" y="17"/>
                      <a:pt x="8" y="20"/>
                      <a:pt x="7" y="25"/>
                    </a:cubicBezTo>
                    <a:cubicBezTo>
                      <a:pt x="6" y="28"/>
                      <a:pt x="9" y="31"/>
                      <a:pt x="7" y="34"/>
                    </a:cubicBezTo>
                    <a:cubicBezTo>
                      <a:pt x="6" y="34"/>
                      <a:pt x="5" y="34"/>
                      <a:pt x="4" y="34"/>
                    </a:cubicBezTo>
                    <a:cubicBezTo>
                      <a:pt x="3" y="33"/>
                      <a:pt x="2" y="32"/>
                      <a:pt x="1" y="30"/>
                    </a:cubicBezTo>
                    <a:cubicBezTo>
                      <a:pt x="0" y="27"/>
                      <a:pt x="3" y="22"/>
                      <a:pt x="3" y="19"/>
                    </a:cubicBezTo>
                    <a:cubicBezTo>
                      <a:pt x="4" y="17"/>
                      <a:pt x="4" y="14"/>
                      <a:pt x="7" y="13"/>
                    </a:cubicBezTo>
                    <a:close/>
                    <a:moveTo>
                      <a:pt x="23" y="5"/>
                    </a:moveTo>
                    <a:cubicBezTo>
                      <a:pt x="22" y="5"/>
                      <a:pt x="21" y="6"/>
                      <a:pt x="20" y="6"/>
                    </a:cubicBezTo>
                    <a:cubicBezTo>
                      <a:pt x="19" y="7"/>
                      <a:pt x="17" y="9"/>
                      <a:pt x="15" y="11"/>
                    </a:cubicBezTo>
                    <a:cubicBezTo>
                      <a:pt x="15" y="11"/>
                      <a:pt x="15" y="11"/>
                      <a:pt x="15" y="11"/>
                    </a:cubicBezTo>
                    <a:cubicBezTo>
                      <a:pt x="17" y="12"/>
                      <a:pt x="17" y="16"/>
                      <a:pt x="17" y="18"/>
                    </a:cubicBezTo>
                    <a:cubicBezTo>
                      <a:pt x="20" y="18"/>
                      <a:pt x="20" y="19"/>
                      <a:pt x="21" y="21"/>
                    </a:cubicBezTo>
                    <a:cubicBezTo>
                      <a:pt x="21" y="17"/>
                      <a:pt x="23" y="14"/>
                      <a:pt x="23" y="10"/>
                    </a:cubicBezTo>
                    <a:cubicBezTo>
                      <a:pt x="24" y="9"/>
                      <a:pt x="24" y="6"/>
                      <a:pt x="23" y="5"/>
                    </a:cubicBezTo>
                    <a:cubicBezTo>
                      <a:pt x="23" y="5"/>
                      <a:pt x="23" y="5"/>
                      <a:pt x="23" y="5"/>
                    </a:cubicBezTo>
                    <a:close/>
                    <a:moveTo>
                      <a:pt x="20" y="22"/>
                    </a:moveTo>
                    <a:cubicBezTo>
                      <a:pt x="19" y="24"/>
                      <a:pt x="18" y="25"/>
                      <a:pt x="17" y="26"/>
                    </a:cubicBezTo>
                    <a:cubicBezTo>
                      <a:pt x="16" y="29"/>
                      <a:pt x="16" y="32"/>
                      <a:pt x="16" y="35"/>
                    </a:cubicBezTo>
                    <a:cubicBezTo>
                      <a:pt x="17" y="35"/>
                      <a:pt x="18" y="36"/>
                      <a:pt x="19" y="35"/>
                    </a:cubicBezTo>
                    <a:cubicBezTo>
                      <a:pt x="19" y="35"/>
                      <a:pt x="19" y="34"/>
                      <a:pt x="19" y="32"/>
                    </a:cubicBezTo>
                    <a:cubicBezTo>
                      <a:pt x="20" y="31"/>
                      <a:pt x="21" y="23"/>
                      <a:pt x="20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5" name="îŝľîḑe"/>
              <p:cNvSpPr/>
              <p:nvPr/>
            </p:nvSpPr>
            <p:spPr bwMode="auto">
              <a:xfrm>
                <a:off x="7505700" y="3190875"/>
                <a:ext cx="41275" cy="71438"/>
              </a:xfrm>
              <a:custGeom>
                <a:avLst/>
                <a:gdLst>
                  <a:gd name="T0" fmla="*/ 0 w 8"/>
                  <a:gd name="T1" fmla="*/ 0 h 13"/>
                  <a:gd name="T2" fmla="*/ 1 w 8"/>
                  <a:gd name="T3" fmla="*/ 0 h 13"/>
                  <a:gd name="T4" fmla="*/ 7 w 8"/>
                  <a:gd name="T5" fmla="*/ 6 h 13"/>
                  <a:gd name="T6" fmla="*/ 7 w 8"/>
                  <a:gd name="T7" fmla="*/ 11 h 13"/>
                  <a:gd name="T8" fmla="*/ 5 w 8"/>
                  <a:gd name="T9" fmla="*/ 12 h 13"/>
                  <a:gd name="T10" fmla="*/ 3 w 8"/>
                  <a:gd name="T11" fmla="*/ 12 h 13"/>
                  <a:gd name="T12" fmla="*/ 0 w 8"/>
                  <a:gd name="T13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13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2" y="2"/>
                      <a:pt x="6" y="4"/>
                      <a:pt x="7" y="6"/>
                    </a:cubicBezTo>
                    <a:cubicBezTo>
                      <a:pt x="7" y="8"/>
                      <a:pt x="8" y="10"/>
                      <a:pt x="7" y="11"/>
                    </a:cubicBezTo>
                    <a:cubicBezTo>
                      <a:pt x="7" y="12"/>
                      <a:pt x="6" y="12"/>
                      <a:pt x="5" y="12"/>
                    </a:cubicBezTo>
                    <a:cubicBezTo>
                      <a:pt x="5" y="13"/>
                      <a:pt x="4" y="13"/>
                      <a:pt x="3" y="12"/>
                    </a:cubicBezTo>
                    <a:cubicBezTo>
                      <a:pt x="2" y="9"/>
                      <a:pt x="0" y="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6" name="ïŝ1ïḑè"/>
              <p:cNvSpPr/>
              <p:nvPr/>
            </p:nvSpPr>
            <p:spPr bwMode="auto">
              <a:xfrm>
                <a:off x="7569200" y="3325813"/>
                <a:ext cx="85725" cy="38100"/>
              </a:xfrm>
              <a:custGeom>
                <a:avLst/>
                <a:gdLst>
                  <a:gd name="T0" fmla="*/ 0 w 16"/>
                  <a:gd name="T1" fmla="*/ 3 h 7"/>
                  <a:gd name="T2" fmla="*/ 9 w 16"/>
                  <a:gd name="T3" fmla="*/ 2 h 7"/>
                  <a:gd name="T4" fmla="*/ 12 w 16"/>
                  <a:gd name="T5" fmla="*/ 0 h 7"/>
                  <a:gd name="T6" fmla="*/ 16 w 16"/>
                  <a:gd name="T7" fmla="*/ 0 h 7"/>
                  <a:gd name="T8" fmla="*/ 16 w 16"/>
                  <a:gd name="T9" fmla="*/ 2 h 7"/>
                  <a:gd name="T10" fmla="*/ 15 w 16"/>
                  <a:gd name="T11" fmla="*/ 4 h 7"/>
                  <a:gd name="T12" fmla="*/ 11 w 16"/>
                  <a:gd name="T13" fmla="*/ 7 h 7"/>
                  <a:gd name="T14" fmla="*/ 7 w 16"/>
                  <a:gd name="T15" fmla="*/ 7 h 7"/>
                  <a:gd name="T16" fmla="*/ 7 w 16"/>
                  <a:gd name="T17" fmla="*/ 6 h 7"/>
                  <a:gd name="T18" fmla="*/ 9 w 16"/>
                  <a:gd name="T19" fmla="*/ 5 h 7"/>
                  <a:gd name="T20" fmla="*/ 9 w 16"/>
                  <a:gd name="T21" fmla="*/ 5 h 7"/>
                  <a:gd name="T22" fmla="*/ 8 w 16"/>
                  <a:gd name="T23" fmla="*/ 5 h 7"/>
                  <a:gd name="T24" fmla="*/ 0 w 16"/>
                  <a:gd name="T25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" h="7">
                    <a:moveTo>
                      <a:pt x="0" y="3"/>
                    </a:moveTo>
                    <a:cubicBezTo>
                      <a:pt x="3" y="3"/>
                      <a:pt x="6" y="3"/>
                      <a:pt x="9" y="2"/>
                    </a:cubicBezTo>
                    <a:cubicBezTo>
                      <a:pt x="10" y="1"/>
                      <a:pt x="11" y="0"/>
                      <a:pt x="12" y="0"/>
                    </a:cubicBezTo>
                    <a:cubicBezTo>
                      <a:pt x="13" y="0"/>
                      <a:pt x="14" y="0"/>
                      <a:pt x="16" y="0"/>
                    </a:cubicBezTo>
                    <a:cubicBezTo>
                      <a:pt x="16" y="0"/>
                      <a:pt x="16" y="1"/>
                      <a:pt x="16" y="2"/>
                    </a:cubicBezTo>
                    <a:cubicBezTo>
                      <a:pt x="15" y="2"/>
                      <a:pt x="15" y="3"/>
                      <a:pt x="15" y="4"/>
                    </a:cubicBezTo>
                    <a:cubicBezTo>
                      <a:pt x="14" y="5"/>
                      <a:pt x="12" y="6"/>
                      <a:pt x="11" y="7"/>
                    </a:cubicBezTo>
                    <a:cubicBezTo>
                      <a:pt x="10" y="7"/>
                      <a:pt x="8" y="7"/>
                      <a:pt x="7" y="7"/>
                    </a:cubicBezTo>
                    <a:cubicBezTo>
                      <a:pt x="7" y="7"/>
                      <a:pt x="7" y="6"/>
                      <a:pt x="7" y="6"/>
                    </a:cubicBezTo>
                    <a:cubicBezTo>
                      <a:pt x="8" y="6"/>
                      <a:pt x="8" y="5"/>
                      <a:pt x="9" y="5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9" y="5"/>
                      <a:pt x="8" y="5"/>
                      <a:pt x="8" y="5"/>
                    </a:cubicBezTo>
                    <a:cubicBezTo>
                      <a:pt x="6" y="7"/>
                      <a:pt x="0" y="6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7" name="ïṡļiḍè"/>
              <p:cNvSpPr/>
              <p:nvPr/>
            </p:nvSpPr>
            <p:spPr bwMode="auto">
              <a:xfrm>
                <a:off x="7510463" y="3352800"/>
                <a:ext cx="207963" cy="184150"/>
              </a:xfrm>
              <a:custGeom>
                <a:avLst/>
                <a:gdLst>
                  <a:gd name="T0" fmla="*/ 25 w 39"/>
                  <a:gd name="T1" fmla="*/ 7 h 34"/>
                  <a:gd name="T2" fmla="*/ 25 w 39"/>
                  <a:gd name="T3" fmla="*/ 7 h 34"/>
                  <a:gd name="T4" fmla="*/ 27 w 39"/>
                  <a:gd name="T5" fmla="*/ 6 h 34"/>
                  <a:gd name="T6" fmla="*/ 27 w 39"/>
                  <a:gd name="T7" fmla="*/ 5 h 34"/>
                  <a:gd name="T8" fmla="*/ 24 w 39"/>
                  <a:gd name="T9" fmla="*/ 6 h 34"/>
                  <a:gd name="T10" fmla="*/ 24 w 39"/>
                  <a:gd name="T11" fmla="*/ 7 h 34"/>
                  <a:gd name="T12" fmla="*/ 25 w 39"/>
                  <a:gd name="T13" fmla="*/ 13 h 34"/>
                  <a:gd name="T14" fmla="*/ 26 w 39"/>
                  <a:gd name="T15" fmla="*/ 25 h 34"/>
                  <a:gd name="T16" fmla="*/ 25 w 39"/>
                  <a:gd name="T17" fmla="*/ 32 h 34"/>
                  <a:gd name="T18" fmla="*/ 24 w 39"/>
                  <a:gd name="T19" fmla="*/ 33 h 34"/>
                  <a:gd name="T20" fmla="*/ 21 w 39"/>
                  <a:gd name="T21" fmla="*/ 33 h 34"/>
                  <a:gd name="T22" fmla="*/ 17 w 39"/>
                  <a:gd name="T23" fmla="*/ 31 h 34"/>
                  <a:gd name="T24" fmla="*/ 5 w 39"/>
                  <a:gd name="T25" fmla="*/ 24 h 34"/>
                  <a:gd name="T26" fmla="*/ 0 w 39"/>
                  <a:gd name="T27" fmla="*/ 21 h 34"/>
                  <a:gd name="T28" fmla="*/ 8 w 39"/>
                  <a:gd name="T29" fmla="*/ 23 h 34"/>
                  <a:gd name="T30" fmla="*/ 15 w 39"/>
                  <a:gd name="T31" fmla="*/ 24 h 34"/>
                  <a:gd name="T32" fmla="*/ 19 w 39"/>
                  <a:gd name="T33" fmla="*/ 25 h 34"/>
                  <a:gd name="T34" fmla="*/ 20 w 39"/>
                  <a:gd name="T35" fmla="*/ 18 h 34"/>
                  <a:gd name="T36" fmla="*/ 21 w 39"/>
                  <a:gd name="T37" fmla="*/ 7 h 34"/>
                  <a:gd name="T38" fmla="*/ 21 w 39"/>
                  <a:gd name="T39" fmla="*/ 7 h 34"/>
                  <a:gd name="T40" fmla="*/ 17 w 39"/>
                  <a:gd name="T41" fmla="*/ 9 h 34"/>
                  <a:gd name="T42" fmla="*/ 5 w 39"/>
                  <a:gd name="T43" fmla="*/ 13 h 34"/>
                  <a:gd name="T44" fmla="*/ 3 w 39"/>
                  <a:gd name="T45" fmla="*/ 9 h 34"/>
                  <a:gd name="T46" fmla="*/ 7 w 39"/>
                  <a:gd name="T47" fmla="*/ 10 h 34"/>
                  <a:gd name="T48" fmla="*/ 11 w 39"/>
                  <a:gd name="T49" fmla="*/ 8 h 34"/>
                  <a:gd name="T50" fmla="*/ 19 w 39"/>
                  <a:gd name="T51" fmla="*/ 4 h 34"/>
                  <a:gd name="T52" fmla="*/ 29 w 39"/>
                  <a:gd name="T53" fmla="*/ 2 h 34"/>
                  <a:gd name="T54" fmla="*/ 33 w 39"/>
                  <a:gd name="T55" fmla="*/ 0 h 34"/>
                  <a:gd name="T56" fmla="*/ 37 w 39"/>
                  <a:gd name="T57" fmla="*/ 1 h 34"/>
                  <a:gd name="T58" fmla="*/ 39 w 39"/>
                  <a:gd name="T59" fmla="*/ 3 h 34"/>
                  <a:gd name="T60" fmla="*/ 39 w 39"/>
                  <a:gd name="T61" fmla="*/ 5 h 34"/>
                  <a:gd name="T62" fmla="*/ 25 w 39"/>
                  <a:gd name="T63" fmla="*/ 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9" h="34">
                    <a:moveTo>
                      <a:pt x="25" y="7"/>
                    </a:moveTo>
                    <a:cubicBezTo>
                      <a:pt x="25" y="7"/>
                      <a:pt x="25" y="7"/>
                      <a:pt x="25" y="7"/>
                    </a:cubicBezTo>
                    <a:cubicBezTo>
                      <a:pt x="26" y="6"/>
                      <a:pt x="27" y="6"/>
                      <a:pt x="27" y="6"/>
                    </a:cubicBezTo>
                    <a:cubicBezTo>
                      <a:pt x="27" y="6"/>
                      <a:pt x="27" y="5"/>
                      <a:pt x="27" y="5"/>
                    </a:cubicBezTo>
                    <a:cubicBezTo>
                      <a:pt x="26" y="5"/>
                      <a:pt x="25" y="6"/>
                      <a:pt x="24" y="6"/>
                    </a:cubicBezTo>
                    <a:cubicBezTo>
                      <a:pt x="24" y="6"/>
                      <a:pt x="24" y="6"/>
                      <a:pt x="24" y="7"/>
                    </a:cubicBezTo>
                    <a:cubicBezTo>
                      <a:pt x="26" y="8"/>
                      <a:pt x="25" y="10"/>
                      <a:pt x="25" y="13"/>
                    </a:cubicBezTo>
                    <a:cubicBezTo>
                      <a:pt x="26" y="17"/>
                      <a:pt x="26" y="21"/>
                      <a:pt x="26" y="25"/>
                    </a:cubicBezTo>
                    <a:cubicBezTo>
                      <a:pt x="26" y="26"/>
                      <a:pt x="26" y="31"/>
                      <a:pt x="25" y="32"/>
                    </a:cubicBezTo>
                    <a:cubicBezTo>
                      <a:pt x="25" y="32"/>
                      <a:pt x="25" y="33"/>
                      <a:pt x="24" y="33"/>
                    </a:cubicBezTo>
                    <a:cubicBezTo>
                      <a:pt x="23" y="34"/>
                      <a:pt x="22" y="33"/>
                      <a:pt x="21" y="33"/>
                    </a:cubicBezTo>
                    <a:cubicBezTo>
                      <a:pt x="20" y="32"/>
                      <a:pt x="18" y="32"/>
                      <a:pt x="17" y="31"/>
                    </a:cubicBezTo>
                    <a:cubicBezTo>
                      <a:pt x="13" y="29"/>
                      <a:pt x="8" y="26"/>
                      <a:pt x="5" y="24"/>
                    </a:cubicBezTo>
                    <a:cubicBezTo>
                      <a:pt x="3" y="23"/>
                      <a:pt x="0" y="23"/>
                      <a:pt x="0" y="21"/>
                    </a:cubicBezTo>
                    <a:cubicBezTo>
                      <a:pt x="3" y="21"/>
                      <a:pt x="5" y="23"/>
                      <a:pt x="8" y="23"/>
                    </a:cubicBezTo>
                    <a:cubicBezTo>
                      <a:pt x="10" y="24"/>
                      <a:pt x="12" y="24"/>
                      <a:pt x="15" y="24"/>
                    </a:cubicBezTo>
                    <a:cubicBezTo>
                      <a:pt x="16" y="24"/>
                      <a:pt x="19" y="25"/>
                      <a:pt x="19" y="25"/>
                    </a:cubicBezTo>
                    <a:cubicBezTo>
                      <a:pt x="21" y="23"/>
                      <a:pt x="20" y="21"/>
                      <a:pt x="20" y="18"/>
                    </a:cubicBezTo>
                    <a:cubicBezTo>
                      <a:pt x="21" y="16"/>
                      <a:pt x="22" y="9"/>
                      <a:pt x="21" y="7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0" y="8"/>
                      <a:pt x="18" y="9"/>
                      <a:pt x="17" y="9"/>
                    </a:cubicBezTo>
                    <a:cubicBezTo>
                      <a:pt x="14" y="11"/>
                      <a:pt x="10" y="14"/>
                      <a:pt x="5" y="13"/>
                    </a:cubicBezTo>
                    <a:cubicBezTo>
                      <a:pt x="4" y="12"/>
                      <a:pt x="3" y="11"/>
                      <a:pt x="3" y="9"/>
                    </a:cubicBezTo>
                    <a:cubicBezTo>
                      <a:pt x="4" y="9"/>
                      <a:pt x="5" y="10"/>
                      <a:pt x="7" y="10"/>
                    </a:cubicBezTo>
                    <a:cubicBezTo>
                      <a:pt x="8" y="9"/>
                      <a:pt x="10" y="8"/>
                      <a:pt x="11" y="8"/>
                    </a:cubicBezTo>
                    <a:cubicBezTo>
                      <a:pt x="14" y="6"/>
                      <a:pt x="17" y="5"/>
                      <a:pt x="19" y="4"/>
                    </a:cubicBezTo>
                    <a:cubicBezTo>
                      <a:pt x="22" y="3"/>
                      <a:pt x="25" y="3"/>
                      <a:pt x="29" y="2"/>
                    </a:cubicBezTo>
                    <a:cubicBezTo>
                      <a:pt x="30" y="1"/>
                      <a:pt x="31" y="0"/>
                      <a:pt x="33" y="0"/>
                    </a:cubicBezTo>
                    <a:cubicBezTo>
                      <a:pt x="34" y="0"/>
                      <a:pt x="36" y="1"/>
                      <a:pt x="37" y="1"/>
                    </a:cubicBezTo>
                    <a:cubicBezTo>
                      <a:pt x="38" y="2"/>
                      <a:pt x="38" y="2"/>
                      <a:pt x="39" y="3"/>
                    </a:cubicBezTo>
                    <a:cubicBezTo>
                      <a:pt x="39" y="4"/>
                      <a:pt x="39" y="4"/>
                      <a:pt x="39" y="5"/>
                    </a:cubicBezTo>
                    <a:cubicBezTo>
                      <a:pt x="36" y="7"/>
                      <a:pt x="30" y="8"/>
                      <a:pt x="25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8" name="íṥḻïḍe"/>
              <p:cNvSpPr/>
              <p:nvPr/>
            </p:nvSpPr>
            <p:spPr bwMode="auto">
              <a:xfrm>
                <a:off x="7472363" y="3055938"/>
                <a:ext cx="315913" cy="334963"/>
              </a:xfrm>
              <a:custGeom>
                <a:avLst/>
                <a:gdLst>
                  <a:gd name="T0" fmla="*/ 41 w 59"/>
                  <a:gd name="T1" fmla="*/ 7 h 62"/>
                  <a:gd name="T2" fmla="*/ 31 w 59"/>
                  <a:gd name="T3" fmla="*/ 15 h 62"/>
                  <a:gd name="T4" fmla="*/ 29 w 59"/>
                  <a:gd name="T5" fmla="*/ 18 h 62"/>
                  <a:gd name="T6" fmla="*/ 48 w 59"/>
                  <a:gd name="T7" fmla="*/ 10 h 62"/>
                  <a:gd name="T8" fmla="*/ 57 w 59"/>
                  <a:gd name="T9" fmla="*/ 10 h 62"/>
                  <a:gd name="T10" fmla="*/ 43 w 59"/>
                  <a:gd name="T11" fmla="*/ 30 h 62"/>
                  <a:gd name="T12" fmla="*/ 39 w 59"/>
                  <a:gd name="T13" fmla="*/ 37 h 62"/>
                  <a:gd name="T14" fmla="*/ 51 w 59"/>
                  <a:gd name="T15" fmla="*/ 34 h 62"/>
                  <a:gd name="T16" fmla="*/ 52 w 59"/>
                  <a:gd name="T17" fmla="*/ 41 h 62"/>
                  <a:gd name="T18" fmla="*/ 38 w 59"/>
                  <a:gd name="T19" fmla="*/ 46 h 62"/>
                  <a:gd name="T20" fmla="*/ 26 w 59"/>
                  <a:gd name="T21" fmla="*/ 48 h 62"/>
                  <a:gd name="T22" fmla="*/ 45 w 59"/>
                  <a:gd name="T23" fmla="*/ 40 h 62"/>
                  <a:gd name="T24" fmla="*/ 50 w 59"/>
                  <a:gd name="T25" fmla="*/ 36 h 62"/>
                  <a:gd name="T26" fmla="*/ 39 w 59"/>
                  <a:gd name="T27" fmla="*/ 39 h 62"/>
                  <a:gd name="T28" fmla="*/ 33 w 59"/>
                  <a:gd name="T29" fmla="*/ 42 h 62"/>
                  <a:gd name="T30" fmla="*/ 26 w 59"/>
                  <a:gd name="T31" fmla="*/ 43 h 62"/>
                  <a:gd name="T32" fmla="*/ 2 w 59"/>
                  <a:gd name="T33" fmla="*/ 62 h 62"/>
                  <a:gd name="T34" fmla="*/ 1 w 59"/>
                  <a:gd name="T35" fmla="*/ 56 h 62"/>
                  <a:gd name="T36" fmla="*/ 9 w 59"/>
                  <a:gd name="T37" fmla="*/ 45 h 62"/>
                  <a:gd name="T38" fmla="*/ 3 w 59"/>
                  <a:gd name="T39" fmla="*/ 57 h 62"/>
                  <a:gd name="T40" fmla="*/ 7 w 59"/>
                  <a:gd name="T41" fmla="*/ 54 h 62"/>
                  <a:gd name="T42" fmla="*/ 20 w 59"/>
                  <a:gd name="T43" fmla="*/ 44 h 62"/>
                  <a:gd name="T44" fmla="*/ 28 w 59"/>
                  <a:gd name="T45" fmla="*/ 40 h 62"/>
                  <a:gd name="T46" fmla="*/ 23 w 59"/>
                  <a:gd name="T47" fmla="*/ 34 h 62"/>
                  <a:gd name="T48" fmla="*/ 15 w 59"/>
                  <a:gd name="T49" fmla="*/ 40 h 62"/>
                  <a:gd name="T50" fmla="*/ 20 w 59"/>
                  <a:gd name="T51" fmla="*/ 31 h 62"/>
                  <a:gd name="T52" fmla="*/ 15 w 59"/>
                  <a:gd name="T53" fmla="*/ 30 h 62"/>
                  <a:gd name="T54" fmla="*/ 13 w 59"/>
                  <a:gd name="T55" fmla="*/ 18 h 62"/>
                  <a:gd name="T56" fmla="*/ 12 w 59"/>
                  <a:gd name="T57" fmla="*/ 14 h 62"/>
                  <a:gd name="T58" fmla="*/ 18 w 59"/>
                  <a:gd name="T59" fmla="*/ 22 h 62"/>
                  <a:gd name="T60" fmla="*/ 21 w 59"/>
                  <a:gd name="T61" fmla="*/ 29 h 62"/>
                  <a:gd name="T62" fmla="*/ 23 w 59"/>
                  <a:gd name="T63" fmla="*/ 16 h 62"/>
                  <a:gd name="T64" fmla="*/ 35 w 59"/>
                  <a:gd name="T65" fmla="*/ 3 h 62"/>
                  <a:gd name="T66" fmla="*/ 52 w 59"/>
                  <a:gd name="T67" fmla="*/ 11 h 62"/>
                  <a:gd name="T68" fmla="*/ 35 w 59"/>
                  <a:gd name="T69" fmla="*/ 17 h 62"/>
                  <a:gd name="T70" fmla="*/ 40 w 59"/>
                  <a:gd name="T71" fmla="*/ 28 h 62"/>
                  <a:gd name="T72" fmla="*/ 40 w 59"/>
                  <a:gd name="T73" fmla="*/ 28 h 62"/>
                  <a:gd name="T74" fmla="*/ 49 w 59"/>
                  <a:gd name="T75" fmla="*/ 17 h 62"/>
                  <a:gd name="T76" fmla="*/ 39 w 59"/>
                  <a:gd name="T77" fmla="*/ 29 h 62"/>
                  <a:gd name="T78" fmla="*/ 30 w 59"/>
                  <a:gd name="T79" fmla="*/ 32 h 62"/>
                  <a:gd name="T80" fmla="*/ 32 w 59"/>
                  <a:gd name="T81" fmla="*/ 38 h 62"/>
                  <a:gd name="T82" fmla="*/ 39 w 59"/>
                  <a:gd name="T83" fmla="*/ 29 h 62"/>
                  <a:gd name="T84" fmla="*/ 29 w 59"/>
                  <a:gd name="T85" fmla="*/ 28 h 62"/>
                  <a:gd name="T86" fmla="*/ 30 w 59"/>
                  <a:gd name="T87" fmla="*/ 30 h 62"/>
                  <a:gd name="T88" fmla="*/ 35 w 59"/>
                  <a:gd name="T89" fmla="*/ 20 h 62"/>
                  <a:gd name="T90" fmla="*/ 31 w 59"/>
                  <a:gd name="T91" fmla="*/ 19 h 62"/>
                  <a:gd name="T92" fmla="*/ 31 w 59"/>
                  <a:gd name="T93" fmla="*/ 24 h 62"/>
                  <a:gd name="T94" fmla="*/ 28 w 59"/>
                  <a:gd name="T95" fmla="*/ 31 h 62"/>
                  <a:gd name="T96" fmla="*/ 28 w 59"/>
                  <a:gd name="T97" fmla="*/ 3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59" h="62">
                    <a:moveTo>
                      <a:pt x="33" y="0"/>
                    </a:moveTo>
                    <a:cubicBezTo>
                      <a:pt x="37" y="0"/>
                      <a:pt x="41" y="3"/>
                      <a:pt x="41" y="7"/>
                    </a:cubicBezTo>
                    <a:cubicBezTo>
                      <a:pt x="40" y="8"/>
                      <a:pt x="39" y="9"/>
                      <a:pt x="38" y="10"/>
                    </a:cubicBezTo>
                    <a:cubicBezTo>
                      <a:pt x="36" y="12"/>
                      <a:pt x="34" y="13"/>
                      <a:pt x="31" y="15"/>
                    </a:cubicBezTo>
                    <a:cubicBezTo>
                      <a:pt x="30" y="15"/>
                      <a:pt x="28" y="16"/>
                      <a:pt x="28" y="17"/>
                    </a:cubicBezTo>
                    <a:cubicBezTo>
                      <a:pt x="28" y="17"/>
                      <a:pt x="29" y="18"/>
                      <a:pt x="29" y="18"/>
                    </a:cubicBezTo>
                    <a:cubicBezTo>
                      <a:pt x="31" y="17"/>
                      <a:pt x="32" y="16"/>
                      <a:pt x="34" y="15"/>
                    </a:cubicBezTo>
                    <a:cubicBezTo>
                      <a:pt x="39" y="13"/>
                      <a:pt x="43" y="11"/>
                      <a:pt x="48" y="10"/>
                    </a:cubicBezTo>
                    <a:cubicBezTo>
                      <a:pt x="51" y="9"/>
                      <a:pt x="54" y="8"/>
                      <a:pt x="57" y="9"/>
                    </a:cubicBezTo>
                    <a:cubicBezTo>
                      <a:pt x="57" y="9"/>
                      <a:pt x="57" y="10"/>
                      <a:pt x="57" y="10"/>
                    </a:cubicBezTo>
                    <a:cubicBezTo>
                      <a:pt x="57" y="14"/>
                      <a:pt x="53" y="16"/>
                      <a:pt x="51" y="19"/>
                    </a:cubicBezTo>
                    <a:cubicBezTo>
                      <a:pt x="48" y="22"/>
                      <a:pt x="46" y="26"/>
                      <a:pt x="43" y="30"/>
                    </a:cubicBezTo>
                    <a:cubicBezTo>
                      <a:pt x="43" y="31"/>
                      <a:pt x="43" y="31"/>
                      <a:pt x="42" y="32"/>
                    </a:cubicBezTo>
                    <a:cubicBezTo>
                      <a:pt x="41" y="33"/>
                      <a:pt x="40" y="35"/>
                      <a:pt x="39" y="37"/>
                    </a:cubicBezTo>
                    <a:cubicBezTo>
                      <a:pt x="40" y="37"/>
                      <a:pt x="40" y="37"/>
                      <a:pt x="40" y="37"/>
                    </a:cubicBezTo>
                    <a:cubicBezTo>
                      <a:pt x="42" y="35"/>
                      <a:pt x="49" y="34"/>
                      <a:pt x="51" y="34"/>
                    </a:cubicBezTo>
                    <a:cubicBezTo>
                      <a:pt x="53" y="33"/>
                      <a:pt x="56" y="34"/>
                      <a:pt x="56" y="35"/>
                    </a:cubicBezTo>
                    <a:cubicBezTo>
                      <a:pt x="59" y="37"/>
                      <a:pt x="54" y="40"/>
                      <a:pt x="52" y="41"/>
                    </a:cubicBezTo>
                    <a:cubicBezTo>
                      <a:pt x="50" y="43"/>
                      <a:pt x="46" y="44"/>
                      <a:pt x="43" y="45"/>
                    </a:cubicBezTo>
                    <a:cubicBezTo>
                      <a:pt x="41" y="45"/>
                      <a:pt x="39" y="45"/>
                      <a:pt x="38" y="46"/>
                    </a:cubicBezTo>
                    <a:cubicBezTo>
                      <a:pt x="34" y="47"/>
                      <a:pt x="31" y="48"/>
                      <a:pt x="26" y="48"/>
                    </a:cubicBezTo>
                    <a:cubicBezTo>
                      <a:pt x="26" y="48"/>
                      <a:pt x="26" y="48"/>
                      <a:pt x="26" y="48"/>
                    </a:cubicBezTo>
                    <a:cubicBezTo>
                      <a:pt x="27" y="47"/>
                      <a:pt x="29" y="47"/>
                      <a:pt x="30" y="46"/>
                    </a:cubicBezTo>
                    <a:cubicBezTo>
                      <a:pt x="34" y="44"/>
                      <a:pt x="40" y="42"/>
                      <a:pt x="45" y="40"/>
                    </a:cubicBezTo>
                    <a:cubicBezTo>
                      <a:pt x="47" y="39"/>
                      <a:pt x="50" y="38"/>
                      <a:pt x="51" y="36"/>
                    </a:cubicBezTo>
                    <a:cubicBezTo>
                      <a:pt x="51" y="36"/>
                      <a:pt x="50" y="36"/>
                      <a:pt x="50" y="36"/>
                    </a:cubicBezTo>
                    <a:cubicBezTo>
                      <a:pt x="49" y="37"/>
                      <a:pt x="48" y="37"/>
                      <a:pt x="47" y="37"/>
                    </a:cubicBezTo>
                    <a:cubicBezTo>
                      <a:pt x="45" y="38"/>
                      <a:pt x="42" y="38"/>
                      <a:pt x="39" y="39"/>
                    </a:cubicBezTo>
                    <a:cubicBezTo>
                      <a:pt x="38" y="39"/>
                      <a:pt x="37" y="40"/>
                      <a:pt x="36" y="40"/>
                    </a:cubicBezTo>
                    <a:cubicBezTo>
                      <a:pt x="35" y="41"/>
                      <a:pt x="34" y="42"/>
                      <a:pt x="33" y="42"/>
                    </a:cubicBezTo>
                    <a:cubicBezTo>
                      <a:pt x="31" y="43"/>
                      <a:pt x="30" y="42"/>
                      <a:pt x="29" y="42"/>
                    </a:cubicBezTo>
                    <a:cubicBezTo>
                      <a:pt x="28" y="42"/>
                      <a:pt x="27" y="43"/>
                      <a:pt x="26" y="43"/>
                    </a:cubicBezTo>
                    <a:cubicBezTo>
                      <a:pt x="22" y="45"/>
                      <a:pt x="18" y="46"/>
                      <a:pt x="15" y="48"/>
                    </a:cubicBezTo>
                    <a:cubicBezTo>
                      <a:pt x="11" y="51"/>
                      <a:pt x="8" y="60"/>
                      <a:pt x="2" y="62"/>
                    </a:cubicBezTo>
                    <a:cubicBezTo>
                      <a:pt x="1" y="62"/>
                      <a:pt x="0" y="62"/>
                      <a:pt x="0" y="61"/>
                    </a:cubicBezTo>
                    <a:cubicBezTo>
                      <a:pt x="0" y="60"/>
                      <a:pt x="0" y="57"/>
                      <a:pt x="1" y="56"/>
                    </a:cubicBezTo>
                    <a:cubicBezTo>
                      <a:pt x="3" y="53"/>
                      <a:pt x="5" y="50"/>
                      <a:pt x="7" y="47"/>
                    </a:cubicBezTo>
                    <a:cubicBezTo>
                      <a:pt x="8" y="46"/>
                      <a:pt x="8" y="45"/>
                      <a:pt x="9" y="45"/>
                    </a:cubicBezTo>
                    <a:cubicBezTo>
                      <a:pt x="9" y="46"/>
                      <a:pt x="8" y="47"/>
                      <a:pt x="8" y="48"/>
                    </a:cubicBezTo>
                    <a:cubicBezTo>
                      <a:pt x="6" y="51"/>
                      <a:pt x="4" y="54"/>
                      <a:pt x="3" y="57"/>
                    </a:cubicBezTo>
                    <a:cubicBezTo>
                      <a:pt x="3" y="57"/>
                      <a:pt x="3" y="57"/>
                      <a:pt x="3" y="57"/>
                    </a:cubicBezTo>
                    <a:cubicBezTo>
                      <a:pt x="4" y="56"/>
                      <a:pt x="6" y="55"/>
                      <a:pt x="7" y="54"/>
                    </a:cubicBezTo>
                    <a:cubicBezTo>
                      <a:pt x="9" y="52"/>
                      <a:pt x="10" y="50"/>
                      <a:pt x="12" y="49"/>
                    </a:cubicBezTo>
                    <a:cubicBezTo>
                      <a:pt x="15" y="47"/>
                      <a:pt x="17" y="45"/>
                      <a:pt x="20" y="44"/>
                    </a:cubicBezTo>
                    <a:cubicBezTo>
                      <a:pt x="22" y="43"/>
                      <a:pt x="24" y="42"/>
                      <a:pt x="26" y="41"/>
                    </a:cubicBezTo>
                    <a:cubicBezTo>
                      <a:pt x="27" y="40"/>
                      <a:pt x="28" y="40"/>
                      <a:pt x="28" y="40"/>
                    </a:cubicBezTo>
                    <a:cubicBezTo>
                      <a:pt x="28" y="39"/>
                      <a:pt x="28" y="38"/>
                      <a:pt x="28" y="37"/>
                    </a:cubicBezTo>
                    <a:cubicBezTo>
                      <a:pt x="26" y="36"/>
                      <a:pt x="25" y="35"/>
                      <a:pt x="23" y="34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0" y="36"/>
                      <a:pt x="19" y="40"/>
                      <a:pt x="15" y="40"/>
                    </a:cubicBezTo>
                    <a:cubicBezTo>
                      <a:pt x="15" y="40"/>
                      <a:pt x="15" y="40"/>
                      <a:pt x="15" y="39"/>
                    </a:cubicBezTo>
                    <a:cubicBezTo>
                      <a:pt x="17" y="38"/>
                      <a:pt x="20" y="34"/>
                      <a:pt x="20" y="31"/>
                    </a:cubicBezTo>
                    <a:cubicBezTo>
                      <a:pt x="20" y="31"/>
                      <a:pt x="19" y="31"/>
                      <a:pt x="19" y="30"/>
                    </a:cubicBezTo>
                    <a:cubicBezTo>
                      <a:pt x="18" y="31"/>
                      <a:pt x="15" y="32"/>
                      <a:pt x="15" y="30"/>
                    </a:cubicBezTo>
                    <a:cubicBezTo>
                      <a:pt x="16" y="29"/>
                      <a:pt x="15" y="27"/>
                      <a:pt x="15" y="26"/>
                    </a:cubicBezTo>
                    <a:cubicBezTo>
                      <a:pt x="14" y="23"/>
                      <a:pt x="14" y="21"/>
                      <a:pt x="13" y="18"/>
                    </a:cubicBezTo>
                    <a:cubicBezTo>
                      <a:pt x="12" y="17"/>
                      <a:pt x="12" y="16"/>
                      <a:pt x="11" y="14"/>
                    </a:cubicBezTo>
                    <a:cubicBezTo>
                      <a:pt x="12" y="14"/>
                      <a:pt x="12" y="14"/>
                      <a:pt x="12" y="14"/>
                    </a:cubicBezTo>
                    <a:cubicBezTo>
                      <a:pt x="13" y="15"/>
                      <a:pt x="14" y="15"/>
                      <a:pt x="14" y="16"/>
                    </a:cubicBezTo>
                    <a:cubicBezTo>
                      <a:pt x="16" y="18"/>
                      <a:pt x="17" y="20"/>
                      <a:pt x="18" y="22"/>
                    </a:cubicBezTo>
                    <a:cubicBezTo>
                      <a:pt x="19" y="23"/>
                      <a:pt x="20" y="25"/>
                      <a:pt x="21" y="27"/>
                    </a:cubicBezTo>
                    <a:cubicBezTo>
                      <a:pt x="21" y="28"/>
                      <a:pt x="21" y="28"/>
                      <a:pt x="21" y="29"/>
                    </a:cubicBezTo>
                    <a:cubicBezTo>
                      <a:pt x="23" y="27"/>
                      <a:pt x="25" y="24"/>
                      <a:pt x="25" y="21"/>
                    </a:cubicBezTo>
                    <a:cubicBezTo>
                      <a:pt x="24" y="20"/>
                      <a:pt x="23" y="18"/>
                      <a:pt x="23" y="16"/>
                    </a:cubicBezTo>
                    <a:cubicBezTo>
                      <a:pt x="24" y="16"/>
                      <a:pt x="25" y="16"/>
                      <a:pt x="26" y="17"/>
                    </a:cubicBezTo>
                    <a:cubicBezTo>
                      <a:pt x="28" y="13"/>
                      <a:pt x="34" y="7"/>
                      <a:pt x="35" y="3"/>
                    </a:cubicBezTo>
                    <a:cubicBezTo>
                      <a:pt x="34" y="2"/>
                      <a:pt x="33" y="1"/>
                      <a:pt x="33" y="0"/>
                    </a:cubicBezTo>
                    <a:close/>
                    <a:moveTo>
                      <a:pt x="52" y="11"/>
                    </a:moveTo>
                    <a:cubicBezTo>
                      <a:pt x="47" y="11"/>
                      <a:pt x="44" y="13"/>
                      <a:pt x="41" y="15"/>
                    </a:cubicBezTo>
                    <a:cubicBezTo>
                      <a:pt x="39" y="16"/>
                      <a:pt x="37" y="16"/>
                      <a:pt x="35" y="17"/>
                    </a:cubicBezTo>
                    <a:cubicBezTo>
                      <a:pt x="35" y="17"/>
                      <a:pt x="35" y="17"/>
                      <a:pt x="35" y="17"/>
                    </a:cubicBezTo>
                    <a:cubicBezTo>
                      <a:pt x="38" y="20"/>
                      <a:pt x="41" y="22"/>
                      <a:pt x="40" y="28"/>
                    </a:cubicBezTo>
                    <a:cubicBezTo>
                      <a:pt x="40" y="28"/>
                      <a:pt x="40" y="28"/>
                      <a:pt x="40" y="28"/>
                    </a:cubicBezTo>
                    <a:cubicBezTo>
                      <a:pt x="40" y="28"/>
                      <a:pt x="40" y="28"/>
                      <a:pt x="40" y="28"/>
                    </a:cubicBezTo>
                    <a:cubicBezTo>
                      <a:pt x="41" y="27"/>
                      <a:pt x="42" y="25"/>
                      <a:pt x="43" y="24"/>
                    </a:cubicBezTo>
                    <a:cubicBezTo>
                      <a:pt x="45" y="22"/>
                      <a:pt x="47" y="19"/>
                      <a:pt x="49" y="17"/>
                    </a:cubicBezTo>
                    <a:cubicBezTo>
                      <a:pt x="50" y="15"/>
                      <a:pt x="51" y="13"/>
                      <a:pt x="52" y="11"/>
                    </a:cubicBezTo>
                    <a:close/>
                    <a:moveTo>
                      <a:pt x="39" y="29"/>
                    </a:moveTo>
                    <a:cubicBezTo>
                      <a:pt x="39" y="29"/>
                      <a:pt x="33" y="31"/>
                      <a:pt x="33" y="32"/>
                    </a:cubicBezTo>
                    <a:cubicBezTo>
                      <a:pt x="32" y="32"/>
                      <a:pt x="30" y="32"/>
                      <a:pt x="30" y="32"/>
                    </a:cubicBezTo>
                    <a:cubicBezTo>
                      <a:pt x="30" y="33"/>
                      <a:pt x="30" y="34"/>
                      <a:pt x="30" y="34"/>
                    </a:cubicBezTo>
                    <a:cubicBezTo>
                      <a:pt x="31" y="36"/>
                      <a:pt x="30" y="37"/>
                      <a:pt x="32" y="38"/>
                    </a:cubicBezTo>
                    <a:cubicBezTo>
                      <a:pt x="34" y="34"/>
                      <a:pt x="37" y="32"/>
                      <a:pt x="39" y="29"/>
                    </a:cubicBezTo>
                    <a:cubicBezTo>
                      <a:pt x="39" y="29"/>
                      <a:pt x="39" y="29"/>
                      <a:pt x="39" y="29"/>
                    </a:cubicBezTo>
                    <a:close/>
                    <a:moveTo>
                      <a:pt x="28" y="28"/>
                    </a:moveTo>
                    <a:cubicBezTo>
                      <a:pt x="28" y="28"/>
                      <a:pt x="29" y="28"/>
                      <a:pt x="29" y="28"/>
                    </a:cubicBezTo>
                    <a:cubicBezTo>
                      <a:pt x="29" y="28"/>
                      <a:pt x="29" y="28"/>
                      <a:pt x="29" y="28"/>
                    </a:cubicBezTo>
                    <a:cubicBezTo>
                      <a:pt x="29" y="29"/>
                      <a:pt x="29" y="30"/>
                      <a:pt x="30" y="30"/>
                    </a:cubicBezTo>
                    <a:cubicBezTo>
                      <a:pt x="32" y="28"/>
                      <a:pt x="37" y="28"/>
                      <a:pt x="37" y="24"/>
                    </a:cubicBezTo>
                    <a:cubicBezTo>
                      <a:pt x="36" y="23"/>
                      <a:pt x="36" y="21"/>
                      <a:pt x="35" y="20"/>
                    </a:cubicBezTo>
                    <a:cubicBezTo>
                      <a:pt x="35" y="19"/>
                      <a:pt x="34" y="19"/>
                      <a:pt x="33" y="18"/>
                    </a:cubicBezTo>
                    <a:cubicBezTo>
                      <a:pt x="33" y="18"/>
                      <a:pt x="32" y="18"/>
                      <a:pt x="31" y="19"/>
                    </a:cubicBezTo>
                    <a:cubicBezTo>
                      <a:pt x="32" y="19"/>
                      <a:pt x="34" y="21"/>
                      <a:pt x="33" y="22"/>
                    </a:cubicBezTo>
                    <a:cubicBezTo>
                      <a:pt x="33" y="23"/>
                      <a:pt x="32" y="23"/>
                      <a:pt x="31" y="24"/>
                    </a:cubicBezTo>
                    <a:cubicBezTo>
                      <a:pt x="30" y="25"/>
                      <a:pt x="27" y="28"/>
                      <a:pt x="27" y="30"/>
                    </a:cubicBezTo>
                    <a:cubicBezTo>
                      <a:pt x="27" y="30"/>
                      <a:pt x="27" y="31"/>
                      <a:pt x="28" y="31"/>
                    </a:cubicBezTo>
                    <a:cubicBezTo>
                      <a:pt x="28" y="31"/>
                      <a:pt x="28" y="31"/>
                      <a:pt x="28" y="30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8" y="30"/>
                      <a:pt x="28" y="29"/>
                      <a:pt x="28" y="2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9" name="îSļiďè"/>
              <p:cNvSpPr/>
              <p:nvPr/>
            </p:nvSpPr>
            <p:spPr bwMode="auto">
              <a:xfrm>
                <a:off x="6002338" y="3148013"/>
                <a:ext cx="223838" cy="346075"/>
              </a:xfrm>
              <a:custGeom>
                <a:avLst/>
                <a:gdLst>
                  <a:gd name="T0" fmla="*/ 31 w 42"/>
                  <a:gd name="T1" fmla="*/ 43 h 64"/>
                  <a:gd name="T2" fmla="*/ 33 w 42"/>
                  <a:gd name="T3" fmla="*/ 34 h 64"/>
                  <a:gd name="T4" fmla="*/ 32 w 42"/>
                  <a:gd name="T5" fmla="*/ 28 h 64"/>
                  <a:gd name="T6" fmla="*/ 29 w 42"/>
                  <a:gd name="T7" fmla="*/ 29 h 64"/>
                  <a:gd name="T8" fmla="*/ 23 w 42"/>
                  <a:gd name="T9" fmla="*/ 34 h 64"/>
                  <a:gd name="T10" fmla="*/ 23 w 42"/>
                  <a:gd name="T11" fmla="*/ 40 h 64"/>
                  <a:gd name="T12" fmla="*/ 11 w 42"/>
                  <a:gd name="T13" fmla="*/ 45 h 64"/>
                  <a:gd name="T14" fmla="*/ 1 w 42"/>
                  <a:gd name="T15" fmla="*/ 44 h 64"/>
                  <a:gd name="T16" fmla="*/ 1 w 42"/>
                  <a:gd name="T17" fmla="*/ 40 h 64"/>
                  <a:gd name="T18" fmla="*/ 6 w 42"/>
                  <a:gd name="T19" fmla="*/ 39 h 64"/>
                  <a:gd name="T20" fmla="*/ 13 w 42"/>
                  <a:gd name="T21" fmla="*/ 34 h 64"/>
                  <a:gd name="T22" fmla="*/ 11 w 42"/>
                  <a:gd name="T23" fmla="*/ 31 h 64"/>
                  <a:gd name="T24" fmla="*/ 6 w 42"/>
                  <a:gd name="T25" fmla="*/ 33 h 64"/>
                  <a:gd name="T26" fmla="*/ 1 w 42"/>
                  <a:gd name="T27" fmla="*/ 29 h 64"/>
                  <a:gd name="T28" fmla="*/ 1 w 42"/>
                  <a:gd name="T29" fmla="*/ 28 h 64"/>
                  <a:gd name="T30" fmla="*/ 5 w 42"/>
                  <a:gd name="T31" fmla="*/ 26 h 64"/>
                  <a:gd name="T32" fmla="*/ 8 w 42"/>
                  <a:gd name="T33" fmla="*/ 25 h 64"/>
                  <a:gd name="T34" fmla="*/ 17 w 42"/>
                  <a:gd name="T35" fmla="*/ 21 h 64"/>
                  <a:gd name="T36" fmla="*/ 21 w 42"/>
                  <a:gd name="T37" fmla="*/ 12 h 64"/>
                  <a:gd name="T38" fmla="*/ 22 w 42"/>
                  <a:gd name="T39" fmla="*/ 8 h 64"/>
                  <a:gd name="T40" fmla="*/ 25 w 42"/>
                  <a:gd name="T41" fmla="*/ 0 h 64"/>
                  <a:gd name="T42" fmla="*/ 28 w 42"/>
                  <a:gd name="T43" fmla="*/ 1 h 64"/>
                  <a:gd name="T44" fmla="*/ 29 w 42"/>
                  <a:gd name="T45" fmla="*/ 13 h 64"/>
                  <a:gd name="T46" fmla="*/ 33 w 42"/>
                  <a:gd name="T47" fmla="*/ 13 h 64"/>
                  <a:gd name="T48" fmla="*/ 36 w 42"/>
                  <a:gd name="T49" fmla="*/ 9 h 64"/>
                  <a:gd name="T50" fmla="*/ 41 w 42"/>
                  <a:gd name="T51" fmla="*/ 12 h 64"/>
                  <a:gd name="T52" fmla="*/ 26 w 42"/>
                  <a:gd name="T53" fmla="*/ 21 h 64"/>
                  <a:gd name="T54" fmla="*/ 17 w 42"/>
                  <a:gd name="T55" fmla="*/ 29 h 64"/>
                  <a:gd name="T56" fmla="*/ 25 w 42"/>
                  <a:gd name="T57" fmla="*/ 28 h 64"/>
                  <a:gd name="T58" fmla="*/ 33 w 42"/>
                  <a:gd name="T59" fmla="*/ 24 h 64"/>
                  <a:gd name="T60" fmla="*/ 37 w 42"/>
                  <a:gd name="T61" fmla="*/ 21 h 64"/>
                  <a:gd name="T62" fmla="*/ 42 w 42"/>
                  <a:gd name="T63" fmla="*/ 26 h 64"/>
                  <a:gd name="T64" fmla="*/ 38 w 42"/>
                  <a:gd name="T65" fmla="*/ 38 h 64"/>
                  <a:gd name="T66" fmla="*/ 32 w 42"/>
                  <a:gd name="T67" fmla="*/ 63 h 64"/>
                  <a:gd name="T68" fmla="*/ 25 w 42"/>
                  <a:gd name="T69" fmla="*/ 57 h 64"/>
                  <a:gd name="T70" fmla="*/ 22 w 42"/>
                  <a:gd name="T71" fmla="*/ 55 h 64"/>
                  <a:gd name="T72" fmla="*/ 17 w 42"/>
                  <a:gd name="T73" fmla="*/ 62 h 64"/>
                  <a:gd name="T74" fmla="*/ 15 w 42"/>
                  <a:gd name="T75" fmla="*/ 64 h 64"/>
                  <a:gd name="T76" fmla="*/ 12 w 42"/>
                  <a:gd name="T77" fmla="*/ 64 h 64"/>
                  <a:gd name="T78" fmla="*/ 9 w 42"/>
                  <a:gd name="T79" fmla="*/ 58 h 64"/>
                  <a:gd name="T80" fmla="*/ 11 w 42"/>
                  <a:gd name="T81" fmla="*/ 54 h 64"/>
                  <a:gd name="T82" fmla="*/ 10 w 42"/>
                  <a:gd name="T83" fmla="*/ 52 h 64"/>
                  <a:gd name="T84" fmla="*/ 15 w 42"/>
                  <a:gd name="T85" fmla="*/ 47 h 64"/>
                  <a:gd name="T86" fmla="*/ 22 w 42"/>
                  <a:gd name="T87" fmla="*/ 48 h 64"/>
                  <a:gd name="T88" fmla="*/ 24 w 42"/>
                  <a:gd name="T89" fmla="*/ 53 h 64"/>
                  <a:gd name="T90" fmla="*/ 31 w 42"/>
                  <a:gd name="T91" fmla="*/ 5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2" h="64">
                    <a:moveTo>
                      <a:pt x="31" y="50"/>
                    </a:moveTo>
                    <a:cubicBezTo>
                      <a:pt x="31" y="46"/>
                      <a:pt x="31" y="46"/>
                      <a:pt x="31" y="43"/>
                    </a:cubicBezTo>
                    <a:cubicBezTo>
                      <a:pt x="31" y="42"/>
                      <a:pt x="32" y="40"/>
                      <a:pt x="32" y="38"/>
                    </a:cubicBezTo>
                    <a:cubicBezTo>
                      <a:pt x="33" y="37"/>
                      <a:pt x="33" y="35"/>
                      <a:pt x="33" y="34"/>
                    </a:cubicBezTo>
                    <a:cubicBezTo>
                      <a:pt x="33" y="33"/>
                      <a:pt x="34" y="30"/>
                      <a:pt x="33" y="30"/>
                    </a:cubicBezTo>
                    <a:cubicBezTo>
                      <a:pt x="33" y="29"/>
                      <a:pt x="32" y="28"/>
                      <a:pt x="32" y="28"/>
                    </a:cubicBezTo>
                    <a:cubicBezTo>
                      <a:pt x="31" y="28"/>
                      <a:pt x="31" y="28"/>
                      <a:pt x="30" y="28"/>
                    </a:cubicBezTo>
                    <a:cubicBezTo>
                      <a:pt x="30" y="29"/>
                      <a:pt x="29" y="29"/>
                      <a:pt x="29" y="29"/>
                    </a:cubicBezTo>
                    <a:cubicBezTo>
                      <a:pt x="28" y="29"/>
                      <a:pt x="28" y="30"/>
                      <a:pt x="27" y="30"/>
                    </a:cubicBezTo>
                    <a:cubicBezTo>
                      <a:pt x="25" y="31"/>
                      <a:pt x="24" y="32"/>
                      <a:pt x="23" y="34"/>
                    </a:cubicBezTo>
                    <a:cubicBezTo>
                      <a:pt x="23" y="35"/>
                      <a:pt x="24" y="38"/>
                      <a:pt x="23" y="39"/>
                    </a:cubicBezTo>
                    <a:cubicBezTo>
                      <a:pt x="23" y="39"/>
                      <a:pt x="23" y="40"/>
                      <a:pt x="23" y="40"/>
                    </a:cubicBezTo>
                    <a:cubicBezTo>
                      <a:pt x="21" y="40"/>
                      <a:pt x="18" y="40"/>
                      <a:pt x="17" y="41"/>
                    </a:cubicBezTo>
                    <a:cubicBezTo>
                      <a:pt x="15" y="43"/>
                      <a:pt x="12" y="45"/>
                      <a:pt x="11" y="45"/>
                    </a:cubicBezTo>
                    <a:cubicBezTo>
                      <a:pt x="10" y="46"/>
                      <a:pt x="5" y="46"/>
                      <a:pt x="3" y="45"/>
                    </a:cubicBezTo>
                    <a:cubicBezTo>
                      <a:pt x="3" y="45"/>
                      <a:pt x="2" y="44"/>
                      <a:pt x="1" y="44"/>
                    </a:cubicBezTo>
                    <a:cubicBezTo>
                      <a:pt x="1" y="43"/>
                      <a:pt x="0" y="41"/>
                      <a:pt x="0" y="41"/>
                    </a:cubicBezTo>
                    <a:cubicBezTo>
                      <a:pt x="1" y="40"/>
                      <a:pt x="0" y="40"/>
                      <a:pt x="1" y="40"/>
                    </a:cubicBezTo>
                    <a:cubicBezTo>
                      <a:pt x="2" y="40"/>
                      <a:pt x="3" y="40"/>
                      <a:pt x="3" y="40"/>
                    </a:cubicBezTo>
                    <a:cubicBezTo>
                      <a:pt x="4" y="40"/>
                      <a:pt x="5" y="39"/>
                      <a:pt x="6" y="39"/>
                    </a:cubicBezTo>
                    <a:cubicBezTo>
                      <a:pt x="8" y="38"/>
                      <a:pt x="10" y="37"/>
                      <a:pt x="11" y="37"/>
                    </a:cubicBezTo>
                    <a:cubicBezTo>
                      <a:pt x="12" y="36"/>
                      <a:pt x="13" y="35"/>
                      <a:pt x="13" y="34"/>
                    </a:cubicBezTo>
                    <a:cubicBezTo>
                      <a:pt x="13" y="34"/>
                      <a:pt x="13" y="34"/>
                      <a:pt x="13" y="33"/>
                    </a:cubicBezTo>
                    <a:cubicBezTo>
                      <a:pt x="13" y="32"/>
                      <a:pt x="12" y="32"/>
                      <a:pt x="11" y="31"/>
                    </a:cubicBezTo>
                    <a:cubicBezTo>
                      <a:pt x="10" y="31"/>
                      <a:pt x="9" y="31"/>
                      <a:pt x="8" y="32"/>
                    </a:cubicBezTo>
                    <a:cubicBezTo>
                      <a:pt x="8" y="32"/>
                      <a:pt x="7" y="33"/>
                      <a:pt x="6" y="33"/>
                    </a:cubicBezTo>
                    <a:cubicBezTo>
                      <a:pt x="5" y="32"/>
                      <a:pt x="3" y="32"/>
                      <a:pt x="2" y="30"/>
                    </a:cubicBezTo>
                    <a:cubicBezTo>
                      <a:pt x="1" y="30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8"/>
                      <a:pt x="1" y="28"/>
                    </a:cubicBezTo>
                    <a:cubicBezTo>
                      <a:pt x="1" y="27"/>
                      <a:pt x="1" y="27"/>
                      <a:pt x="1" y="26"/>
                    </a:cubicBezTo>
                    <a:cubicBezTo>
                      <a:pt x="2" y="26"/>
                      <a:pt x="0" y="26"/>
                      <a:pt x="5" y="26"/>
                    </a:cubicBezTo>
                    <a:cubicBezTo>
                      <a:pt x="6" y="26"/>
                      <a:pt x="6" y="26"/>
                      <a:pt x="7" y="26"/>
                    </a:cubicBezTo>
                    <a:cubicBezTo>
                      <a:pt x="7" y="25"/>
                      <a:pt x="7" y="25"/>
                      <a:pt x="8" y="25"/>
                    </a:cubicBezTo>
                    <a:cubicBezTo>
                      <a:pt x="9" y="25"/>
                      <a:pt x="10" y="25"/>
                      <a:pt x="12" y="24"/>
                    </a:cubicBezTo>
                    <a:cubicBezTo>
                      <a:pt x="14" y="23"/>
                      <a:pt x="16" y="22"/>
                      <a:pt x="17" y="21"/>
                    </a:cubicBezTo>
                    <a:cubicBezTo>
                      <a:pt x="18" y="20"/>
                      <a:pt x="19" y="18"/>
                      <a:pt x="19" y="16"/>
                    </a:cubicBezTo>
                    <a:cubicBezTo>
                      <a:pt x="20" y="15"/>
                      <a:pt x="20" y="13"/>
                      <a:pt x="21" y="12"/>
                    </a:cubicBezTo>
                    <a:cubicBezTo>
                      <a:pt x="21" y="11"/>
                      <a:pt x="21" y="10"/>
                      <a:pt x="21" y="9"/>
                    </a:cubicBezTo>
                    <a:cubicBezTo>
                      <a:pt x="21" y="9"/>
                      <a:pt x="22" y="8"/>
                      <a:pt x="22" y="8"/>
                    </a:cubicBezTo>
                    <a:cubicBezTo>
                      <a:pt x="22" y="7"/>
                      <a:pt x="22" y="6"/>
                      <a:pt x="23" y="5"/>
                    </a:cubicBezTo>
                    <a:cubicBezTo>
                      <a:pt x="23" y="3"/>
                      <a:pt x="24" y="1"/>
                      <a:pt x="25" y="0"/>
                    </a:cubicBezTo>
                    <a:cubicBezTo>
                      <a:pt x="26" y="0"/>
                      <a:pt x="26" y="0"/>
                      <a:pt x="27" y="0"/>
                    </a:cubicBezTo>
                    <a:cubicBezTo>
                      <a:pt x="28" y="1"/>
                      <a:pt x="28" y="1"/>
                      <a:pt x="28" y="1"/>
                    </a:cubicBezTo>
                    <a:cubicBezTo>
                      <a:pt x="30" y="5"/>
                      <a:pt x="30" y="6"/>
                      <a:pt x="30" y="7"/>
                    </a:cubicBezTo>
                    <a:cubicBezTo>
                      <a:pt x="31" y="8"/>
                      <a:pt x="30" y="10"/>
                      <a:pt x="29" y="13"/>
                    </a:cubicBezTo>
                    <a:cubicBezTo>
                      <a:pt x="29" y="14"/>
                      <a:pt x="30" y="14"/>
                      <a:pt x="31" y="13"/>
                    </a:cubicBezTo>
                    <a:cubicBezTo>
                      <a:pt x="32" y="13"/>
                      <a:pt x="33" y="12"/>
                      <a:pt x="33" y="13"/>
                    </a:cubicBezTo>
                    <a:cubicBezTo>
                      <a:pt x="32" y="13"/>
                      <a:pt x="34" y="11"/>
                      <a:pt x="34" y="11"/>
                    </a:cubicBezTo>
                    <a:cubicBezTo>
                      <a:pt x="35" y="10"/>
                      <a:pt x="36" y="9"/>
                      <a:pt x="36" y="9"/>
                    </a:cubicBezTo>
                    <a:cubicBezTo>
                      <a:pt x="37" y="9"/>
                      <a:pt x="39" y="8"/>
                      <a:pt x="40" y="9"/>
                    </a:cubicBezTo>
                    <a:cubicBezTo>
                      <a:pt x="41" y="10"/>
                      <a:pt x="42" y="11"/>
                      <a:pt x="41" y="12"/>
                    </a:cubicBezTo>
                    <a:cubicBezTo>
                      <a:pt x="39" y="15"/>
                      <a:pt x="38" y="15"/>
                      <a:pt x="37" y="15"/>
                    </a:cubicBezTo>
                    <a:cubicBezTo>
                      <a:pt x="30" y="18"/>
                      <a:pt x="28" y="19"/>
                      <a:pt x="26" y="21"/>
                    </a:cubicBezTo>
                    <a:cubicBezTo>
                      <a:pt x="23" y="22"/>
                      <a:pt x="23" y="24"/>
                      <a:pt x="20" y="27"/>
                    </a:cubicBezTo>
                    <a:cubicBezTo>
                      <a:pt x="19" y="28"/>
                      <a:pt x="18" y="29"/>
                      <a:pt x="17" y="29"/>
                    </a:cubicBezTo>
                    <a:cubicBezTo>
                      <a:pt x="17" y="30"/>
                      <a:pt x="18" y="32"/>
                      <a:pt x="19" y="32"/>
                    </a:cubicBezTo>
                    <a:cubicBezTo>
                      <a:pt x="20" y="32"/>
                      <a:pt x="23" y="29"/>
                      <a:pt x="25" y="28"/>
                    </a:cubicBezTo>
                    <a:cubicBezTo>
                      <a:pt x="26" y="27"/>
                      <a:pt x="28" y="26"/>
                      <a:pt x="30" y="25"/>
                    </a:cubicBezTo>
                    <a:cubicBezTo>
                      <a:pt x="31" y="25"/>
                      <a:pt x="32" y="25"/>
                      <a:pt x="33" y="24"/>
                    </a:cubicBezTo>
                    <a:cubicBezTo>
                      <a:pt x="34" y="23"/>
                      <a:pt x="35" y="22"/>
                      <a:pt x="36" y="22"/>
                    </a:cubicBezTo>
                    <a:cubicBezTo>
                      <a:pt x="36" y="21"/>
                      <a:pt x="36" y="21"/>
                      <a:pt x="37" y="21"/>
                    </a:cubicBezTo>
                    <a:cubicBezTo>
                      <a:pt x="38" y="21"/>
                      <a:pt x="42" y="21"/>
                      <a:pt x="42" y="22"/>
                    </a:cubicBezTo>
                    <a:cubicBezTo>
                      <a:pt x="42" y="23"/>
                      <a:pt x="42" y="24"/>
                      <a:pt x="42" y="26"/>
                    </a:cubicBezTo>
                    <a:cubicBezTo>
                      <a:pt x="42" y="27"/>
                      <a:pt x="42" y="31"/>
                      <a:pt x="40" y="33"/>
                    </a:cubicBezTo>
                    <a:cubicBezTo>
                      <a:pt x="39" y="35"/>
                      <a:pt x="39" y="36"/>
                      <a:pt x="38" y="38"/>
                    </a:cubicBezTo>
                    <a:cubicBezTo>
                      <a:pt x="35" y="47"/>
                      <a:pt x="35" y="55"/>
                      <a:pt x="33" y="62"/>
                    </a:cubicBezTo>
                    <a:cubicBezTo>
                      <a:pt x="33" y="62"/>
                      <a:pt x="32" y="63"/>
                      <a:pt x="32" y="63"/>
                    </a:cubicBezTo>
                    <a:cubicBezTo>
                      <a:pt x="30" y="63"/>
                      <a:pt x="28" y="62"/>
                      <a:pt x="27" y="60"/>
                    </a:cubicBezTo>
                    <a:cubicBezTo>
                      <a:pt x="26" y="59"/>
                      <a:pt x="26" y="58"/>
                      <a:pt x="25" y="57"/>
                    </a:cubicBezTo>
                    <a:cubicBezTo>
                      <a:pt x="24" y="57"/>
                      <a:pt x="24" y="56"/>
                      <a:pt x="23" y="56"/>
                    </a:cubicBezTo>
                    <a:cubicBezTo>
                      <a:pt x="23" y="56"/>
                      <a:pt x="22" y="55"/>
                      <a:pt x="22" y="55"/>
                    </a:cubicBezTo>
                    <a:cubicBezTo>
                      <a:pt x="21" y="54"/>
                      <a:pt x="20" y="55"/>
                      <a:pt x="19" y="55"/>
                    </a:cubicBezTo>
                    <a:cubicBezTo>
                      <a:pt x="18" y="57"/>
                      <a:pt x="19" y="55"/>
                      <a:pt x="17" y="62"/>
                    </a:cubicBezTo>
                    <a:cubicBezTo>
                      <a:pt x="17" y="62"/>
                      <a:pt x="17" y="63"/>
                      <a:pt x="16" y="63"/>
                    </a:cubicBezTo>
                    <a:cubicBezTo>
                      <a:pt x="16" y="64"/>
                      <a:pt x="16" y="64"/>
                      <a:pt x="15" y="64"/>
                    </a:cubicBezTo>
                    <a:cubicBezTo>
                      <a:pt x="15" y="64"/>
                      <a:pt x="14" y="64"/>
                      <a:pt x="13" y="64"/>
                    </a:cubicBezTo>
                    <a:cubicBezTo>
                      <a:pt x="13" y="64"/>
                      <a:pt x="12" y="64"/>
                      <a:pt x="12" y="64"/>
                    </a:cubicBezTo>
                    <a:cubicBezTo>
                      <a:pt x="12" y="63"/>
                      <a:pt x="13" y="60"/>
                      <a:pt x="12" y="59"/>
                    </a:cubicBezTo>
                    <a:cubicBezTo>
                      <a:pt x="11" y="57"/>
                      <a:pt x="9" y="58"/>
                      <a:pt x="9" y="58"/>
                    </a:cubicBezTo>
                    <a:cubicBezTo>
                      <a:pt x="8" y="57"/>
                      <a:pt x="8" y="56"/>
                      <a:pt x="9" y="55"/>
                    </a:cubicBezTo>
                    <a:cubicBezTo>
                      <a:pt x="10" y="54"/>
                      <a:pt x="10" y="55"/>
                      <a:pt x="11" y="54"/>
                    </a:cubicBezTo>
                    <a:cubicBezTo>
                      <a:pt x="12" y="54"/>
                      <a:pt x="12" y="53"/>
                      <a:pt x="11" y="53"/>
                    </a:cubicBezTo>
                    <a:cubicBezTo>
                      <a:pt x="11" y="52"/>
                      <a:pt x="11" y="52"/>
                      <a:pt x="10" y="52"/>
                    </a:cubicBezTo>
                    <a:cubicBezTo>
                      <a:pt x="9" y="51"/>
                      <a:pt x="9" y="49"/>
                      <a:pt x="10" y="49"/>
                    </a:cubicBezTo>
                    <a:cubicBezTo>
                      <a:pt x="11" y="48"/>
                      <a:pt x="13" y="48"/>
                      <a:pt x="15" y="47"/>
                    </a:cubicBezTo>
                    <a:cubicBezTo>
                      <a:pt x="18" y="46"/>
                      <a:pt x="21" y="46"/>
                      <a:pt x="21" y="46"/>
                    </a:cubicBezTo>
                    <a:cubicBezTo>
                      <a:pt x="22" y="46"/>
                      <a:pt x="23" y="47"/>
                      <a:pt x="22" y="48"/>
                    </a:cubicBezTo>
                    <a:cubicBezTo>
                      <a:pt x="21" y="48"/>
                      <a:pt x="21" y="49"/>
                      <a:pt x="21" y="50"/>
                    </a:cubicBezTo>
                    <a:cubicBezTo>
                      <a:pt x="21" y="52"/>
                      <a:pt x="23" y="53"/>
                      <a:pt x="24" y="53"/>
                    </a:cubicBezTo>
                    <a:cubicBezTo>
                      <a:pt x="26" y="55"/>
                      <a:pt x="28" y="53"/>
                      <a:pt x="29" y="52"/>
                    </a:cubicBezTo>
                    <a:cubicBezTo>
                      <a:pt x="29" y="52"/>
                      <a:pt x="30" y="50"/>
                      <a:pt x="31" y="5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40" name="îšḻiḋê"/>
              <p:cNvSpPr/>
              <p:nvPr/>
            </p:nvSpPr>
            <p:spPr bwMode="auto">
              <a:xfrm>
                <a:off x="5970588" y="3390900"/>
                <a:ext cx="52388" cy="119063"/>
              </a:xfrm>
              <a:custGeom>
                <a:avLst/>
                <a:gdLst>
                  <a:gd name="T0" fmla="*/ 1 w 10"/>
                  <a:gd name="T1" fmla="*/ 17 h 22"/>
                  <a:gd name="T2" fmla="*/ 1 w 10"/>
                  <a:gd name="T3" fmla="*/ 8 h 22"/>
                  <a:gd name="T4" fmla="*/ 2 w 10"/>
                  <a:gd name="T5" fmla="*/ 2 h 22"/>
                  <a:gd name="T6" fmla="*/ 2 w 10"/>
                  <a:gd name="T7" fmla="*/ 1 h 22"/>
                  <a:gd name="T8" fmla="*/ 3 w 10"/>
                  <a:gd name="T9" fmla="*/ 1 h 22"/>
                  <a:gd name="T10" fmla="*/ 5 w 10"/>
                  <a:gd name="T11" fmla="*/ 2 h 22"/>
                  <a:gd name="T12" fmla="*/ 7 w 10"/>
                  <a:gd name="T13" fmla="*/ 5 h 22"/>
                  <a:gd name="T14" fmla="*/ 9 w 10"/>
                  <a:gd name="T15" fmla="*/ 8 h 22"/>
                  <a:gd name="T16" fmla="*/ 10 w 10"/>
                  <a:gd name="T17" fmla="*/ 12 h 22"/>
                  <a:gd name="T18" fmla="*/ 10 w 10"/>
                  <a:gd name="T19" fmla="*/ 17 h 22"/>
                  <a:gd name="T20" fmla="*/ 9 w 10"/>
                  <a:gd name="T21" fmla="*/ 21 h 22"/>
                  <a:gd name="T22" fmla="*/ 7 w 10"/>
                  <a:gd name="T23" fmla="*/ 22 h 22"/>
                  <a:gd name="T24" fmla="*/ 4 w 10"/>
                  <a:gd name="T25" fmla="*/ 21 h 22"/>
                  <a:gd name="T26" fmla="*/ 1 w 10"/>
                  <a:gd name="T27" fmla="*/ 17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" h="22">
                    <a:moveTo>
                      <a:pt x="1" y="17"/>
                    </a:moveTo>
                    <a:cubicBezTo>
                      <a:pt x="0" y="14"/>
                      <a:pt x="1" y="11"/>
                      <a:pt x="1" y="8"/>
                    </a:cubicBezTo>
                    <a:cubicBezTo>
                      <a:pt x="1" y="6"/>
                      <a:pt x="2" y="4"/>
                      <a:pt x="2" y="2"/>
                    </a:cubicBezTo>
                    <a:cubicBezTo>
                      <a:pt x="2" y="2"/>
                      <a:pt x="2" y="1"/>
                      <a:pt x="2" y="1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4" y="1"/>
                      <a:pt x="4" y="1"/>
                      <a:pt x="5" y="2"/>
                    </a:cubicBezTo>
                    <a:cubicBezTo>
                      <a:pt x="5" y="5"/>
                      <a:pt x="6" y="5"/>
                      <a:pt x="7" y="5"/>
                    </a:cubicBezTo>
                    <a:cubicBezTo>
                      <a:pt x="7" y="6"/>
                      <a:pt x="8" y="7"/>
                      <a:pt x="9" y="8"/>
                    </a:cubicBezTo>
                    <a:cubicBezTo>
                      <a:pt x="9" y="9"/>
                      <a:pt x="10" y="11"/>
                      <a:pt x="10" y="12"/>
                    </a:cubicBezTo>
                    <a:cubicBezTo>
                      <a:pt x="10" y="14"/>
                      <a:pt x="10" y="16"/>
                      <a:pt x="10" y="17"/>
                    </a:cubicBezTo>
                    <a:cubicBezTo>
                      <a:pt x="10" y="19"/>
                      <a:pt x="9" y="21"/>
                      <a:pt x="9" y="21"/>
                    </a:cubicBezTo>
                    <a:cubicBezTo>
                      <a:pt x="8" y="22"/>
                      <a:pt x="7" y="22"/>
                      <a:pt x="7" y="22"/>
                    </a:cubicBezTo>
                    <a:cubicBezTo>
                      <a:pt x="6" y="22"/>
                      <a:pt x="5" y="21"/>
                      <a:pt x="4" y="21"/>
                    </a:cubicBezTo>
                    <a:cubicBezTo>
                      <a:pt x="3" y="19"/>
                      <a:pt x="1" y="18"/>
                      <a:pt x="1" y="1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41" name="íşļîḍè"/>
              <p:cNvSpPr/>
              <p:nvPr/>
            </p:nvSpPr>
            <p:spPr bwMode="auto">
              <a:xfrm>
                <a:off x="5472113" y="3132138"/>
                <a:ext cx="401638" cy="388938"/>
              </a:xfrm>
              <a:custGeom>
                <a:avLst/>
                <a:gdLst>
                  <a:gd name="T0" fmla="*/ 32 w 75"/>
                  <a:gd name="T1" fmla="*/ 71 h 72"/>
                  <a:gd name="T2" fmla="*/ 25 w 75"/>
                  <a:gd name="T3" fmla="*/ 68 h 72"/>
                  <a:gd name="T4" fmla="*/ 28 w 75"/>
                  <a:gd name="T5" fmla="*/ 65 h 72"/>
                  <a:gd name="T6" fmla="*/ 40 w 75"/>
                  <a:gd name="T7" fmla="*/ 61 h 72"/>
                  <a:gd name="T8" fmla="*/ 43 w 75"/>
                  <a:gd name="T9" fmla="*/ 61 h 72"/>
                  <a:gd name="T10" fmla="*/ 47 w 75"/>
                  <a:gd name="T11" fmla="*/ 63 h 72"/>
                  <a:gd name="T12" fmla="*/ 51 w 75"/>
                  <a:gd name="T13" fmla="*/ 53 h 72"/>
                  <a:gd name="T14" fmla="*/ 58 w 75"/>
                  <a:gd name="T15" fmla="*/ 40 h 72"/>
                  <a:gd name="T16" fmla="*/ 62 w 75"/>
                  <a:gd name="T17" fmla="*/ 33 h 72"/>
                  <a:gd name="T18" fmla="*/ 59 w 75"/>
                  <a:gd name="T19" fmla="*/ 32 h 72"/>
                  <a:gd name="T20" fmla="*/ 56 w 75"/>
                  <a:gd name="T21" fmla="*/ 33 h 72"/>
                  <a:gd name="T22" fmla="*/ 48 w 75"/>
                  <a:gd name="T23" fmla="*/ 40 h 72"/>
                  <a:gd name="T24" fmla="*/ 47 w 75"/>
                  <a:gd name="T25" fmla="*/ 45 h 72"/>
                  <a:gd name="T26" fmla="*/ 43 w 75"/>
                  <a:gd name="T27" fmla="*/ 49 h 72"/>
                  <a:gd name="T28" fmla="*/ 41 w 75"/>
                  <a:gd name="T29" fmla="*/ 44 h 72"/>
                  <a:gd name="T30" fmla="*/ 36 w 75"/>
                  <a:gd name="T31" fmla="*/ 45 h 72"/>
                  <a:gd name="T32" fmla="*/ 31 w 75"/>
                  <a:gd name="T33" fmla="*/ 49 h 72"/>
                  <a:gd name="T34" fmla="*/ 29 w 75"/>
                  <a:gd name="T35" fmla="*/ 52 h 72"/>
                  <a:gd name="T36" fmla="*/ 27 w 75"/>
                  <a:gd name="T37" fmla="*/ 58 h 72"/>
                  <a:gd name="T38" fmla="*/ 24 w 75"/>
                  <a:gd name="T39" fmla="*/ 60 h 72"/>
                  <a:gd name="T40" fmla="*/ 24 w 75"/>
                  <a:gd name="T41" fmla="*/ 53 h 72"/>
                  <a:gd name="T42" fmla="*/ 22 w 75"/>
                  <a:gd name="T43" fmla="*/ 52 h 72"/>
                  <a:gd name="T44" fmla="*/ 20 w 75"/>
                  <a:gd name="T45" fmla="*/ 53 h 72"/>
                  <a:gd name="T46" fmla="*/ 10 w 75"/>
                  <a:gd name="T47" fmla="*/ 69 h 72"/>
                  <a:gd name="T48" fmla="*/ 4 w 75"/>
                  <a:gd name="T49" fmla="*/ 71 h 72"/>
                  <a:gd name="T50" fmla="*/ 1 w 75"/>
                  <a:gd name="T51" fmla="*/ 69 h 72"/>
                  <a:gd name="T52" fmla="*/ 0 w 75"/>
                  <a:gd name="T53" fmla="*/ 65 h 72"/>
                  <a:gd name="T54" fmla="*/ 2 w 75"/>
                  <a:gd name="T55" fmla="*/ 57 h 72"/>
                  <a:gd name="T56" fmla="*/ 6 w 75"/>
                  <a:gd name="T57" fmla="*/ 59 h 72"/>
                  <a:gd name="T58" fmla="*/ 13 w 75"/>
                  <a:gd name="T59" fmla="*/ 55 h 72"/>
                  <a:gd name="T60" fmla="*/ 21 w 75"/>
                  <a:gd name="T61" fmla="*/ 47 h 72"/>
                  <a:gd name="T62" fmla="*/ 28 w 75"/>
                  <a:gd name="T63" fmla="*/ 40 h 72"/>
                  <a:gd name="T64" fmla="*/ 27 w 75"/>
                  <a:gd name="T65" fmla="*/ 31 h 72"/>
                  <a:gd name="T66" fmla="*/ 28 w 75"/>
                  <a:gd name="T67" fmla="*/ 28 h 72"/>
                  <a:gd name="T68" fmla="*/ 33 w 75"/>
                  <a:gd name="T69" fmla="*/ 23 h 72"/>
                  <a:gd name="T70" fmla="*/ 32 w 75"/>
                  <a:gd name="T71" fmla="*/ 20 h 72"/>
                  <a:gd name="T72" fmla="*/ 26 w 75"/>
                  <a:gd name="T73" fmla="*/ 14 h 72"/>
                  <a:gd name="T74" fmla="*/ 41 w 75"/>
                  <a:gd name="T75" fmla="*/ 13 h 72"/>
                  <a:gd name="T76" fmla="*/ 52 w 75"/>
                  <a:gd name="T77" fmla="*/ 7 h 72"/>
                  <a:gd name="T78" fmla="*/ 61 w 75"/>
                  <a:gd name="T79" fmla="*/ 2 h 72"/>
                  <a:gd name="T80" fmla="*/ 66 w 75"/>
                  <a:gd name="T81" fmla="*/ 2 h 72"/>
                  <a:gd name="T82" fmla="*/ 67 w 75"/>
                  <a:gd name="T83" fmla="*/ 9 h 72"/>
                  <a:gd name="T84" fmla="*/ 51 w 75"/>
                  <a:gd name="T85" fmla="*/ 18 h 72"/>
                  <a:gd name="T86" fmla="*/ 52 w 75"/>
                  <a:gd name="T87" fmla="*/ 22 h 72"/>
                  <a:gd name="T88" fmla="*/ 56 w 75"/>
                  <a:gd name="T89" fmla="*/ 28 h 72"/>
                  <a:gd name="T90" fmla="*/ 68 w 75"/>
                  <a:gd name="T91" fmla="*/ 22 h 72"/>
                  <a:gd name="T92" fmla="*/ 74 w 75"/>
                  <a:gd name="T93" fmla="*/ 25 h 72"/>
                  <a:gd name="T94" fmla="*/ 74 w 75"/>
                  <a:gd name="T95" fmla="*/ 31 h 72"/>
                  <a:gd name="T96" fmla="*/ 69 w 75"/>
                  <a:gd name="T97" fmla="*/ 40 h 72"/>
                  <a:gd name="T98" fmla="*/ 62 w 75"/>
                  <a:gd name="T99" fmla="*/ 55 h 72"/>
                  <a:gd name="T100" fmla="*/ 57 w 75"/>
                  <a:gd name="T101" fmla="*/ 68 h 72"/>
                  <a:gd name="T102" fmla="*/ 53 w 75"/>
                  <a:gd name="T103" fmla="*/ 71 h 72"/>
                  <a:gd name="T104" fmla="*/ 46 w 75"/>
                  <a:gd name="T105" fmla="*/ 67 h 72"/>
                  <a:gd name="T106" fmla="*/ 40 w 75"/>
                  <a:gd name="T107" fmla="*/ 68 h 72"/>
                  <a:gd name="T108" fmla="*/ 30 w 75"/>
                  <a:gd name="T109" fmla="*/ 29 h 72"/>
                  <a:gd name="T110" fmla="*/ 34 w 75"/>
                  <a:gd name="T111" fmla="*/ 37 h 72"/>
                  <a:gd name="T112" fmla="*/ 45 w 75"/>
                  <a:gd name="T113" fmla="*/ 32 h 72"/>
                  <a:gd name="T114" fmla="*/ 46 w 75"/>
                  <a:gd name="T115" fmla="*/ 24 h 72"/>
                  <a:gd name="T116" fmla="*/ 38 w 75"/>
                  <a:gd name="T117" fmla="*/ 24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75" h="72">
                    <a:moveTo>
                      <a:pt x="40" y="70"/>
                    </a:moveTo>
                    <a:cubicBezTo>
                      <a:pt x="39" y="71"/>
                      <a:pt x="38" y="71"/>
                      <a:pt x="37" y="71"/>
                    </a:cubicBezTo>
                    <a:cubicBezTo>
                      <a:pt x="36" y="71"/>
                      <a:pt x="33" y="71"/>
                      <a:pt x="32" y="71"/>
                    </a:cubicBezTo>
                    <a:cubicBezTo>
                      <a:pt x="30" y="71"/>
                      <a:pt x="29" y="71"/>
                      <a:pt x="28" y="70"/>
                    </a:cubicBezTo>
                    <a:cubicBezTo>
                      <a:pt x="26" y="70"/>
                      <a:pt x="25" y="70"/>
                      <a:pt x="25" y="70"/>
                    </a:cubicBezTo>
                    <a:cubicBezTo>
                      <a:pt x="25" y="69"/>
                      <a:pt x="25" y="69"/>
                      <a:pt x="25" y="68"/>
                    </a:cubicBezTo>
                    <a:cubicBezTo>
                      <a:pt x="25" y="68"/>
                      <a:pt x="25" y="67"/>
                      <a:pt x="25" y="67"/>
                    </a:cubicBezTo>
                    <a:cubicBezTo>
                      <a:pt x="26" y="67"/>
                      <a:pt x="26" y="66"/>
                      <a:pt x="26" y="66"/>
                    </a:cubicBezTo>
                    <a:cubicBezTo>
                      <a:pt x="27" y="66"/>
                      <a:pt x="27" y="65"/>
                      <a:pt x="28" y="65"/>
                    </a:cubicBezTo>
                    <a:cubicBezTo>
                      <a:pt x="30" y="64"/>
                      <a:pt x="36" y="62"/>
                      <a:pt x="35" y="62"/>
                    </a:cubicBezTo>
                    <a:cubicBezTo>
                      <a:pt x="34" y="62"/>
                      <a:pt x="37" y="62"/>
                      <a:pt x="37" y="62"/>
                    </a:cubicBezTo>
                    <a:cubicBezTo>
                      <a:pt x="38" y="61"/>
                      <a:pt x="40" y="61"/>
                      <a:pt x="40" y="61"/>
                    </a:cubicBezTo>
                    <a:cubicBezTo>
                      <a:pt x="40" y="61"/>
                      <a:pt x="41" y="60"/>
                      <a:pt x="41" y="60"/>
                    </a:cubicBezTo>
                    <a:cubicBezTo>
                      <a:pt x="42" y="60"/>
                      <a:pt x="42" y="61"/>
                      <a:pt x="42" y="61"/>
                    </a:cubicBezTo>
                    <a:cubicBezTo>
                      <a:pt x="43" y="61"/>
                      <a:pt x="43" y="61"/>
                      <a:pt x="43" y="61"/>
                    </a:cubicBezTo>
                    <a:cubicBezTo>
                      <a:pt x="44" y="61"/>
                      <a:pt x="44" y="61"/>
                      <a:pt x="45" y="62"/>
                    </a:cubicBezTo>
                    <a:cubicBezTo>
                      <a:pt x="45" y="62"/>
                      <a:pt x="46" y="62"/>
                      <a:pt x="46" y="63"/>
                    </a:cubicBezTo>
                    <a:cubicBezTo>
                      <a:pt x="47" y="63"/>
                      <a:pt x="47" y="63"/>
                      <a:pt x="47" y="63"/>
                    </a:cubicBezTo>
                    <a:cubicBezTo>
                      <a:pt x="48" y="63"/>
                      <a:pt x="50" y="62"/>
                      <a:pt x="50" y="61"/>
                    </a:cubicBezTo>
                    <a:cubicBezTo>
                      <a:pt x="51" y="60"/>
                      <a:pt x="51" y="60"/>
                      <a:pt x="51" y="58"/>
                    </a:cubicBezTo>
                    <a:cubicBezTo>
                      <a:pt x="51" y="56"/>
                      <a:pt x="51" y="55"/>
                      <a:pt x="51" y="53"/>
                    </a:cubicBezTo>
                    <a:cubicBezTo>
                      <a:pt x="52" y="51"/>
                      <a:pt x="53" y="48"/>
                      <a:pt x="54" y="48"/>
                    </a:cubicBezTo>
                    <a:cubicBezTo>
                      <a:pt x="54" y="48"/>
                      <a:pt x="55" y="46"/>
                      <a:pt x="55" y="45"/>
                    </a:cubicBezTo>
                    <a:cubicBezTo>
                      <a:pt x="56" y="43"/>
                      <a:pt x="57" y="41"/>
                      <a:pt x="58" y="40"/>
                    </a:cubicBezTo>
                    <a:cubicBezTo>
                      <a:pt x="58" y="39"/>
                      <a:pt x="59" y="38"/>
                      <a:pt x="59" y="38"/>
                    </a:cubicBezTo>
                    <a:cubicBezTo>
                      <a:pt x="60" y="37"/>
                      <a:pt x="61" y="36"/>
                      <a:pt x="61" y="35"/>
                    </a:cubicBezTo>
                    <a:cubicBezTo>
                      <a:pt x="62" y="34"/>
                      <a:pt x="62" y="33"/>
                      <a:pt x="62" y="33"/>
                    </a:cubicBezTo>
                    <a:cubicBezTo>
                      <a:pt x="62" y="33"/>
                      <a:pt x="62" y="32"/>
                      <a:pt x="62" y="32"/>
                    </a:cubicBezTo>
                    <a:cubicBezTo>
                      <a:pt x="62" y="32"/>
                      <a:pt x="61" y="31"/>
                      <a:pt x="61" y="31"/>
                    </a:cubicBezTo>
                    <a:cubicBezTo>
                      <a:pt x="61" y="31"/>
                      <a:pt x="59" y="31"/>
                      <a:pt x="59" y="32"/>
                    </a:cubicBezTo>
                    <a:cubicBezTo>
                      <a:pt x="58" y="32"/>
                      <a:pt x="58" y="32"/>
                      <a:pt x="58" y="32"/>
                    </a:cubicBezTo>
                    <a:cubicBezTo>
                      <a:pt x="58" y="32"/>
                      <a:pt x="56" y="33"/>
                      <a:pt x="57" y="33"/>
                    </a:cubicBezTo>
                    <a:cubicBezTo>
                      <a:pt x="59" y="32"/>
                      <a:pt x="58" y="32"/>
                      <a:pt x="56" y="33"/>
                    </a:cubicBezTo>
                    <a:cubicBezTo>
                      <a:pt x="56" y="33"/>
                      <a:pt x="55" y="34"/>
                      <a:pt x="54" y="34"/>
                    </a:cubicBezTo>
                    <a:cubicBezTo>
                      <a:pt x="53" y="34"/>
                      <a:pt x="52" y="36"/>
                      <a:pt x="51" y="37"/>
                    </a:cubicBezTo>
                    <a:cubicBezTo>
                      <a:pt x="50" y="38"/>
                      <a:pt x="49" y="39"/>
                      <a:pt x="48" y="40"/>
                    </a:cubicBezTo>
                    <a:cubicBezTo>
                      <a:pt x="48" y="41"/>
                      <a:pt x="47" y="41"/>
                      <a:pt x="47" y="41"/>
                    </a:cubicBezTo>
                    <a:cubicBezTo>
                      <a:pt x="47" y="41"/>
                      <a:pt x="47" y="42"/>
                      <a:pt x="47" y="42"/>
                    </a:cubicBezTo>
                    <a:cubicBezTo>
                      <a:pt x="47" y="43"/>
                      <a:pt x="47" y="44"/>
                      <a:pt x="47" y="45"/>
                    </a:cubicBezTo>
                    <a:cubicBezTo>
                      <a:pt x="47" y="45"/>
                      <a:pt x="46" y="45"/>
                      <a:pt x="46" y="46"/>
                    </a:cubicBezTo>
                    <a:cubicBezTo>
                      <a:pt x="46" y="48"/>
                      <a:pt x="45" y="48"/>
                      <a:pt x="45" y="49"/>
                    </a:cubicBezTo>
                    <a:cubicBezTo>
                      <a:pt x="44" y="49"/>
                      <a:pt x="43" y="49"/>
                      <a:pt x="43" y="49"/>
                    </a:cubicBezTo>
                    <a:cubicBezTo>
                      <a:pt x="42" y="49"/>
                      <a:pt x="41" y="48"/>
                      <a:pt x="41" y="47"/>
                    </a:cubicBezTo>
                    <a:cubicBezTo>
                      <a:pt x="41" y="47"/>
                      <a:pt x="41" y="46"/>
                      <a:pt x="41" y="45"/>
                    </a:cubicBezTo>
                    <a:cubicBezTo>
                      <a:pt x="41" y="45"/>
                      <a:pt x="41" y="44"/>
                      <a:pt x="41" y="44"/>
                    </a:cubicBezTo>
                    <a:cubicBezTo>
                      <a:pt x="40" y="43"/>
                      <a:pt x="40" y="42"/>
                      <a:pt x="39" y="42"/>
                    </a:cubicBezTo>
                    <a:cubicBezTo>
                      <a:pt x="38" y="43"/>
                      <a:pt x="37" y="44"/>
                      <a:pt x="36" y="44"/>
                    </a:cubicBezTo>
                    <a:cubicBezTo>
                      <a:pt x="36" y="44"/>
                      <a:pt x="36" y="44"/>
                      <a:pt x="36" y="45"/>
                    </a:cubicBezTo>
                    <a:cubicBezTo>
                      <a:pt x="35" y="45"/>
                      <a:pt x="35" y="45"/>
                      <a:pt x="34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3" y="47"/>
                      <a:pt x="32" y="49"/>
                      <a:pt x="31" y="49"/>
                    </a:cubicBezTo>
                    <a:cubicBezTo>
                      <a:pt x="31" y="50"/>
                      <a:pt x="31" y="50"/>
                      <a:pt x="31" y="50"/>
                    </a:cubicBezTo>
                    <a:cubicBezTo>
                      <a:pt x="30" y="51"/>
                      <a:pt x="30" y="51"/>
                      <a:pt x="30" y="51"/>
                    </a:cubicBezTo>
                    <a:cubicBezTo>
                      <a:pt x="30" y="52"/>
                      <a:pt x="30" y="52"/>
                      <a:pt x="29" y="52"/>
                    </a:cubicBezTo>
                    <a:cubicBezTo>
                      <a:pt x="29" y="53"/>
                      <a:pt x="28" y="54"/>
                      <a:pt x="28" y="54"/>
                    </a:cubicBezTo>
                    <a:cubicBezTo>
                      <a:pt x="28" y="55"/>
                      <a:pt x="28" y="56"/>
                      <a:pt x="28" y="56"/>
                    </a:cubicBezTo>
                    <a:cubicBezTo>
                      <a:pt x="27" y="57"/>
                      <a:pt x="27" y="58"/>
                      <a:pt x="27" y="58"/>
                    </a:cubicBezTo>
                    <a:cubicBezTo>
                      <a:pt x="26" y="59"/>
                      <a:pt x="26" y="59"/>
                      <a:pt x="26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4" y="60"/>
                      <a:pt x="24" y="60"/>
                      <a:pt x="24" y="60"/>
                    </a:cubicBezTo>
                    <a:cubicBezTo>
                      <a:pt x="24" y="60"/>
                      <a:pt x="24" y="59"/>
                      <a:pt x="24" y="59"/>
                    </a:cubicBezTo>
                    <a:cubicBezTo>
                      <a:pt x="24" y="57"/>
                      <a:pt x="23" y="56"/>
                      <a:pt x="23" y="55"/>
                    </a:cubicBezTo>
                    <a:cubicBezTo>
                      <a:pt x="23" y="55"/>
                      <a:pt x="24" y="53"/>
                      <a:pt x="24" y="53"/>
                    </a:cubicBezTo>
                    <a:cubicBezTo>
                      <a:pt x="23" y="52"/>
                      <a:pt x="23" y="52"/>
                      <a:pt x="23" y="52"/>
                    </a:cubicBezTo>
                    <a:cubicBezTo>
                      <a:pt x="23" y="52"/>
                      <a:pt x="23" y="52"/>
                      <a:pt x="23" y="52"/>
                    </a:cubicBezTo>
                    <a:cubicBezTo>
                      <a:pt x="23" y="52"/>
                      <a:pt x="23" y="52"/>
                      <a:pt x="22" y="52"/>
                    </a:cubicBezTo>
                    <a:cubicBezTo>
                      <a:pt x="22" y="52"/>
                      <a:pt x="22" y="52"/>
                      <a:pt x="22" y="52"/>
                    </a:cubicBezTo>
                    <a:cubicBezTo>
                      <a:pt x="22" y="52"/>
                      <a:pt x="21" y="52"/>
                      <a:pt x="21" y="52"/>
                    </a:cubicBezTo>
                    <a:cubicBezTo>
                      <a:pt x="21" y="53"/>
                      <a:pt x="20" y="53"/>
                      <a:pt x="20" y="53"/>
                    </a:cubicBezTo>
                    <a:cubicBezTo>
                      <a:pt x="19" y="54"/>
                      <a:pt x="17" y="56"/>
                      <a:pt x="17" y="56"/>
                    </a:cubicBezTo>
                    <a:cubicBezTo>
                      <a:pt x="15" y="58"/>
                      <a:pt x="13" y="62"/>
                      <a:pt x="12" y="64"/>
                    </a:cubicBezTo>
                    <a:cubicBezTo>
                      <a:pt x="12" y="66"/>
                      <a:pt x="11" y="67"/>
                      <a:pt x="10" y="69"/>
                    </a:cubicBezTo>
                    <a:cubicBezTo>
                      <a:pt x="10" y="70"/>
                      <a:pt x="10" y="71"/>
                      <a:pt x="9" y="71"/>
                    </a:cubicBezTo>
                    <a:cubicBezTo>
                      <a:pt x="8" y="72"/>
                      <a:pt x="7" y="71"/>
                      <a:pt x="6" y="71"/>
                    </a:cubicBezTo>
                    <a:cubicBezTo>
                      <a:pt x="5" y="71"/>
                      <a:pt x="4" y="71"/>
                      <a:pt x="4" y="71"/>
                    </a:cubicBezTo>
                    <a:cubicBezTo>
                      <a:pt x="3" y="71"/>
                      <a:pt x="3" y="71"/>
                      <a:pt x="3" y="71"/>
                    </a:cubicBezTo>
                    <a:cubicBezTo>
                      <a:pt x="3" y="70"/>
                      <a:pt x="2" y="70"/>
                      <a:pt x="2" y="70"/>
                    </a:cubicBezTo>
                    <a:cubicBezTo>
                      <a:pt x="2" y="70"/>
                      <a:pt x="1" y="70"/>
                      <a:pt x="1" y="69"/>
                    </a:cubicBezTo>
                    <a:cubicBezTo>
                      <a:pt x="1" y="69"/>
                      <a:pt x="0" y="69"/>
                      <a:pt x="0" y="69"/>
                    </a:cubicBezTo>
                    <a:cubicBezTo>
                      <a:pt x="0" y="69"/>
                      <a:pt x="0" y="69"/>
                      <a:pt x="0" y="68"/>
                    </a:cubicBezTo>
                    <a:cubicBezTo>
                      <a:pt x="0" y="68"/>
                      <a:pt x="0" y="66"/>
                      <a:pt x="0" y="65"/>
                    </a:cubicBezTo>
                    <a:cubicBezTo>
                      <a:pt x="0" y="65"/>
                      <a:pt x="1" y="62"/>
                      <a:pt x="1" y="60"/>
                    </a:cubicBezTo>
                    <a:cubicBezTo>
                      <a:pt x="1" y="60"/>
                      <a:pt x="1" y="59"/>
                      <a:pt x="1" y="58"/>
                    </a:cubicBezTo>
                    <a:cubicBezTo>
                      <a:pt x="1" y="57"/>
                      <a:pt x="0" y="57"/>
                      <a:pt x="2" y="57"/>
                    </a:cubicBezTo>
                    <a:cubicBezTo>
                      <a:pt x="3" y="57"/>
                      <a:pt x="3" y="58"/>
                      <a:pt x="4" y="58"/>
                    </a:cubicBezTo>
                    <a:cubicBezTo>
                      <a:pt x="4" y="58"/>
                      <a:pt x="5" y="59"/>
                      <a:pt x="5" y="59"/>
                    </a:cubicBezTo>
                    <a:cubicBezTo>
                      <a:pt x="6" y="59"/>
                      <a:pt x="6" y="59"/>
                      <a:pt x="6" y="59"/>
                    </a:cubicBezTo>
                    <a:cubicBezTo>
                      <a:pt x="7" y="59"/>
                      <a:pt x="7" y="59"/>
                      <a:pt x="7" y="59"/>
                    </a:cubicBezTo>
                    <a:cubicBezTo>
                      <a:pt x="8" y="59"/>
                      <a:pt x="10" y="57"/>
                      <a:pt x="10" y="56"/>
                    </a:cubicBezTo>
                    <a:cubicBezTo>
                      <a:pt x="10" y="56"/>
                      <a:pt x="12" y="55"/>
                      <a:pt x="13" y="55"/>
                    </a:cubicBezTo>
                    <a:cubicBezTo>
                      <a:pt x="15" y="53"/>
                      <a:pt x="17" y="50"/>
                      <a:pt x="17" y="50"/>
                    </a:cubicBezTo>
                    <a:cubicBezTo>
                      <a:pt x="18" y="49"/>
                      <a:pt x="19" y="48"/>
                      <a:pt x="20" y="48"/>
                    </a:cubicBezTo>
                    <a:cubicBezTo>
                      <a:pt x="20" y="47"/>
                      <a:pt x="21" y="47"/>
                      <a:pt x="21" y="47"/>
                    </a:cubicBezTo>
                    <a:cubicBezTo>
                      <a:pt x="21" y="47"/>
                      <a:pt x="24" y="44"/>
                      <a:pt x="25" y="43"/>
                    </a:cubicBezTo>
                    <a:cubicBezTo>
                      <a:pt x="26" y="42"/>
                      <a:pt x="27" y="42"/>
                      <a:pt x="27" y="41"/>
                    </a:cubicBezTo>
                    <a:cubicBezTo>
                      <a:pt x="27" y="41"/>
                      <a:pt x="27" y="41"/>
                      <a:pt x="28" y="40"/>
                    </a:cubicBezTo>
                    <a:cubicBezTo>
                      <a:pt x="28" y="39"/>
                      <a:pt x="28" y="38"/>
                      <a:pt x="28" y="37"/>
                    </a:cubicBezTo>
                    <a:cubicBezTo>
                      <a:pt x="28" y="36"/>
                      <a:pt x="28" y="35"/>
                      <a:pt x="27" y="33"/>
                    </a:cubicBezTo>
                    <a:cubicBezTo>
                      <a:pt x="27" y="33"/>
                      <a:pt x="28" y="31"/>
                      <a:pt x="27" y="31"/>
                    </a:cubicBezTo>
                    <a:cubicBezTo>
                      <a:pt x="27" y="30"/>
                      <a:pt x="27" y="30"/>
                      <a:pt x="27" y="30"/>
                    </a:cubicBezTo>
                    <a:cubicBezTo>
                      <a:pt x="27" y="29"/>
                      <a:pt x="27" y="29"/>
                      <a:pt x="28" y="29"/>
                    </a:cubicBezTo>
                    <a:cubicBezTo>
                      <a:pt x="28" y="29"/>
                      <a:pt x="28" y="28"/>
                      <a:pt x="28" y="28"/>
                    </a:cubicBezTo>
                    <a:cubicBezTo>
                      <a:pt x="28" y="28"/>
                      <a:pt x="28" y="28"/>
                      <a:pt x="28" y="27"/>
                    </a:cubicBezTo>
                    <a:cubicBezTo>
                      <a:pt x="28" y="27"/>
                      <a:pt x="29" y="27"/>
                      <a:pt x="29" y="26"/>
                    </a:cubicBezTo>
                    <a:cubicBezTo>
                      <a:pt x="31" y="25"/>
                      <a:pt x="32" y="24"/>
                      <a:pt x="33" y="23"/>
                    </a:cubicBezTo>
                    <a:cubicBezTo>
                      <a:pt x="33" y="22"/>
                      <a:pt x="34" y="22"/>
                      <a:pt x="34" y="21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3" y="21"/>
                      <a:pt x="32" y="20"/>
                      <a:pt x="32" y="20"/>
                    </a:cubicBezTo>
                    <a:cubicBezTo>
                      <a:pt x="31" y="20"/>
                      <a:pt x="30" y="20"/>
                      <a:pt x="30" y="19"/>
                    </a:cubicBezTo>
                    <a:cubicBezTo>
                      <a:pt x="29" y="19"/>
                      <a:pt x="26" y="17"/>
                      <a:pt x="26" y="16"/>
                    </a:cubicBezTo>
                    <a:cubicBezTo>
                      <a:pt x="25" y="15"/>
                      <a:pt x="24" y="14"/>
                      <a:pt x="26" y="14"/>
                    </a:cubicBezTo>
                    <a:cubicBezTo>
                      <a:pt x="27" y="14"/>
                      <a:pt x="31" y="14"/>
                      <a:pt x="33" y="15"/>
                    </a:cubicBezTo>
                    <a:cubicBezTo>
                      <a:pt x="35" y="14"/>
                      <a:pt x="35" y="15"/>
                      <a:pt x="37" y="14"/>
                    </a:cubicBezTo>
                    <a:cubicBezTo>
                      <a:pt x="37" y="14"/>
                      <a:pt x="40" y="13"/>
                      <a:pt x="41" y="13"/>
                    </a:cubicBezTo>
                    <a:cubicBezTo>
                      <a:pt x="43" y="12"/>
                      <a:pt x="45" y="11"/>
                      <a:pt x="47" y="10"/>
                    </a:cubicBezTo>
                    <a:cubicBezTo>
                      <a:pt x="48" y="10"/>
                      <a:pt x="50" y="9"/>
                      <a:pt x="51" y="8"/>
                    </a:cubicBezTo>
                    <a:cubicBezTo>
                      <a:pt x="51" y="8"/>
                      <a:pt x="52" y="8"/>
                      <a:pt x="52" y="7"/>
                    </a:cubicBezTo>
                    <a:cubicBezTo>
                      <a:pt x="53" y="7"/>
                      <a:pt x="54" y="7"/>
                      <a:pt x="54" y="6"/>
                    </a:cubicBezTo>
                    <a:cubicBezTo>
                      <a:pt x="56" y="5"/>
                      <a:pt x="57" y="5"/>
                      <a:pt x="59" y="4"/>
                    </a:cubicBezTo>
                    <a:cubicBezTo>
                      <a:pt x="59" y="3"/>
                      <a:pt x="60" y="3"/>
                      <a:pt x="61" y="2"/>
                    </a:cubicBezTo>
                    <a:cubicBezTo>
                      <a:pt x="61" y="2"/>
                      <a:pt x="63" y="1"/>
                      <a:pt x="63" y="1"/>
                    </a:cubicBezTo>
                    <a:cubicBezTo>
                      <a:pt x="64" y="0"/>
                      <a:pt x="64" y="1"/>
                      <a:pt x="65" y="1"/>
                    </a:cubicBezTo>
                    <a:cubicBezTo>
                      <a:pt x="65" y="1"/>
                      <a:pt x="66" y="1"/>
                      <a:pt x="66" y="2"/>
                    </a:cubicBezTo>
                    <a:cubicBezTo>
                      <a:pt x="66" y="2"/>
                      <a:pt x="67" y="3"/>
                      <a:pt x="68" y="3"/>
                    </a:cubicBezTo>
                    <a:cubicBezTo>
                      <a:pt x="68" y="4"/>
                      <a:pt x="68" y="5"/>
                      <a:pt x="68" y="6"/>
                    </a:cubicBezTo>
                    <a:cubicBezTo>
                      <a:pt x="68" y="6"/>
                      <a:pt x="68" y="8"/>
                      <a:pt x="67" y="9"/>
                    </a:cubicBezTo>
                    <a:cubicBezTo>
                      <a:pt x="66" y="9"/>
                      <a:pt x="65" y="10"/>
                      <a:pt x="63" y="10"/>
                    </a:cubicBezTo>
                    <a:cubicBezTo>
                      <a:pt x="62" y="11"/>
                      <a:pt x="61" y="12"/>
                      <a:pt x="60" y="12"/>
                    </a:cubicBezTo>
                    <a:cubicBezTo>
                      <a:pt x="56" y="14"/>
                      <a:pt x="53" y="16"/>
                      <a:pt x="51" y="18"/>
                    </a:cubicBezTo>
                    <a:cubicBezTo>
                      <a:pt x="50" y="18"/>
                      <a:pt x="50" y="18"/>
                      <a:pt x="50" y="19"/>
                    </a:cubicBezTo>
                    <a:cubicBezTo>
                      <a:pt x="50" y="19"/>
                      <a:pt x="50" y="20"/>
                      <a:pt x="50" y="20"/>
                    </a:cubicBezTo>
                    <a:cubicBezTo>
                      <a:pt x="51" y="21"/>
                      <a:pt x="52" y="21"/>
                      <a:pt x="52" y="22"/>
                    </a:cubicBezTo>
                    <a:cubicBezTo>
                      <a:pt x="53" y="24"/>
                      <a:pt x="52" y="26"/>
                      <a:pt x="52" y="27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5" y="29"/>
                      <a:pt x="55" y="29"/>
                      <a:pt x="56" y="28"/>
                    </a:cubicBezTo>
                    <a:cubicBezTo>
                      <a:pt x="58" y="27"/>
                      <a:pt x="60" y="27"/>
                      <a:pt x="62" y="26"/>
                    </a:cubicBezTo>
                    <a:cubicBezTo>
                      <a:pt x="63" y="25"/>
                      <a:pt x="66" y="23"/>
                      <a:pt x="66" y="23"/>
                    </a:cubicBezTo>
                    <a:cubicBezTo>
                      <a:pt x="66" y="23"/>
                      <a:pt x="67" y="22"/>
                      <a:pt x="68" y="22"/>
                    </a:cubicBezTo>
                    <a:cubicBezTo>
                      <a:pt x="68" y="22"/>
                      <a:pt x="69" y="22"/>
                      <a:pt x="69" y="22"/>
                    </a:cubicBezTo>
                    <a:cubicBezTo>
                      <a:pt x="70" y="22"/>
                      <a:pt x="71" y="23"/>
                      <a:pt x="72" y="23"/>
                    </a:cubicBezTo>
                    <a:cubicBezTo>
                      <a:pt x="73" y="24"/>
                      <a:pt x="74" y="24"/>
                      <a:pt x="74" y="25"/>
                    </a:cubicBezTo>
                    <a:cubicBezTo>
                      <a:pt x="75" y="26"/>
                      <a:pt x="75" y="26"/>
                      <a:pt x="75" y="26"/>
                    </a:cubicBezTo>
                    <a:cubicBezTo>
                      <a:pt x="75" y="27"/>
                      <a:pt x="75" y="29"/>
                      <a:pt x="74" y="30"/>
                    </a:cubicBezTo>
                    <a:cubicBezTo>
                      <a:pt x="74" y="30"/>
                      <a:pt x="74" y="31"/>
                      <a:pt x="74" y="31"/>
                    </a:cubicBezTo>
                    <a:cubicBezTo>
                      <a:pt x="72" y="33"/>
                      <a:pt x="72" y="34"/>
                      <a:pt x="71" y="35"/>
                    </a:cubicBezTo>
                    <a:cubicBezTo>
                      <a:pt x="71" y="36"/>
                      <a:pt x="71" y="36"/>
                      <a:pt x="70" y="37"/>
                    </a:cubicBezTo>
                    <a:cubicBezTo>
                      <a:pt x="70" y="38"/>
                      <a:pt x="69" y="39"/>
                      <a:pt x="69" y="40"/>
                    </a:cubicBezTo>
                    <a:cubicBezTo>
                      <a:pt x="68" y="42"/>
                      <a:pt x="67" y="43"/>
                      <a:pt x="66" y="45"/>
                    </a:cubicBezTo>
                    <a:cubicBezTo>
                      <a:pt x="65" y="45"/>
                      <a:pt x="65" y="46"/>
                      <a:pt x="65" y="47"/>
                    </a:cubicBezTo>
                    <a:cubicBezTo>
                      <a:pt x="63" y="50"/>
                      <a:pt x="63" y="52"/>
                      <a:pt x="62" y="55"/>
                    </a:cubicBezTo>
                    <a:cubicBezTo>
                      <a:pt x="61" y="56"/>
                      <a:pt x="61" y="56"/>
                      <a:pt x="61" y="57"/>
                    </a:cubicBezTo>
                    <a:cubicBezTo>
                      <a:pt x="60" y="59"/>
                      <a:pt x="59" y="61"/>
                      <a:pt x="59" y="64"/>
                    </a:cubicBezTo>
                    <a:cubicBezTo>
                      <a:pt x="58" y="65"/>
                      <a:pt x="58" y="66"/>
                      <a:pt x="57" y="68"/>
                    </a:cubicBezTo>
                    <a:cubicBezTo>
                      <a:pt x="57" y="68"/>
                      <a:pt x="57" y="69"/>
                      <a:pt x="56" y="70"/>
                    </a:cubicBezTo>
                    <a:cubicBezTo>
                      <a:pt x="56" y="70"/>
                      <a:pt x="55" y="70"/>
                      <a:pt x="55" y="70"/>
                    </a:cubicBezTo>
                    <a:cubicBezTo>
                      <a:pt x="54" y="71"/>
                      <a:pt x="53" y="71"/>
                      <a:pt x="53" y="71"/>
                    </a:cubicBezTo>
                    <a:cubicBezTo>
                      <a:pt x="52" y="72"/>
                      <a:pt x="51" y="71"/>
                      <a:pt x="50" y="71"/>
                    </a:cubicBezTo>
                    <a:cubicBezTo>
                      <a:pt x="49" y="71"/>
                      <a:pt x="48" y="72"/>
                      <a:pt x="48" y="71"/>
                    </a:cubicBezTo>
                    <a:cubicBezTo>
                      <a:pt x="47" y="70"/>
                      <a:pt x="46" y="68"/>
                      <a:pt x="46" y="67"/>
                    </a:cubicBezTo>
                    <a:cubicBezTo>
                      <a:pt x="45" y="67"/>
                      <a:pt x="45" y="66"/>
                      <a:pt x="45" y="66"/>
                    </a:cubicBezTo>
                    <a:cubicBezTo>
                      <a:pt x="44" y="65"/>
                      <a:pt x="43" y="65"/>
                      <a:pt x="43" y="65"/>
                    </a:cubicBezTo>
                    <a:cubicBezTo>
                      <a:pt x="42" y="65"/>
                      <a:pt x="40" y="66"/>
                      <a:pt x="40" y="68"/>
                    </a:cubicBezTo>
                    <a:cubicBezTo>
                      <a:pt x="40" y="68"/>
                      <a:pt x="40" y="70"/>
                      <a:pt x="40" y="70"/>
                    </a:cubicBezTo>
                    <a:close/>
                    <a:moveTo>
                      <a:pt x="31" y="28"/>
                    </a:move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31"/>
                      <a:pt x="30" y="31"/>
                      <a:pt x="30" y="31"/>
                    </a:cubicBezTo>
                    <a:cubicBezTo>
                      <a:pt x="30" y="31"/>
                      <a:pt x="31" y="34"/>
                      <a:pt x="32" y="35"/>
                    </a:cubicBezTo>
                    <a:cubicBezTo>
                      <a:pt x="33" y="36"/>
                      <a:pt x="34" y="37"/>
                      <a:pt x="34" y="37"/>
                    </a:cubicBezTo>
                    <a:cubicBezTo>
                      <a:pt x="34" y="37"/>
                      <a:pt x="36" y="37"/>
                      <a:pt x="36" y="37"/>
                    </a:cubicBezTo>
                    <a:cubicBezTo>
                      <a:pt x="36" y="37"/>
                      <a:pt x="39" y="36"/>
                      <a:pt x="41" y="35"/>
                    </a:cubicBezTo>
                    <a:cubicBezTo>
                      <a:pt x="44" y="34"/>
                      <a:pt x="45" y="32"/>
                      <a:pt x="45" y="32"/>
                    </a:cubicBezTo>
                    <a:cubicBezTo>
                      <a:pt x="46" y="31"/>
                      <a:pt x="46" y="31"/>
                      <a:pt x="46" y="31"/>
                    </a:cubicBezTo>
                    <a:cubicBezTo>
                      <a:pt x="46" y="31"/>
                      <a:pt x="47" y="29"/>
                      <a:pt x="47" y="27"/>
                    </a:cubicBezTo>
                    <a:cubicBezTo>
                      <a:pt x="47" y="24"/>
                      <a:pt x="46" y="24"/>
                      <a:pt x="46" y="24"/>
                    </a:cubicBezTo>
                    <a:cubicBezTo>
                      <a:pt x="46" y="24"/>
                      <a:pt x="45" y="22"/>
                      <a:pt x="44" y="22"/>
                    </a:cubicBezTo>
                    <a:cubicBezTo>
                      <a:pt x="44" y="22"/>
                      <a:pt x="42" y="22"/>
                      <a:pt x="42" y="22"/>
                    </a:cubicBezTo>
                    <a:cubicBezTo>
                      <a:pt x="41" y="22"/>
                      <a:pt x="40" y="22"/>
                      <a:pt x="38" y="24"/>
                    </a:cubicBezTo>
                    <a:cubicBezTo>
                      <a:pt x="36" y="24"/>
                      <a:pt x="35" y="25"/>
                      <a:pt x="34" y="26"/>
                    </a:cubicBezTo>
                    <a:cubicBezTo>
                      <a:pt x="33" y="27"/>
                      <a:pt x="32" y="27"/>
                      <a:pt x="31" y="2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</p:grpSp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45434" y="3565096"/>
              <a:ext cx="1597290" cy="1591194"/>
            </a:xfrm>
            <a:prstGeom prst="rect">
              <a:avLst/>
            </a:prstGeom>
          </p:spPr>
        </p:pic>
      </p:grpSp>
      <p:sp>
        <p:nvSpPr>
          <p:cNvPr id="2" name="object 6">
            <a:extLst>
              <a:ext uri="{FF2B5EF4-FFF2-40B4-BE49-F238E27FC236}">
                <a16:creationId xmlns:a16="http://schemas.microsoft.com/office/drawing/2014/main" id="{A80CA2D9-4AD1-7C20-A8C7-D2F9C37A2890}"/>
              </a:ext>
            </a:extLst>
          </p:cNvPr>
          <p:cNvSpPr/>
          <p:nvPr/>
        </p:nvSpPr>
        <p:spPr>
          <a:xfrm>
            <a:off x="6940295" y="251459"/>
            <a:ext cx="3188207" cy="47853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65101-3487-FCDC-33B3-6A8CCF827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8CA73A6-1701-6CAD-1A09-C3F0E3B8EFEC}"/>
              </a:ext>
            </a:extLst>
          </p:cNvPr>
          <p:cNvSpPr/>
          <p:nvPr/>
        </p:nvSpPr>
        <p:spPr>
          <a:xfrm>
            <a:off x="443483" y="821436"/>
            <a:ext cx="11306175" cy="0"/>
          </a:xfrm>
          <a:custGeom>
            <a:avLst/>
            <a:gdLst/>
            <a:ahLst/>
            <a:cxnLst/>
            <a:rect l="l" t="t" r="r" b="b"/>
            <a:pathLst>
              <a:path w="11306175">
                <a:moveTo>
                  <a:pt x="0" y="0"/>
                </a:moveTo>
                <a:lnTo>
                  <a:pt x="11306175" y="0"/>
                </a:lnTo>
              </a:path>
            </a:pathLst>
          </a:custGeom>
          <a:ln w="6350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0C0F77B-1C12-1E6A-FF34-3E1745FE103E}"/>
              </a:ext>
            </a:extLst>
          </p:cNvPr>
          <p:cNvSpPr/>
          <p:nvPr/>
        </p:nvSpPr>
        <p:spPr>
          <a:xfrm>
            <a:off x="12146280" y="336804"/>
            <a:ext cx="45720" cy="265430"/>
          </a:xfrm>
          <a:custGeom>
            <a:avLst/>
            <a:gdLst/>
            <a:ahLst/>
            <a:cxnLst/>
            <a:rect l="l" t="t" r="r" b="b"/>
            <a:pathLst>
              <a:path w="45720" h="265430">
                <a:moveTo>
                  <a:pt x="45720" y="0"/>
                </a:moveTo>
                <a:lnTo>
                  <a:pt x="0" y="0"/>
                </a:lnTo>
                <a:lnTo>
                  <a:pt x="0" y="265175"/>
                </a:lnTo>
                <a:lnTo>
                  <a:pt x="45720" y="265175"/>
                </a:lnTo>
                <a:lnTo>
                  <a:pt x="45720" y="0"/>
                </a:lnTo>
                <a:close/>
              </a:path>
            </a:pathLst>
          </a:custGeom>
          <a:solidFill>
            <a:srgbClr val="F1A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D1EEC09-C2EC-F726-21EB-05ED22E839CE}"/>
              </a:ext>
            </a:extLst>
          </p:cNvPr>
          <p:cNvSpPr/>
          <p:nvPr/>
        </p:nvSpPr>
        <p:spPr>
          <a:xfrm>
            <a:off x="443483" y="6421916"/>
            <a:ext cx="11306175" cy="0"/>
          </a:xfrm>
          <a:custGeom>
            <a:avLst/>
            <a:gdLst/>
            <a:ahLst/>
            <a:cxnLst/>
            <a:rect l="l" t="t" r="r" b="b"/>
            <a:pathLst>
              <a:path w="11306175">
                <a:moveTo>
                  <a:pt x="0" y="0"/>
                </a:moveTo>
                <a:lnTo>
                  <a:pt x="11306175" y="0"/>
                </a:lnTo>
              </a:path>
            </a:pathLst>
          </a:custGeom>
          <a:ln w="6350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F9CCA6C-39D5-440A-4EAB-D6EEB44F5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1338" y="88490"/>
            <a:ext cx="4730262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2400" spc="40" dirty="0">
                <a:solidFill>
                  <a:srgbClr val="404040"/>
                </a:solidFill>
              </a:rPr>
              <a:t>1.</a:t>
            </a:r>
            <a:r>
              <a:rPr lang="zh-CN" altLang="en-US" sz="2400" spc="40" dirty="0">
                <a:solidFill>
                  <a:srgbClr val="404040"/>
                </a:solidFill>
              </a:rPr>
              <a:t> </a:t>
            </a:r>
            <a:r>
              <a:rPr lang="en-GB" altLang="zh-CN" sz="2400" spc="70" dirty="0">
                <a:solidFill>
                  <a:srgbClr val="404040"/>
                </a:solidFill>
              </a:rPr>
              <a:t>Research Background &amp; O</a:t>
            </a:r>
            <a:r>
              <a:rPr lang="en-US" altLang="zh-CN" sz="2400" spc="70" dirty="0" err="1">
                <a:solidFill>
                  <a:srgbClr val="404040"/>
                </a:solidFill>
              </a:rPr>
              <a:t>bjectives</a:t>
            </a:r>
            <a:endParaRPr sz="2400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73F6603-686E-37CF-1925-979F13DC86D7}"/>
              </a:ext>
            </a:extLst>
          </p:cNvPr>
          <p:cNvSpPr/>
          <p:nvPr/>
        </p:nvSpPr>
        <p:spPr>
          <a:xfrm>
            <a:off x="6940295" y="251459"/>
            <a:ext cx="3188207" cy="4785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515F47F6-F925-89B3-DE96-00DDF85BA4F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5" dirty="0"/>
              <a:t>竢 实 扬</a:t>
            </a:r>
            <a:r>
              <a:rPr spc="160" dirty="0"/>
              <a:t> </a:t>
            </a:r>
            <a:r>
              <a:rPr spc="5" dirty="0"/>
              <a:t>华</a:t>
            </a: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87D482F9-FA5F-317F-BB81-670A69774FA0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5" dirty="0"/>
              <a:t>自 强 不</a:t>
            </a:r>
            <a:r>
              <a:rPr spc="170" dirty="0"/>
              <a:t> </a:t>
            </a:r>
            <a:r>
              <a:rPr spc="5" dirty="0"/>
              <a:t>息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676237B-8F07-D7C0-FA0C-CFB3EC8569A3}"/>
              </a:ext>
            </a:extLst>
          </p:cNvPr>
          <p:cNvSpPr/>
          <p:nvPr/>
        </p:nvSpPr>
        <p:spPr>
          <a:xfrm>
            <a:off x="3307456" y="2922462"/>
            <a:ext cx="463825" cy="467139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1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F3D9CE6-7D70-57C8-3C59-EFBB89E1EACC}"/>
              </a:ext>
            </a:extLst>
          </p:cNvPr>
          <p:cNvSpPr/>
          <p:nvPr/>
        </p:nvSpPr>
        <p:spPr>
          <a:xfrm>
            <a:off x="4041763" y="2922462"/>
            <a:ext cx="463825" cy="467139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39BD11D-F0C5-05CD-8239-433E90F50CD3}"/>
              </a:ext>
            </a:extLst>
          </p:cNvPr>
          <p:cNvSpPr/>
          <p:nvPr/>
        </p:nvSpPr>
        <p:spPr>
          <a:xfrm>
            <a:off x="4749539" y="2927610"/>
            <a:ext cx="463825" cy="467139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3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BFD8FCC-8ABA-E444-4EC1-07A4105DE5FA}"/>
              </a:ext>
            </a:extLst>
          </p:cNvPr>
          <p:cNvSpPr/>
          <p:nvPr/>
        </p:nvSpPr>
        <p:spPr>
          <a:xfrm>
            <a:off x="5806359" y="2922463"/>
            <a:ext cx="463825" cy="467139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4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7F1F713-E355-7650-9D04-FE4B43BBD259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>
            <a:off x="3771281" y="3156032"/>
            <a:ext cx="2704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B085FFF-E731-63AE-DE1D-0EDB6A4790BD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4505588" y="3156032"/>
            <a:ext cx="243951" cy="5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94409868-9BD8-5415-B98D-F3EFBC2C2594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 flipV="1">
            <a:off x="5213364" y="3156033"/>
            <a:ext cx="592995" cy="51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441EF51-7EA3-6BF2-3817-BA4415BE3E7D}"/>
              </a:ext>
            </a:extLst>
          </p:cNvPr>
          <p:cNvSpPr/>
          <p:nvPr/>
        </p:nvSpPr>
        <p:spPr>
          <a:xfrm>
            <a:off x="6524689" y="2922463"/>
            <a:ext cx="463825" cy="467139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5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D35388CB-9918-6D46-1738-655743755427}"/>
              </a:ext>
            </a:extLst>
          </p:cNvPr>
          <p:cNvCxnSpPr>
            <a:cxnSpLocks/>
            <a:stCxn id="13" idx="3"/>
            <a:endCxn id="17" idx="1"/>
          </p:cNvCxnSpPr>
          <p:nvPr/>
        </p:nvCxnSpPr>
        <p:spPr>
          <a:xfrm>
            <a:off x="6270184" y="3156033"/>
            <a:ext cx="2545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F22172F5-E627-5D02-9D31-4C09C4838D8F}"/>
              </a:ext>
            </a:extLst>
          </p:cNvPr>
          <p:cNvSpPr/>
          <p:nvPr/>
        </p:nvSpPr>
        <p:spPr>
          <a:xfrm>
            <a:off x="7542747" y="2812966"/>
            <a:ext cx="2217591" cy="686129"/>
          </a:xfrm>
          <a:prstGeom prst="rect">
            <a:avLst/>
          </a:prstGeom>
          <a:solidFill>
            <a:srgbClr val="FF0000">
              <a:alpha val="36863"/>
            </a:srgb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C9800D8-B61F-65C5-A10B-F917D0A84F69}"/>
              </a:ext>
            </a:extLst>
          </p:cNvPr>
          <p:cNvSpPr/>
          <p:nvPr/>
        </p:nvSpPr>
        <p:spPr>
          <a:xfrm>
            <a:off x="5686259" y="2818114"/>
            <a:ext cx="1422354" cy="686129"/>
          </a:xfrm>
          <a:prstGeom prst="rect">
            <a:avLst/>
          </a:prstGeom>
          <a:solidFill>
            <a:srgbClr val="FFC000">
              <a:alpha val="36863"/>
            </a:srgb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8F60E9E3-E5F9-D870-660E-F547C07B3B39}"/>
              </a:ext>
            </a:extLst>
          </p:cNvPr>
          <p:cNvSpPr/>
          <p:nvPr/>
        </p:nvSpPr>
        <p:spPr>
          <a:xfrm>
            <a:off x="7676241" y="2918644"/>
            <a:ext cx="463825" cy="467139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6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95F00C1B-909A-F4F3-9F1A-BB24A7E4422E}"/>
              </a:ext>
            </a:extLst>
          </p:cNvPr>
          <p:cNvSpPr/>
          <p:nvPr/>
        </p:nvSpPr>
        <p:spPr>
          <a:xfrm>
            <a:off x="8410548" y="2913496"/>
            <a:ext cx="463825" cy="467139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7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F5E3F250-B753-827B-DFEA-58CBBC8EE16C}"/>
              </a:ext>
            </a:extLst>
          </p:cNvPr>
          <p:cNvCxnSpPr>
            <a:cxnSpLocks/>
            <a:endCxn id="49" idx="1"/>
          </p:cNvCxnSpPr>
          <p:nvPr/>
        </p:nvCxnSpPr>
        <p:spPr>
          <a:xfrm flipV="1">
            <a:off x="6988514" y="3152214"/>
            <a:ext cx="687727" cy="38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73BB7AD0-054D-5990-20CD-773BBC4E8EDD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 flipV="1">
            <a:off x="8140066" y="3147066"/>
            <a:ext cx="270482" cy="5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34A0D5E4-2AE6-13A6-394D-DAA42B1FD8C4}"/>
              </a:ext>
            </a:extLst>
          </p:cNvPr>
          <p:cNvSpPr/>
          <p:nvPr/>
        </p:nvSpPr>
        <p:spPr>
          <a:xfrm>
            <a:off x="9128878" y="2913496"/>
            <a:ext cx="463825" cy="467139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8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EF261526-BD64-9EF5-261E-CE6BABEDCC96}"/>
              </a:ext>
            </a:extLst>
          </p:cNvPr>
          <p:cNvCxnSpPr>
            <a:cxnSpLocks/>
            <a:stCxn id="50" idx="3"/>
            <a:endCxn id="53" idx="1"/>
          </p:cNvCxnSpPr>
          <p:nvPr/>
        </p:nvCxnSpPr>
        <p:spPr>
          <a:xfrm>
            <a:off x="8874373" y="3147066"/>
            <a:ext cx="2545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图片 54">
            <a:extLst>
              <a:ext uri="{FF2B5EF4-FFF2-40B4-BE49-F238E27FC236}">
                <a16:creationId xmlns:a16="http://schemas.microsoft.com/office/drawing/2014/main" id="{CAE1B134-7171-51C9-7F7D-FC7124ED5D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1714" y="2796514"/>
            <a:ext cx="2139881" cy="701101"/>
          </a:xfrm>
          <a:prstGeom prst="rect">
            <a:avLst/>
          </a:prstGeom>
        </p:spPr>
      </p:pic>
      <p:sp>
        <p:nvSpPr>
          <p:cNvPr id="56" name="文本框 55">
            <a:extLst>
              <a:ext uri="{FF2B5EF4-FFF2-40B4-BE49-F238E27FC236}">
                <a16:creationId xmlns:a16="http://schemas.microsoft.com/office/drawing/2014/main" id="{2C659DCB-7B17-AAE2-7175-2228E7B55D13}"/>
              </a:ext>
            </a:extLst>
          </p:cNvPr>
          <p:cNvSpPr txBox="1"/>
          <p:nvPr/>
        </p:nvSpPr>
        <p:spPr>
          <a:xfrm>
            <a:off x="1690549" y="1074419"/>
            <a:ext cx="8347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/>
              <a:t>Pipeline and Distributed inference in multiple Devices </a:t>
            </a:r>
            <a:endParaRPr lang="zh-CN" altLang="en-US" sz="2800" b="1" dirty="0"/>
          </a:p>
        </p:txBody>
      </p:sp>
      <p:sp>
        <p:nvSpPr>
          <p:cNvPr id="58" name="箭头: 右 57">
            <a:extLst>
              <a:ext uri="{FF2B5EF4-FFF2-40B4-BE49-F238E27FC236}">
                <a16:creationId xmlns:a16="http://schemas.microsoft.com/office/drawing/2014/main" id="{A934F507-3397-35E2-C2B4-3EDFADAE59CD}"/>
              </a:ext>
            </a:extLst>
          </p:cNvPr>
          <p:cNvSpPr/>
          <p:nvPr/>
        </p:nvSpPr>
        <p:spPr>
          <a:xfrm>
            <a:off x="2820423" y="3036527"/>
            <a:ext cx="376393" cy="2492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0" name="Picture 2">
            <a:extLst>
              <a:ext uri="{FF2B5EF4-FFF2-40B4-BE49-F238E27FC236}">
                <a16:creationId xmlns:a16="http://schemas.microsoft.com/office/drawing/2014/main" id="{ECC030C0-513D-817A-E6F1-6F00DCBD9D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201" r="52582" b="-1"/>
          <a:stretch/>
        </p:blipFill>
        <p:spPr bwMode="auto">
          <a:xfrm rot="5400000">
            <a:off x="4947525" y="3332696"/>
            <a:ext cx="2472120" cy="3595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矩形 60">
            <a:extLst>
              <a:ext uri="{FF2B5EF4-FFF2-40B4-BE49-F238E27FC236}">
                <a16:creationId xmlns:a16="http://schemas.microsoft.com/office/drawing/2014/main" id="{4A6A8F68-5605-D08F-304C-9C3FA789B7B0}"/>
              </a:ext>
            </a:extLst>
          </p:cNvPr>
          <p:cNvSpPr>
            <a:spLocks/>
          </p:cNvSpPr>
          <p:nvPr/>
        </p:nvSpPr>
        <p:spPr>
          <a:xfrm>
            <a:off x="4498646" y="4150078"/>
            <a:ext cx="522515" cy="51246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B5AD2125-FAFA-1E00-46D9-F0E7EC0C1422}"/>
              </a:ext>
            </a:extLst>
          </p:cNvPr>
          <p:cNvSpPr>
            <a:spLocks/>
          </p:cNvSpPr>
          <p:nvPr/>
        </p:nvSpPr>
        <p:spPr>
          <a:xfrm>
            <a:off x="5019597" y="4671879"/>
            <a:ext cx="522515" cy="51246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D21BDC0A-2F72-8E81-5471-997AEE22BDFB}"/>
              </a:ext>
            </a:extLst>
          </p:cNvPr>
          <p:cNvSpPr>
            <a:spLocks/>
          </p:cNvSpPr>
          <p:nvPr/>
        </p:nvSpPr>
        <p:spPr>
          <a:xfrm>
            <a:off x="5543676" y="5193680"/>
            <a:ext cx="522515" cy="51246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DBE75566-A235-BF78-8E62-10CE45332DC7}"/>
              </a:ext>
            </a:extLst>
          </p:cNvPr>
          <p:cNvSpPr>
            <a:spLocks/>
          </p:cNvSpPr>
          <p:nvPr/>
        </p:nvSpPr>
        <p:spPr>
          <a:xfrm>
            <a:off x="6066190" y="5716231"/>
            <a:ext cx="522515" cy="51246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85E20756-B2C9-8CCE-4524-AFBC8FDCCFD0}"/>
              </a:ext>
            </a:extLst>
          </p:cNvPr>
          <p:cNvSpPr txBox="1">
            <a:spLocks/>
          </p:cNvSpPr>
          <p:nvPr/>
        </p:nvSpPr>
        <p:spPr>
          <a:xfrm>
            <a:off x="3500975" y="4217198"/>
            <a:ext cx="928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Device1</a:t>
            </a:r>
            <a:endParaRPr lang="zh-CN" altLang="en-US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C37C26BD-5640-D920-E955-CBEC5AC511AD}"/>
              </a:ext>
            </a:extLst>
          </p:cNvPr>
          <p:cNvSpPr txBox="1">
            <a:spLocks/>
          </p:cNvSpPr>
          <p:nvPr/>
        </p:nvSpPr>
        <p:spPr>
          <a:xfrm>
            <a:off x="3478930" y="4733042"/>
            <a:ext cx="928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Device2</a:t>
            </a:r>
            <a:endParaRPr lang="zh-CN" altLang="en-US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6ED0AE2F-424D-9BD2-0A06-C04DC9966EBD}"/>
              </a:ext>
            </a:extLst>
          </p:cNvPr>
          <p:cNvSpPr txBox="1">
            <a:spLocks/>
          </p:cNvSpPr>
          <p:nvPr/>
        </p:nvSpPr>
        <p:spPr>
          <a:xfrm>
            <a:off x="3440545" y="5284454"/>
            <a:ext cx="928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Device3</a:t>
            </a:r>
            <a:endParaRPr lang="zh-CN" altLang="en-US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2C8C2F4F-D244-CCA2-9561-D7828A91D7C9}"/>
              </a:ext>
            </a:extLst>
          </p:cNvPr>
          <p:cNvSpPr txBox="1">
            <a:spLocks/>
          </p:cNvSpPr>
          <p:nvPr/>
        </p:nvSpPr>
        <p:spPr>
          <a:xfrm>
            <a:off x="3448869" y="5803611"/>
            <a:ext cx="928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Device4</a:t>
            </a:r>
            <a:endParaRPr lang="zh-CN" altLang="en-US" dirty="0"/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5BCA7703-3ECD-E5A8-82E8-EA2947DAAE42}"/>
              </a:ext>
            </a:extLst>
          </p:cNvPr>
          <p:cNvCxnSpPr>
            <a:cxnSpLocks/>
          </p:cNvCxnSpPr>
          <p:nvPr/>
        </p:nvCxnSpPr>
        <p:spPr>
          <a:xfrm>
            <a:off x="4250980" y="6381151"/>
            <a:ext cx="39852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CE496C0C-082E-6A9F-B5B8-942B8ABF783A}"/>
              </a:ext>
            </a:extLst>
          </p:cNvPr>
          <p:cNvSpPr txBox="1"/>
          <p:nvPr/>
        </p:nvSpPr>
        <p:spPr>
          <a:xfrm>
            <a:off x="8252579" y="6203964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Time</a:t>
            </a:r>
            <a:endParaRPr lang="zh-CN" altLang="en-US" dirty="0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FF1D147D-557C-9A1B-02E1-5AEE9C7ADDAB}"/>
              </a:ext>
            </a:extLst>
          </p:cNvPr>
          <p:cNvSpPr>
            <a:spLocks/>
          </p:cNvSpPr>
          <p:nvPr/>
        </p:nvSpPr>
        <p:spPr>
          <a:xfrm>
            <a:off x="6087595" y="4129509"/>
            <a:ext cx="522515" cy="51246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D20B2E7B-09EE-62B4-175F-C193A110E883}"/>
              </a:ext>
            </a:extLst>
          </p:cNvPr>
          <p:cNvSpPr>
            <a:spLocks/>
          </p:cNvSpPr>
          <p:nvPr/>
        </p:nvSpPr>
        <p:spPr>
          <a:xfrm>
            <a:off x="6610110" y="4653489"/>
            <a:ext cx="522515" cy="51246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7F05A09E-F86F-6908-AFB8-BCAB3912299C}"/>
              </a:ext>
            </a:extLst>
          </p:cNvPr>
          <p:cNvSpPr>
            <a:spLocks/>
          </p:cNvSpPr>
          <p:nvPr/>
        </p:nvSpPr>
        <p:spPr>
          <a:xfrm>
            <a:off x="7120307" y="5192722"/>
            <a:ext cx="522515" cy="51246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50E56886-D4FD-D60A-9B6B-16C7A93797A9}"/>
              </a:ext>
            </a:extLst>
          </p:cNvPr>
          <p:cNvSpPr>
            <a:spLocks/>
          </p:cNvSpPr>
          <p:nvPr/>
        </p:nvSpPr>
        <p:spPr>
          <a:xfrm>
            <a:off x="7674237" y="5708425"/>
            <a:ext cx="522515" cy="51246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8A5481F-B2AD-766E-A03A-C7D306C9D663}"/>
              </a:ext>
            </a:extLst>
          </p:cNvPr>
          <p:cNvSpPr/>
          <p:nvPr/>
        </p:nvSpPr>
        <p:spPr>
          <a:xfrm>
            <a:off x="5864471" y="1820176"/>
            <a:ext cx="811425" cy="686129"/>
          </a:xfrm>
          <a:prstGeom prst="rect">
            <a:avLst/>
          </a:prstGeom>
          <a:solidFill>
            <a:srgbClr val="FFC000">
              <a:alpha val="3686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dirty="0">
                <a:solidFill>
                  <a:srgbClr val="92D050"/>
                </a:solidFill>
                <a:latin typeface="Arial"/>
                <a:ea typeface="微软雅黑"/>
              </a:rPr>
              <a:t>Device2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F3FA31C-BCF4-3E20-5F22-E357D2DD1520}"/>
              </a:ext>
            </a:extLst>
          </p:cNvPr>
          <p:cNvSpPr/>
          <p:nvPr/>
        </p:nvSpPr>
        <p:spPr>
          <a:xfrm>
            <a:off x="3781599" y="1827795"/>
            <a:ext cx="811425" cy="686129"/>
          </a:xfrm>
          <a:prstGeom prst="rect">
            <a:avLst/>
          </a:prstGeom>
          <a:solidFill>
            <a:srgbClr val="20ACFC">
              <a:alpha val="3686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dirty="0">
                <a:solidFill>
                  <a:srgbClr val="FFC000"/>
                </a:solidFill>
                <a:latin typeface="Arial"/>
                <a:ea typeface="微软雅黑"/>
              </a:rPr>
              <a:t>Device1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5362EA2-0702-6FDA-A726-BFF52BF4B507}"/>
              </a:ext>
            </a:extLst>
          </p:cNvPr>
          <p:cNvSpPr/>
          <p:nvPr/>
        </p:nvSpPr>
        <p:spPr>
          <a:xfrm>
            <a:off x="7820524" y="1784297"/>
            <a:ext cx="811425" cy="686129"/>
          </a:xfrm>
          <a:prstGeom prst="rect">
            <a:avLst/>
          </a:prstGeom>
          <a:solidFill>
            <a:srgbClr val="FF0000">
              <a:alpha val="3686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Device3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3" name="箭头: 右 32">
            <a:extLst>
              <a:ext uri="{FF2B5EF4-FFF2-40B4-BE49-F238E27FC236}">
                <a16:creationId xmlns:a16="http://schemas.microsoft.com/office/drawing/2014/main" id="{860FAB6D-BCBB-521D-E9DD-7D75E0C4A469}"/>
              </a:ext>
            </a:extLst>
          </p:cNvPr>
          <p:cNvSpPr/>
          <p:nvPr/>
        </p:nvSpPr>
        <p:spPr>
          <a:xfrm>
            <a:off x="4743418" y="2038590"/>
            <a:ext cx="944798" cy="2492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0C2B9153-8D39-5BDE-28B9-23107ACD0764}"/>
              </a:ext>
            </a:extLst>
          </p:cNvPr>
          <p:cNvSpPr/>
          <p:nvPr/>
        </p:nvSpPr>
        <p:spPr>
          <a:xfrm>
            <a:off x="6740788" y="2046209"/>
            <a:ext cx="944798" cy="2492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7194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2" grpId="0" animBg="1"/>
      <p:bldP spid="63" grpId="0" animBg="1"/>
      <p:bldP spid="64" grpId="0" animBg="1"/>
      <p:bldP spid="65" grpId="0"/>
      <p:bldP spid="66" grpId="0"/>
      <p:bldP spid="67" grpId="0"/>
      <p:bldP spid="68" grpId="0"/>
      <p:bldP spid="70" grpId="0"/>
      <p:bldP spid="71" grpId="0" animBg="1"/>
      <p:bldP spid="72" grpId="0" animBg="1"/>
      <p:bldP spid="73" grpId="0" animBg="1"/>
      <p:bldP spid="7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2EBD-66F7-8E09-8642-C862EDD3E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466A1F4-5B74-D4AB-BDC5-92C6F875E99D}"/>
              </a:ext>
            </a:extLst>
          </p:cNvPr>
          <p:cNvSpPr/>
          <p:nvPr/>
        </p:nvSpPr>
        <p:spPr>
          <a:xfrm>
            <a:off x="-152400" y="-17253"/>
            <a:ext cx="12191999" cy="68579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zh-CN" altLang="en-US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930CCEB-A90D-E3AA-1008-BE874A1082EC}"/>
              </a:ext>
            </a:extLst>
          </p:cNvPr>
          <p:cNvSpPr/>
          <p:nvPr/>
        </p:nvSpPr>
        <p:spPr>
          <a:xfrm>
            <a:off x="10789919" y="337058"/>
            <a:ext cx="958596" cy="29235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99565453-55BF-789D-7B41-D367980B8451}"/>
              </a:ext>
            </a:extLst>
          </p:cNvPr>
          <p:cNvGrpSpPr/>
          <p:nvPr/>
        </p:nvGrpSpPr>
        <p:grpSpPr>
          <a:xfrm>
            <a:off x="440308" y="275081"/>
            <a:ext cx="11312525" cy="6148705"/>
            <a:chOff x="440308" y="275081"/>
            <a:chExt cx="11312525" cy="614870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383604E-5B3E-6347-C23B-7048ACFF9240}"/>
                </a:ext>
              </a:extLst>
            </p:cNvPr>
            <p:cNvSpPr/>
            <p:nvPr/>
          </p:nvSpPr>
          <p:spPr>
            <a:xfrm>
              <a:off x="10320536" y="275081"/>
              <a:ext cx="391659" cy="43814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C191DCF1-9413-4782-65F8-2704F6CF0F27}"/>
                </a:ext>
              </a:extLst>
            </p:cNvPr>
            <p:cNvSpPr/>
            <p:nvPr/>
          </p:nvSpPr>
          <p:spPr>
            <a:xfrm>
              <a:off x="443483" y="821436"/>
              <a:ext cx="11306175" cy="5599430"/>
            </a:xfrm>
            <a:custGeom>
              <a:avLst/>
              <a:gdLst/>
              <a:ahLst/>
              <a:cxnLst/>
              <a:rect l="l" t="t" r="r" b="b"/>
              <a:pathLst>
                <a:path w="11306175" h="5599430">
                  <a:moveTo>
                    <a:pt x="0" y="0"/>
                  </a:moveTo>
                  <a:lnTo>
                    <a:pt x="11306175" y="0"/>
                  </a:lnTo>
                </a:path>
                <a:path w="11306175" h="5599430">
                  <a:moveTo>
                    <a:pt x="0" y="5599176"/>
                  </a:moveTo>
                  <a:lnTo>
                    <a:pt x="11306175" y="5599176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>
            <a:extLst>
              <a:ext uri="{FF2B5EF4-FFF2-40B4-BE49-F238E27FC236}">
                <a16:creationId xmlns:a16="http://schemas.microsoft.com/office/drawing/2014/main" id="{AC25B7EC-0607-1146-4528-51092FC9B9B2}"/>
              </a:ext>
            </a:extLst>
          </p:cNvPr>
          <p:cNvGrpSpPr/>
          <p:nvPr/>
        </p:nvGrpSpPr>
        <p:grpSpPr>
          <a:xfrm>
            <a:off x="0" y="121920"/>
            <a:ext cx="341630" cy="699770"/>
            <a:chOff x="0" y="121920"/>
            <a:chExt cx="341630" cy="699770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5A980E1A-7D38-89EE-BB77-25F7BEA8A82D}"/>
                </a:ext>
              </a:extLst>
            </p:cNvPr>
            <p:cNvSpPr/>
            <p:nvPr/>
          </p:nvSpPr>
          <p:spPr>
            <a:xfrm>
              <a:off x="0" y="121920"/>
              <a:ext cx="341375" cy="69951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7118B835-891E-4271-7F2D-10E13E6EDD1F}"/>
                </a:ext>
              </a:extLst>
            </p:cNvPr>
            <p:cNvSpPr/>
            <p:nvPr/>
          </p:nvSpPr>
          <p:spPr>
            <a:xfrm>
              <a:off x="0" y="121920"/>
              <a:ext cx="341376" cy="69951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3B23FE15-91C5-AAFE-620B-A9A7C709B4CE}"/>
                </a:ext>
              </a:extLst>
            </p:cNvPr>
            <p:cNvSpPr/>
            <p:nvPr/>
          </p:nvSpPr>
          <p:spPr>
            <a:xfrm>
              <a:off x="0" y="121920"/>
              <a:ext cx="341630" cy="699770"/>
            </a:xfrm>
            <a:custGeom>
              <a:avLst/>
              <a:gdLst/>
              <a:ahLst/>
              <a:cxnLst/>
              <a:rect l="l" t="t" r="r" b="b"/>
              <a:pathLst>
                <a:path w="341630" h="699769">
                  <a:moveTo>
                    <a:pt x="341376" y="0"/>
                  </a:moveTo>
                  <a:lnTo>
                    <a:pt x="0" y="0"/>
                  </a:lnTo>
                  <a:lnTo>
                    <a:pt x="0" y="699515"/>
                  </a:lnTo>
                  <a:lnTo>
                    <a:pt x="196278" y="699515"/>
                  </a:lnTo>
                  <a:lnTo>
                    <a:pt x="341376" y="0"/>
                  </a:lnTo>
                  <a:close/>
                </a:path>
              </a:pathLst>
            </a:custGeom>
            <a:solidFill>
              <a:srgbClr val="0079B9">
                <a:alpha val="5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FB7BF6C5-FC14-E3E5-7247-AECA542E208E}"/>
                </a:ext>
              </a:extLst>
            </p:cNvPr>
            <p:cNvSpPr/>
            <p:nvPr/>
          </p:nvSpPr>
          <p:spPr>
            <a:xfrm>
              <a:off x="240029" y="361950"/>
              <a:ext cx="58419" cy="222885"/>
            </a:xfrm>
            <a:custGeom>
              <a:avLst/>
              <a:gdLst/>
              <a:ahLst/>
              <a:cxnLst/>
              <a:rect l="l" t="t" r="r" b="b"/>
              <a:pathLst>
                <a:path w="58420" h="222884">
                  <a:moveTo>
                    <a:pt x="57912" y="0"/>
                  </a:moveTo>
                  <a:lnTo>
                    <a:pt x="45262" y="0"/>
                  </a:lnTo>
                  <a:lnTo>
                    <a:pt x="0" y="222503"/>
                  </a:lnTo>
                  <a:lnTo>
                    <a:pt x="12649" y="222503"/>
                  </a:lnTo>
                  <a:lnTo>
                    <a:pt x="57912" y="0"/>
                  </a:lnTo>
                  <a:close/>
                </a:path>
              </a:pathLst>
            </a:custGeom>
            <a:solidFill>
              <a:srgbClr val="F1A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273B549C-1301-F329-756B-08A06BF61378}"/>
                </a:ext>
              </a:extLst>
            </p:cNvPr>
            <p:cNvSpPr/>
            <p:nvPr/>
          </p:nvSpPr>
          <p:spPr>
            <a:xfrm>
              <a:off x="240029" y="361950"/>
              <a:ext cx="58419" cy="222885"/>
            </a:xfrm>
            <a:custGeom>
              <a:avLst/>
              <a:gdLst/>
              <a:ahLst/>
              <a:cxnLst/>
              <a:rect l="l" t="t" r="r" b="b"/>
              <a:pathLst>
                <a:path w="58420" h="222884">
                  <a:moveTo>
                    <a:pt x="45262" y="0"/>
                  </a:moveTo>
                  <a:lnTo>
                    <a:pt x="57912" y="0"/>
                  </a:lnTo>
                  <a:lnTo>
                    <a:pt x="12649" y="222503"/>
                  </a:lnTo>
                  <a:lnTo>
                    <a:pt x="0" y="222503"/>
                  </a:lnTo>
                  <a:lnTo>
                    <a:pt x="45262" y="0"/>
                  </a:lnTo>
                  <a:close/>
                </a:path>
              </a:pathLst>
            </a:custGeom>
            <a:ln w="38100">
              <a:solidFill>
                <a:srgbClr val="F1A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>
            <a:extLst>
              <a:ext uri="{FF2B5EF4-FFF2-40B4-BE49-F238E27FC236}">
                <a16:creationId xmlns:a16="http://schemas.microsoft.com/office/drawing/2014/main" id="{343DAFF1-24F0-8706-FEDC-C926D62E4809}"/>
              </a:ext>
            </a:extLst>
          </p:cNvPr>
          <p:cNvSpPr/>
          <p:nvPr/>
        </p:nvSpPr>
        <p:spPr>
          <a:xfrm>
            <a:off x="12146280" y="336804"/>
            <a:ext cx="45720" cy="265430"/>
          </a:xfrm>
          <a:custGeom>
            <a:avLst/>
            <a:gdLst/>
            <a:ahLst/>
            <a:cxnLst/>
            <a:rect l="l" t="t" r="r" b="b"/>
            <a:pathLst>
              <a:path w="45720" h="265430">
                <a:moveTo>
                  <a:pt x="45720" y="0"/>
                </a:moveTo>
                <a:lnTo>
                  <a:pt x="0" y="0"/>
                </a:lnTo>
                <a:lnTo>
                  <a:pt x="0" y="265175"/>
                </a:lnTo>
                <a:lnTo>
                  <a:pt x="45720" y="265175"/>
                </a:lnTo>
                <a:lnTo>
                  <a:pt x="45720" y="0"/>
                </a:lnTo>
                <a:close/>
              </a:path>
            </a:pathLst>
          </a:custGeom>
          <a:solidFill>
            <a:srgbClr val="F1A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335532BB-58F2-45E3-9B1B-975EDCA64F19}"/>
              </a:ext>
            </a:extLst>
          </p:cNvPr>
          <p:cNvSpPr/>
          <p:nvPr/>
        </p:nvSpPr>
        <p:spPr>
          <a:xfrm>
            <a:off x="6940295" y="251459"/>
            <a:ext cx="3188207" cy="47853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EE051F2A-F864-7AA2-EAF9-8C8E15BE22E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5" dirty="0"/>
              <a:t>竢 实 扬</a:t>
            </a:r>
            <a:r>
              <a:rPr spc="160" dirty="0"/>
              <a:t> </a:t>
            </a:r>
            <a:r>
              <a:rPr spc="5" dirty="0"/>
              <a:t>华</a:t>
            </a:r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29D7EB19-88D3-C164-64D4-AA10FFD949DC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5" dirty="0"/>
              <a:t>自 强 不</a:t>
            </a:r>
            <a:r>
              <a:rPr spc="170" dirty="0"/>
              <a:t> </a:t>
            </a:r>
            <a:r>
              <a:rPr spc="5" dirty="0"/>
              <a:t>息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8FC35DE-5FD4-9748-0301-632F1B21E846}"/>
              </a:ext>
            </a:extLst>
          </p:cNvPr>
          <p:cNvSpPr txBox="1"/>
          <p:nvPr/>
        </p:nvSpPr>
        <p:spPr>
          <a:xfrm>
            <a:off x="6112562" y="1440250"/>
            <a:ext cx="37350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Visualization outcomes</a:t>
            </a:r>
            <a:endParaRPr lang="zh-CN" altLang="en-US" sz="2800" b="1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050D65D-64A9-6E16-D2E9-1FF3758EC909}"/>
              </a:ext>
            </a:extLst>
          </p:cNvPr>
          <p:cNvSpPr txBox="1"/>
          <p:nvPr/>
        </p:nvSpPr>
        <p:spPr>
          <a:xfrm>
            <a:off x="224214" y="1379197"/>
            <a:ext cx="29194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1. DNN Structure Visualization</a:t>
            </a:r>
            <a:br>
              <a:rPr lang="en-US" altLang="zh-CN" sz="1600" dirty="0"/>
            </a:br>
            <a:r>
              <a:rPr lang="en-US" altLang="zh-CN" sz="1600" dirty="0"/>
              <a:t>Visualize the hierarchical structure of deep neural network layers.</a:t>
            </a:r>
            <a:endParaRPr lang="zh-CN" altLang="en-US" sz="1600" dirty="0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61B47F70-1EAC-C8CA-A436-4E0772AA3DCA}"/>
              </a:ext>
            </a:extLst>
          </p:cNvPr>
          <p:cNvSpPr/>
          <p:nvPr/>
        </p:nvSpPr>
        <p:spPr>
          <a:xfrm>
            <a:off x="4538077" y="2287989"/>
            <a:ext cx="463825" cy="467139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1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1CF36AD4-57F8-FE2A-BBDD-0C890FACBE3F}"/>
              </a:ext>
            </a:extLst>
          </p:cNvPr>
          <p:cNvSpPr/>
          <p:nvPr/>
        </p:nvSpPr>
        <p:spPr>
          <a:xfrm>
            <a:off x="5272384" y="2287989"/>
            <a:ext cx="463825" cy="467139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7CD5F0B8-DA40-2D17-0F4A-0C3A25EFE5C4}"/>
              </a:ext>
            </a:extLst>
          </p:cNvPr>
          <p:cNvSpPr/>
          <p:nvPr/>
        </p:nvSpPr>
        <p:spPr>
          <a:xfrm>
            <a:off x="5980160" y="2293137"/>
            <a:ext cx="463825" cy="467139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3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D173468D-12E2-289B-E98A-2C2704E38EFF}"/>
              </a:ext>
            </a:extLst>
          </p:cNvPr>
          <p:cNvSpPr/>
          <p:nvPr/>
        </p:nvSpPr>
        <p:spPr>
          <a:xfrm>
            <a:off x="6724072" y="2287990"/>
            <a:ext cx="463825" cy="467139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4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FBEBF4E4-708B-11C9-D9A2-40D2FB36ADF8}"/>
              </a:ext>
            </a:extLst>
          </p:cNvPr>
          <p:cNvCxnSpPr>
            <a:cxnSpLocks/>
            <a:stCxn id="20" idx="3"/>
            <a:endCxn id="28" idx="1"/>
          </p:cNvCxnSpPr>
          <p:nvPr/>
        </p:nvCxnSpPr>
        <p:spPr>
          <a:xfrm>
            <a:off x="5001902" y="2521559"/>
            <a:ext cx="2704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A46D9F67-E2C0-FCCD-CBEA-DF6D1A1A32B6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>
            <a:off x="5736209" y="2521559"/>
            <a:ext cx="243951" cy="5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C179AC74-0AE9-DBE6-E79D-00B2C2D4A416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 flipV="1">
            <a:off x="6443985" y="2521560"/>
            <a:ext cx="280087" cy="51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8C54969C-D21B-CBB0-1DEC-551AE7293EA9}"/>
              </a:ext>
            </a:extLst>
          </p:cNvPr>
          <p:cNvSpPr/>
          <p:nvPr/>
        </p:nvSpPr>
        <p:spPr>
          <a:xfrm>
            <a:off x="7442402" y="2287990"/>
            <a:ext cx="463825" cy="467139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5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9721E8EC-6442-C1D5-0532-DD7D391D55D2}"/>
              </a:ext>
            </a:extLst>
          </p:cNvPr>
          <p:cNvCxnSpPr>
            <a:cxnSpLocks/>
            <a:stCxn id="30" idx="3"/>
            <a:endCxn id="36" idx="1"/>
          </p:cNvCxnSpPr>
          <p:nvPr/>
        </p:nvCxnSpPr>
        <p:spPr>
          <a:xfrm>
            <a:off x="7187897" y="2521560"/>
            <a:ext cx="2545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E24711BC-2D6A-5269-7B4D-8C273F77208B}"/>
              </a:ext>
            </a:extLst>
          </p:cNvPr>
          <p:cNvSpPr/>
          <p:nvPr/>
        </p:nvSpPr>
        <p:spPr>
          <a:xfrm>
            <a:off x="8163031" y="2287989"/>
            <a:ext cx="463825" cy="467139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6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4568B1FA-5F08-24B2-00F8-EFB01AE60FED}"/>
              </a:ext>
            </a:extLst>
          </p:cNvPr>
          <p:cNvSpPr/>
          <p:nvPr/>
        </p:nvSpPr>
        <p:spPr>
          <a:xfrm>
            <a:off x="8897338" y="2282841"/>
            <a:ext cx="463825" cy="467139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7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70FD65A1-3344-351B-8187-19A519C87052}"/>
              </a:ext>
            </a:extLst>
          </p:cNvPr>
          <p:cNvCxnSpPr>
            <a:cxnSpLocks/>
            <a:endCxn id="38" idx="1"/>
          </p:cNvCxnSpPr>
          <p:nvPr/>
        </p:nvCxnSpPr>
        <p:spPr>
          <a:xfrm flipV="1">
            <a:off x="7906227" y="2521559"/>
            <a:ext cx="256804" cy="3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58110D47-3CBF-F6FB-1CC2-33483B3DCCF9}"/>
              </a:ext>
            </a:extLst>
          </p:cNvPr>
          <p:cNvCxnSpPr>
            <a:cxnSpLocks/>
            <a:stCxn id="38" idx="3"/>
            <a:endCxn id="39" idx="1"/>
          </p:cNvCxnSpPr>
          <p:nvPr/>
        </p:nvCxnSpPr>
        <p:spPr>
          <a:xfrm flipV="1">
            <a:off x="8626856" y="2516411"/>
            <a:ext cx="270482" cy="5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29B39FEF-80CD-6A10-EAD7-B7BF02F56482}"/>
              </a:ext>
            </a:extLst>
          </p:cNvPr>
          <p:cNvSpPr/>
          <p:nvPr/>
        </p:nvSpPr>
        <p:spPr>
          <a:xfrm>
            <a:off x="9615668" y="2282841"/>
            <a:ext cx="463825" cy="467139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8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99DA2CF8-1D95-98FE-9D31-117BC630DBC9}"/>
              </a:ext>
            </a:extLst>
          </p:cNvPr>
          <p:cNvCxnSpPr>
            <a:cxnSpLocks/>
            <a:stCxn id="39" idx="3"/>
            <a:endCxn id="42" idx="1"/>
          </p:cNvCxnSpPr>
          <p:nvPr/>
        </p:nvCxnSpPr>
        <p:spPr>
          <a:xfrm>
            <a:off x="9361163" y="2516411"/>
            <a:ext cx="2545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6E0A7D20-8855-864D-1E84-8F41D162F2DC}"/>
              </a:ext>
            </a:extLst>
          </p:cNvPr>
          <p:cNvSpPr txBox="1"/>
          <p:nvPr/>
        </p:nvSpPr>
        <p:spPr>
          <a:xfrm>
            <a:off x="221339" y="2428643"/>
            <a:ext cx="29194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2. Virtual Device Configuration</a:t>
            </a:r>
            <a:br>
              <a:rPr lang="en-US" altLang="zh-CN" sz="1600" dirty="0"/>
            </a:br>
            <a:r>
              <a:rPr lang="en-US" altLang="zh-CN" sz="1600" dirty="0"/>
              <a:t>Configure multiple simulated edge devices with customizable computing capacity and bandwidth.</a:t>
            </a:r>
            <a:endParaRPr lang="zh-CN" altLang="en-US" sz="16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D9461D5-7DD5-E85B-1553-2AA0EAC8DC8B}"/>
              </a:ext>
            </a:extLst>
          </p:cNvPr>
          <p:cNvSpPr txBox="1"/>
          <p:nvPr/>
        </p:nvSpPr>
        <p:spPr>
          <a:xfrm>
            <a:off x="241921" y="3709922"/>
            <a:ext cx="29194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3. Model Partition Simulation</a:t>
            </a:r>
            <a:br>
              <a:rPr lang="en-US" altLang="zh-CN" sz="1600" dirty="0"/>
            </a:br>
            <a:r>
              <a:rPr lang="en-US" altLang="zh-CN" sz="1600" dirty="0"/>
              <a:t>Simulate collaborative inference by partitioning model layers across devices.</a:t>
            </a:r>
            <a:endParaRPr lang="zh-CN" altLang="en-US" sz="16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4E08A4E-F1F3-41F0-5FC8-579D76907FF9}"/>
              </a:ext>
            </a:extLst>
          </p:cNvPr>
          <p:cNvSpPr txBox="1"/>
          <p:nvPr/>
        </p:nvSpPr>
        <p:spPr>
          <a:xfrm>
            <a:off x="241949" y="4757804"/>
            <a:ext cx="31884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4. Performance Evaluation</a:t>
            </a:r>
            <a:br>
              <a:rPr lang="en-US" altLang="zh-CN" sz="1600" dirty="0"/>
            </a:br>
            <a:r>
              <a:rPr lang="en-US" altLang="zh-CN" sz="1600" dirty="0"/>
              <a:t>Measure latency, throughput, and device utilization under different partition strategies.</a:t>
            </a:r>
            <a:endParaRPr lang="zh-CN" altLang="en-US" sz="1600" dirty="0"/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4AD7BA3B-C813-AEF7-B2FA-ECA7CAB7B0FD}"/>
              </a:ext>
            </a:extLst>
          </p:cNvPr>
          <p:cNvSpPr/>
          <p:nvPr/>
        </p:nvSpPr>
        <p:spPr>
          <a:xfrm>
            <a:off x="4055478" y="2186213"/>
            <a:ext cx="7665720" cy="3810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525AA6C-0C2A-0BAE-2E15-45C03FD15C74}"/>
              </a:ext>
            </a:extLst>
          </p:cNvPr>
          <p:cNvSpPr txBox="1"/>
          <p:nvPr/>
        </p:nvSpPr>
        <p:spPr>
          <a:xfrm>
            <a:off x="10079493" y="2146021"/>
            <a:ext cx="12522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Model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Model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Model 3</a:t>
            </a:r>
            <a:endParaRPr lang="zh-CN" altLang="en-US" dirty="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E028060-EB44-030D-5975-4850AE16B923}"/>
              </a:ext>
            </a:extLst>
          </p:cNvPr>
          <p:cNvSpPr/>
          <p:nvPr/>
        </p:nvSpPr>
        <p:spPr>
          <a:xfrm>
            <a:off x="8879351" y="3395472"/>
            <a:ext cx="1701545" cy="8397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2">
                    <a:lumMod val="50000"/>
                  </a:schemeClr>
                </a:solidFill>
              </a:rPr>
              <a:t>Model Information Current Layer Information</a:t>
            </a:r>
            <a:endParaRPr lang="zh-CN" altLang="en-US" sz="14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729EB3F-7D05-350B-68BD-D8F13FB15CC1}"/>
              </a:ext>
            </a:extLst>
          </p:cNvPr>
          <p:cNvSpPr/>
          <p:nvPr/>
        </p:nvSpPr>
        <p:spPr>
          <a:xfrm>
            <a:off x="4457425" y="3639986"/>
            <a:ext cx="1111889" cy="401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2">
                    <a:lumMod val="50000"/>
                  </a:schemeClr>
                </a:solidFill>
              </a:rPr>
              <a:t>Simulated Device</a:t>
            </a:r>
            <a:endParaRPr lang="zh-CN" altLang="en-US" sz="1400" b="1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333CA3AE-584C-1853-F510-57B0DB693AA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0055" y="4119487"/>
            <a:ext cx="632515" cy="556308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04EB24B1-832D-5DDA-6E91-2E3279644EE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7432" y="4117572"/>
            <a:ext cx="632515" cy="556308"/>
          </a:xfrm>
          <a:prstGeom prst="rect">
            <a:avLst/>
          </a:prstGeom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E86F1368-208D-F598-81A5-D97963AA2C8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91453" y="4101564"/>
            <a:ext cx="632515" cy="556308"/>
          </a:xfrm>
          <a:prstGeom prst="rect">
            <a:avLst/>
          </a:prstGeom>
        </p:spPr>
      </p:pic>
      <p:sp>
        <p:nvSpPr>
          <p:cNvPr id="56" name="矩形 55">
            <a:extLst>
              <a:ext uri="{FF2B5EF4-FFF2-40B4-BE49-F238E27FC236}">
                <a16:creationId xmlns:a16="http://schemas.microsoft.com/office/drawing/2014/main" id="{807428AD-B551-244B-34CA-7AD701A8E757}"/>
              </a:ext>
            </a:extLst>
          </p:cNvPr>
          <p:cNvSpPr/>
          <p:nvPr/>
        </p:nvSpPr>
        <p:spPr>
          <a:xfrm>
            <a:off x="5855078" y="4837619"/>
            <a:ext cx="1377828" cy="7891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2">
                    <a:lumMod val="50000"/>
                  </a:schemeClr>
                </a:solidFill>
              </a:rPr>
              <a:t>Sectional Configuration</a:t>
            </a:r>
            <a:endParaRPr lang="zh-CN" altLang="en-US" sz="16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35CEB210-665C-A1A6-DB99-335809E12C76}"/>
              </a:ext>
            </a:extLst>
          </p:cNvPr>
          <p:cNvSpPr/>
          <p:nvPr/>
        </p:nvSpPr>
        <p:spPr>
          <a:xfrm>
            <a:off x="9174178" y="4501981"/>
            <a:ext cx="1265222" cy="7558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accent2">
                    <a:lumMod val="50000"/>
                  </a:schemeClr>
                </a:solidFill>
              </a:rPr>
              <a:t>Visualization Interface </a:t>
            </a:r>
            <a:endParaRPr lang="zh-CN" altLang="en-US" sz="16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517CC8C2-F73E-3B1E-A2CD-765EF92C9AE7}"/>
              </a:ext>
            </a:extLst>
          </p:cNvPr>
          <p:cNvSpPr txBox="1"/>
          <p:nvPr/>
        </p:nvSpPr>
        <p:spPr>
          <a:xfrm>
            <a:off x="292408" y="885558"/>
            <a:ext cx="25044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Research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Objective</a:t>
            </a:r>
            <a:r>
              <a:rPr lang="zh-CN" altLang="en-US" sz="2000" dirty="0"/>
              <a:t>：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5698139-BF2B-F626-123D-195ED74E00D1}"/>
              </a:ext>
            </a:extLst>
          </p:cNvPr>
          <p:cNvSpPr/>
          <p:nvPr/>
        </p:nvSpPr>
        <p:spPr>
          <a:xfrm>
            <a:off x="5857013" y="3644214"/>
            <a:ext cx="1111889" cy="401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2">
                    <a:lumMod val="50000"/>
                  </a:schemeClr>
                </a:solidFill>
              </a:rPr>
              <a:t>Simulated Device</a:t>
            </a:r>
            <a:endParaRPr lang="zh-CN" altLang="en-US" sz="14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4F1AEB0-E28E-E699-7708-834141ABB10D}"/>
              </a:ext>
            </a:extLst>
          </p:cNvPr>
          <p:cNvSpPr/>
          <p:nvPr/>
        </p:nvSpPr>
        <p:spPr>
          <a:xfrm>
            <a:off x="7192214" y="3621151"/>
            <a:ext cx="1111889" cy="401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2">
                    <a:lumMod val="50000"/>
                  </a:schemeClr>
                </a:solidFill>
              </a:rPr>
              <a:t>Simulated Device</a:t>
            </a:r>
            <a:endParaRPr lang="zh-CN" altLang="en-US" sz="14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B1108F9A-968F-045C-FAA5-49C9079CDA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1338" y="88490"/>
            <a:ext cx="4730262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2400" spc="40" dirty="0">
                <a:solidFill>
                  <a:srgbClr val="404040"/>
                </a:solidFill>
              </a:rPr>
              <a:t>1.</a:t>
            </a:r>
            <a:r>
              <a:rPr lang="zh-CN" altLang="en-US" sz="2400" spc="40" dirty="0">
                <a:solidFill>
                  <a:srgbClr val="404040"/>
                </a:solidFill>
              </a:rPr>
              <a:t> </a:t>
            </a:r>
            <a:r>
              <a:rPr lang="en-GB" altLang="zh-CN" sz="2400" spc="70" dirty="0">
                <a:solidFill>
                  <a:srgbClr val="404040"/>
                </a:solidFill>
              </a:rPr>
              <a:t>Research Background &amp; O</a:t>
            </a:r>
            <a:r>
              <a:rPr lang="en-US" altLang="zh-CN" sz="2400" spc="70" dirty="0" err="1">
                <a:solidFill>
                  <a:srgbClr val="404040"/>
                </a:solidFill>
              </a:rPr>
              <a:t>bjectives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20998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图片 44" descr="建筑旁的树&#10;&#10;中度可信度描述已自动生成"/>
          <p:cNvPicPr/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3636" r="19259"/>
          <a:stretch>
            <a:fillRect/>
          </a:stretch>
        </p:blipFill>
        <p:spPr>
          <a:xfrm>
            <a:off x="0" y="0"/>
            <a:ext cx="4845746" cy="6858000"/>
          </a:xfrm>
          <a:custGeom>
            <a:avLst/>
            <a:gdLst>
              <a:gd name="connsiteX0" fmla="*/ 0 w 4845746"/>
              <a:gd name="connsiteY0" fmla="*/ 0 h 6858000"/>
              <a:gd name="connsiteX1" fmla="*/ 4845746 w 4845746"/>
              <a:gd name="connsiteY1" fmla="*/ 0 h 6858000"/>
              <a:gd name="connsiteX2" fmla="*/ 4845746 w 4845746"/>
              <a:gd name="connsiteY2" fmla="*/ 6858000 h 6858000"/>
              <a:gd name="connsiteX3" fmla="*/ 0 w 484574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45746" h="6858000">
                <a:moveTo>
                  <a:pt x="0" y="0"/>
                </a:moveTo>
                <a:lnTo>
                  <a:pt x="4845746" y="0"/>
                </a:lnTo>
                <a:lnTo>
                  <a:pt x="484574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4" name="任意多边形: 形状 43"/>
          <p:cNvSpPr/>
          <p:nvPr/>
        </p:nvSpPr>
        <p:spPr>
          <a:xfrm>
            <a:off x="0" y="0"/>
            <a:ext cx="4845746" cy="6858000"/>
          </a:xfrm>
          <a:custGeom>
            <a:avLst/>
            <a:gdLst>
              <a:gd name="connsiteX0" fmla="*/ 0 w 4845746"/>
              <a:gd name="connsiteY0" fmla="*/ 0 h 6858000"/>
              <a:gd name="connsiteX1" fmla="*/ 4845746 w 4845746"/>
              <a:gd name="connsiteY1" fmla="*/ 0 h 6858000"/>
              <a:gd name="connsiteX2" fmla="*/ 4845746 w 4845746"/>
              <a:gd name="connsiteY2" fmla="*/ 6858000 h 6858000"/>
              <a:gd name="connsiteX3" fmla="*/ 0 w 484574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45746" h="6858000">
                <a:moveTo>
                  <a:pt x="0" y="0"/>
                </a:moveTo>
                <a:lnTo>
                  <a:pt x="4845746" y="0"/>
                </a:lnTo>
                <a:lnTo>
                  <a:pt x="484574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79BA">
              <a:alpha val="9400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325311" y="2908565"/>
            <a:ext cx="1040870" cy="1040870"/>
            <a:chOff x="4604026" y="2908565"/>
            <a:chExt cx="1040870" cy="1040870"/>
          </a:xfrm>
        </p:grpSpPr>
        <p:sp>
          <p:nvSpPr>
            <p:cNvPr id="12" name="椭圆 11"/>
            <p:cNvSpPr/>
            <p:nvPr/>
          </p:nvSpPr>
          <p:spPr>
            <a:xfrm>
              <a:off x="4604026" y="2908565"/>
              <a:ext cx="1040870" cy="1040870"/>
            </a:xfrm>
            <a:prstGeom prst="ellipse">
              <a:avLst/>
            </a:prstGeom>
            <a:solidFill>
              <a:schemeClr val="bg1"/>
            </a:solidFill>
            <a:ln w="34925">
              <a:solidFill>
                <a:srgbClr val="0090E0"/>
              </a:solidFill>
            </a:ln>
            <a:effectLst>
              <a:outerShdw blurRad="228600" dist="63500" dir="10800000" sx="98000" sy="98000" algn="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  <p:sp>
          <p:nvSpPr>
            <p:cNvPr id="13" name="paper-airplane-symbol_52116"/>
            <p:cNvSpPr/>
            <p:nvPr/>
          </p:nvSpPr>
          <p:spPr>
            <a:xfrm>
              <a:off x="4869202" y="3169913"/>
              <a:ext cx="510518" cy="518174"/>
            </a:xfrm>
            <a:custGeom>
              <a:avLst/>
              <a:gdLst>
                <a:gd name="T0" fmla="*/ 352 w 391"/>
                <a:gd name="T1" fmla="*/ 50 h 417"/>
                <a:gd name="T2" fmla="*/ 281 w 391"/>
                <a:gd name="T3" fmla="*/ 345 h 417"/>
                <a:gd name="T4" fmla="*/ 165 w 391"/>
                <a:gd name="T5" fmla="*/ 272 h 417"/>
                <a:gd name="T6" fmla="*/ 295 w 391"/>
                <a:gd name="T7" fmla="*/ 114 h 417"/>
                <a:gd name="T8" fmla="*/ 113 w 391"/>
                <a:gd name="T9" fmla="*/ 237 h 417"/>
                <a:gd name="T10" fmla="*/ 54 w 391"/>
                <a:gd name="T11" fmla="*/ 199 h 417"/>
                <a:gd name="T12" fmla="*/ 352 w 391"/>
                <a:gd name="T13" fmla="*/ 50 h 417"/>
                <a:gd name="T14" fmla="*/ 391 w 391"/>
                <a:gd name="T15" fmla="*/ 0 h 417"/>
                <a:gd name="T16" fmla="*/ 0 w 391"/>
                <a:gd name="T17" fmla="*/ 196 h 417"/>
                <a:gd name="T18" fmla="*/ 109 w 391"/>
                <a:gd name="T19" fmla="*/ 264 h 417"/>
                <a:gd name="T20" fmla="*/ 159 w 391"/>
                <a:gd name="T21" fmla="*/ 417 h 417"/>
                <a:gd name="T22" fmla="*/ 223 w 391"/>
                <a:gd name="T23" fmla="*/ 340 h 417"/>
                <a:gd name="T24" fmla="*/ 298 w 391"/>
                <a:gd name="T25" fmla="*/ 388 h 417"/>
                <a:gd name="T26" fmla="*/ 391 w 391"/>
                <a:gd name="T27" fmla="*/ 0 h 417"/>
                <a:gd name="T28" fmla="*/ 391 w 391"/>
                <a:gd name="T29" fmla="*/ 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91" h="417">
                  <a:moveTo>
                    <a:pt x="352" y="50"/>
                  </a:moveTo>
                  <a:lnTo>
                    <a:pt x="281" y="345"/>
                  </a:lnTo>
                  <a:lnTo>
                    <a:pt x="165" y="272"/>
                  </a:lnTo>
                  <a:lnTo>
                    <a:pt x="295" y="114"/>
                  </a:lnTo>
                  <a:lnTo>
                    <a:pt x="113" y="237"/>
                  </a:lnTo>
                  <a:lnTo>
                    <a:pt x="54" y="199"/>
                  </a:lnTo>
                  <a:lnTo>
                    <a:pt x="352" y="50"/>
                  </a:lnTo>
                  <a:moveTo>
                    <a:pt x="391" y="0"/>
                  </a:moveTo>
                  <a:lnTo>
                    <a:pt x="0" y="196"/>
                  </a:lnTo>
                  <a:lnTo>
                    <a:pt x="109" y="264"/>
                  </a:lnTo>
                  <a:lnTo>
                    <a:pt x="159" y="417"/>
                  </a:lnTo>
                  <a:lnTo>
                    <a:pt x="223" y="340"/>
                  </a:lnTo>
                  <a:lnTo>
                    <a:pt x="298" y="388"/>
                  </a:lnTo>
                  <a:lnTo>
                    <a:pt x="391" y="0"/>
                  </a:lnTo>
                  <a:lnTo>
                    <a:pt x="391" y="0"/>
                  </a:lnTo>
                  <a:close/>
                </a:path>
              </a:pathLst>
            </a:custGeom>
            <a:solidFill>
              <a:srgbClr val="0088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</p:grpSp>
      <p:sp>
        <p:nvSpPr>
          <p:cNvPr id="14" name="等腰三角形 13"/>
          <p:cNvSpPr/>
          <p:nvPr/>
        </p:nvSpPr>
        <p:spPr>
          <a:xfrm rot="5400000">
            <a:off x="5627249" y="3282110"/>
            <a:ext cx="384048" cy="293780"/>
          </a:xfrm>
          <a:prstGeom prst="triangle">
            <a:avLst/>
          </a:prstGeom>
          <a:solidFill>
            <a:srgbClr val="FFD6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886400" y="1543869"/>
            <a:ext cx="3778599" cy="3770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39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79BA"/>
                    </a:gs>
                    <a:gs pos="75000">
                      <a:srgbClr val="0079BA">
                        <a:alpha val="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02</a:t>
            </a:r>
            <a:endParaRPr kumimoji="0" lang="zh-CN" altLang="en-US" sz="239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0079BA"/>
                  </a:gs>
                  <a:gs pos="75000">
                    <a:srgbClr val="0079BA">
                      <a:alpha val="0"/>
                    </a:srgbClr>
                  </a:gs>
                </a:gsLst>
                <a:lin ang="5400000" scaled="1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653938" y="2594633"/>
            <a:ext cx="4308916" cy="1628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30000"/>
              </a:lnSpc>
              <a:defRPr/>
            </a:pPr>
            <a:r>
              <a:rPr lang="en-US" altLang="zh-CN" sz="4000" b="1" dirty="0"/>
              <a:t>System Design and Methodology</a:t>
            </a:r>
            <a:endParaRPr lang="en-GB" altLang="zh-CN" sz="4000" b="1" spc="75" dirty="0">
              <a:solidFill>
                <a:srgbClr val="40404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11823700" y="0"/>
            <a:ext cx="368300" cy="6858000"/>
          </a:xfrm>
          <a:prstGeom prst="roundRect">
            <a:avLst>
              <a:gd name="adj" fmla="val 0"/>
            </a:avLst>
          </a:prstGeom>
          <a:solidFill>
            <a:srgbClr val="0079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622300" y="2895865"/>
            <a:ext cx="3317913" cy="872859"/>
            <a:chOff x="1787579" y="3204043"/>
            <a:chExt cx="8793335" cy="2313301"/>
          </a:xfrm>
        </p:grpSpPr>
        <p:pic>
          <p:nvPicPr>
            <p:cNvPr id="20" name="图片 19" descr="徽标&#10;&#10;描述已自动生成"/>
            <p:cNvPicPr>
              <a:picLocks noChangeAspect="1"/>
            </p:cNvPicPr>
            <p:nvPr/>
          </p:nvPicPr>
          <p:blipFill>
            <a:blip r:embed="rId4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787579" y="3204043"/>
              <a:ext cx="2313302" cy="2313301"/>
            </a:xfrm>
            <a:custGeom>
              <a:avLst/>
              <a:gdLst>
                <a:gd name="connsiteX0" fmla="*/ 5265550 w 10531101"/>
                <a:gd name="connsiteY0" fmla="*/ 1712068 h 10531101"/>
                <a:gd name="connsiteX1" fmla="*/ 1712068 w 10531101"/>
                <a:gd name="connsiteY1" fmla="*/ 5265550 h 10531101"/>
                <a:gd name="connsiteX2" fmla="*/ 5265550 w 10531101"/>
                <a:gd name="connsiteY2" fmla="*/ 8819032 h 10531101"/>
                <a:gd name="connsiteX3" fmla="*/ 8819032 w 10531101"/>
                <a:gd name="connsiteY3" fmla="*/ 5265550 h 10531101"/>
                <a:gd name="connsiteX4" fmla="*/ 5265550 w 10531101"/>
                <a:gd name="connsiteY4" fmla="*/ 1712068 h 10531101"/>
                <a:gd name="connsiteX5" fmla="*/ 0 w 10531101"/>
                <a:gd name="connsiteY5" fmla="*/ 0 h 10531101"/>
                <a:gd name="connsiteX6" fmla="*/ 10531101 w 10531101"/>
                <a:gd name="connsiteY6" fmla="*/ 0 h 10531101"/>
                <a:gd name="connsiteX7" fmla="*/ 10531101 w 10531101"/>
                <a:gd name="connsiteY7" fmla="*/ 10531101 h 10531101"/>
                <a:gd name="connsiteX8" fmla="*/ 0 w 10531101"/>
                <a:gd name="connsiteY8" fmla="*/ 10531101 h 1053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1101" h="10531101">
                  <a:moveTo>
                    <a:pt x="5265550" y="1712068"/>
                  </a:moveTo>
                  <a:cubicBezTo>
                    <a:pt x="3303016" y="1712068"/>
                    <a:pt x="1712068" y="3303016"/>
                    <a:pt x="1712068" y="5265550"/>
                  </a:cubicBezTo>
                  <a:cubicBezTo>
                    <a:pt x="1712068" y="7228084"/>
                    <a:pt x="3303016" y="8819032"/>
                    <a:pt x="5265550" y="8819032"/>
                  </a:cubicBezTo>
                  <a:cubicBezTo>
                    <a:pt x="7228084" y="8819032"/>
                    <a:pt x="8819032" y="7228084"/>
                    <a:pt x="8819032" y="5265550"/>
                  </a:cubicBezTo>
                  <a:cubicBezTo>
                    <a:pt x="8819032" y="3303016"/>
                    <a:pt x="7228084" y="1712068"/>
                    <a:pt x="5265550" y="1712068"/>
                  </a:cubicBezTo>
                  <a:close/>
                  <a:moveTo>
                    <a:pt x="0" y="0"/>
                  </a:moveTo>
                  <a:lnTo>
                    <a:pt x="10531101" y="0"/>
                  </a:lnTo>
                  <a:lnTo>
                    <a:pt x="10531101" y="10531101"/>
                  </a:lnTo>
                  <a:lnTo>
                    <a:pt x="0" y="10531101"/>
                  </a:lnTo>
                  <a:close/>
                </a:path>
              </a:pathLst>
            </a:custGeom>
          </p:spPr>
        </p:pic>
        <p:grpSp>
          <p:nvGrpSpPr>
            <p:cNvPr id="22" name="组合 21"/>
            <p:cNvGrpSpPr/>
            <p:nvPr/>
          </p:nvGrpSpPr>
          <p:grpSpPr>
            <a:xfrm>
              <a:off x="2375198" y="3792817"/>
              <a:ext cx="1137760" cy="1288749"/>
              <a:chOff x="9196100" y="1691088"/>
              <a:chExt cx="3421214" cy="3875236"/>
            </a:xfrm>
          </p:grpSpPr>
          <p:sp>
            <p:nvSpPr>
              <p:cNvPr id="42" name="ïṡļïḑe"/>
              <p:cNvSpPr/>
              <p:nvPr/>
            </p:nvSpPr>
            <p:spPr bwMode="auto">
              <a:xfrm>
                <a:off x="9270106" y="1760603"/>
                <a:ext cx="3273204" cy="3736206"/>
              </a:xfrm>
              <a:custGeom>
                <a:avLst/>
                <a:gdLst>
                  <a:gd name="T0" fmla="*/ 72 w 151"/>
                  <a:gd name="T1" fmla="*/ 92 h 171"/>
                  <a:gd name="T2" fmla="*/ 83 w 151"/>
                  <a:gd name="T3" fmla="*/ 96 h 171"/>
                  <a:gd name="T4" fmla="*/ 77 w 151"/>
                  <a:gd name="T5" fmla="*/ 92 h 171"/>
                  <a:gd name="T6" fmla="*/ 80 w 151"/>
                  <a:gd name="T7" fmla="*/ 115 h 171"/>
                  <a:gd name="T8" fmla="*/ 72 w 151"/>
                  <a:gd name="T9" fmla="*/ 115 h 171"/>
                  <a:gd name="T10" fmla="*/ 74 w 151"/>
                  <a:gd name="T11" fmla="*/ 97 h 171"/>
                  <a:gd name="T12" fmla="*/ 69 w 151"/>
                  <a:gd name="T13" fmla="*/ 137 h 171"/>
                  <a:gd name="T14" fmla="*/ 77 w 151"/>
                  <a:gd name="T15" fmla="*/ 121 h 171"/>
                  <a:gd name="T16" fmla="*/ 77 w 151"/>
                  <a:gd name="T17" fmla="*/ 127 h 171"/>
                  <a:gd name="T18" fmla="*/ 80 w 151"/>
                  <a:gd name="T19" fmla="*/ 145 h 171"/>
                  <a:gd name="T20" fmla="*/ 71 w 151"/>
                  <a:gd name="T21" fmla="*/ 144 h 171"/>
                  <a:gd name="T22" fmla="*/ 107 w 151"/>
                  <a:gd name="T23" fmla="*/ 13 h 171"/>
                  <a:gd name="T24" fmla="*/ 106 w 151"/>
                  <a:gd name="T25" fmla="*/ 11 h 171"/>
                  <a:gd name="T26" fmla="*/ 113 w 151"/>
                  <a:gd name="T27" fmla="*/ 10 h 171"/>
                  <a:gd name="T28" fmla="*/ 111 w 151"/>
                  <a:gd name="T29" fmla="*/ 15 h 171"/>
                  <a:gd name="T30" fmla="*/ 115 w 151"/>
                  <a:gd name="T31" fmla="*/ 26 h 171"/>
                  <a:gd name="T32" fmla="*/ 114 w 151"/>
                  <a:gd name="T33" fmla="*/ 30 h 171"/>
                  <a:gd name="T34" fmla="*/ 112 w 151"/>
                  <a:gd name="T35" fmla="*/ 22 h 171"/>
                  <a:gd name="T36" fmla="*/ 108 w 151"/>
                  <a:gd name="T37" fmla="*/ 27 h 171"/>
                  <a:gd name="T38" fmla="*/ 107 w 151"/>
                  <a:gd name="T39" fmla="*/ 27 h 171"/>
                  <a:gd name="T40" fmla="*/ 108 w 151"/>
                  <a:gd name="T41" fmla="*/ 22 h 171"/>
                  <a:gd name="T42" fmla="*/ 106 w 151"/>
                  <a:gd name="T43" fmla="*/ 28 h 171"/>
                  <a:gd name="T44" fmla="*/ 105 w 151"/>
                  <a:gd name="T45" fmla="*/ 30 h 171"/>
                  <a:gd name="T46" fmla="*/ 107 w 151"/>
                  <a:gd name="T47" fmla="*/ 16 h 171"/>
                  <a:gd name="T48" fmla="*/ 107 w 151"/>
                  <a:gd name="T49" fmla="*/ 18 h 171"/>
                  <a:gd name="T50" fmla="*/ 108 w 151"/>
                  <a:gd name="T51" fmla="*/ 25 h 171"/>
                  <a:gd name="T52" fmla="*/ 36 w 151"/>
                  <a:gd name="T53" fmla="*/ 65 h 171"/>
                  <a:gd name="T54" fmla="*/ 28 w 151"/>
                  <a:gd name="T55" fmla="*/ 69 h 171"/>
                  <a:gd name="T56" fmla="*/ 30 w 151"/>
                  <a:gd name="T57" fmla="*/ 63 h 171"/>
                  <a:gd name="T58" fmla="*/ 39 w 151"/>
                  <a:gd name="T59" fmla="*/ 65 h 171"/>
                  <a:gd name="T60" fmla="*/ 47 w 151"/>
                  <a:gd name="T61" fmla="*/ 69 h 171"/>
                  <a:gd name="T62" fmla="*/ 49 w 151"/>
                  <a:gd name="T63" fmla="*/ 65 h 171"/>
                  <a:gd name="T64" fmla="*/ 57 w 151"/>
                  <a:gd name="T65" fmla="*/ 66 h 171"/>
                  <a:gd name="T66" fmla="*/ 87 w 151"/>
                  <a:gd name="T67" fmla="*/ 71 h 171"/>
                  <a:gd name="T68" fmla="*/ 91 w 151"/>
                  <a:gd name="T69" fmla="*/ 72 h 171"/>
                  <a:gd name="T70" fmla="*/ 90 w 151"/>
                  <a:gd name="T71" fmla="*/ 57 h 171"/>
                  <a:gd name="T72" fmla="*/ 69 w 151"/>
                  <a:gd name="T73" fmla="*/ 67 h 171"/>
                  <a:gd name="T74" fmla="*/ 104 w 151"/>
                  <a:gd name="T75" fmla="*/ 59 h 171"/>
                  <a:gd name="T76" fmla="*/ 102 w 151"/>
                  <a:gd name="T77" fmla="*/ 94 h 171"/>
                  <a:gd name="T78" fmla="*/ 112 w 151"/>
                  <a:gd name="T79" fmla="*/ 20 h 171"/>
                  <a:gd name="T80" fmla="*/ 113 w 151"/>
                  <a:gd name="T81" fmla="*/ 18 h 171"/>
                  <a:gd name="T82" fmla="*/ 113 w 151"/>
                  <a:gd name="T83" fmla="*/ 18 h 171"/>
                  <a:gd name="T84" fmla="*/ 88 w 151"/>
                  <a:gd name="T85" fmla="*/ 29 h 171"/>
                  <a:gd name="T86" fmla="*/ 88 w 151"/>
                  <a:gd name="T87" fmla="*/ 29 h 171"/>
                  <a:gd name="T88" fmla="*/ 86 w 151"/>
                  <a:gd name="T89" fmla="*/ 17 h 171"/>
                  <a:gd name="T90" fmla="*/ 91 w 151"/>
                  <a:gd name="T91" fmla="*/ 25 h 171"/>
                  <a:gd name="T92" fmla="*/ 93 w 151"/>
                  <a:gd name="T93" fmla="*/ 22 h 171"/>
                  <a:gd name="T94" fmla="*/ 97 w 151"/>
                  <a:gd name="T95" fmla="*/ 14 h 171"/>
                  <a:gd name="T96" fmla="*/ 92 w 151"/>
                  <a:gd name="T97" fmla="*/ 25 h 171"/>
                  <a:gd name="T98" fmla="*/ 20 w 151"/>
                  <a:gd name="T99" fmla="*/ 110 h 171"/>
                  <a:gd name="T100" fmla="*/ 54 w 151"/>
                  <a:gd name="T101" fmla="*/ 88 h 171"/>
                  <a:gd name="T102" fmla="*/ 58 w 151"/>
                  <a:gd name="T103" fmla="*/ 120 h 171"/>
                  <a:gd name="T104" fmla="*/ 125 w 151"/>
                  <a:gd name="T105" fmla="*/ 4 h 171"/>
                  <a:gd name="T106" fmla="*/ 20 w 151"/>
                  <a:gd name="T107" fmla="*/ 119 h 171"/>
                  <a:gd name="T108" fmla="*/ 43 w 151"/>
                  <a:gd name="T109" fmla="*/ 129 h 171"/>
                  <a:gd name="T110" fmla="*/ 125 w 151"/>
                  <a:gd name="T111" fmla="*/ 134 h 171"/>
                  <a:gd name="T112" fmla="*/ 119 w 151"/>
                  <a:gd name="T113" fmla="*/ 67 h 171"/>
                  <a:gd name="T114" fmla="*/ 121 w 151"/>
                  <a:gd name="T115" fmla="*/ 68 h 171"/>
                  <a:gd name="T116" fmla="*/ 116 w 151"/>
                  <a:gd name="T117" fmla="*/ 66 h 171"/>
                  <a:gd name="T118" fmla="*/ 122 w 151"/>
                  <a:gd name="T119" fmla="*/ 62 h 171"/>
                  <a:gd name="T120" fmla="*/ 106 w 151"/>
                  <a:gd name="T121" fmla="*/ 39 h 171"/>
                  <a:gd name="T122" fmla="*/ 119 w 151"/>
                  <a:gd name="T123" fmla="*/ 46 h 171"/>
                  <a:gd name="T124" fmla="*/ 126 w 151"/>
                  <a:gd name="T125" fmla="*/ 40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51" h="171">
                    <a:moveTo>
                      <a:pt x="151" y="92"/>
                    </a:moveTo>
                    <a:cubicBezTo>
                      <a:pt x="151" y="22"/>
                      <a:pt x="151" y="22"/>
                      <a:pt x="151" y="22"/>
                    </a:cubicBezTo>
                    <a:cubicBezTo>
                      <a:pt x="144" y="19"/>
                      <a:pt x="130" y="8"/>
                      <a:pt x="129" y="0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1" y="8"/>
                      <a:pt x="6" y="19"/>
                      <a:pt x="0" y="22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96"/>
                      <a:pt x="0" y="100"/>
                      <a:pt x="1" y="105"/>
                    </a:cubicBezTo>
                    <a:cubicBezTo>
                      <a:pt x="9" y="137"/>
                      <a:pt x="39" y="165"/>
                      <a:pt x="76" y="171"/>
                    </a:cubicBezTo>
                    <a:cubicBezTo>
                      <a:pt x="76" y="171"/>
                      <a:pt x="76" y="171"/>
                      <a:pt x="76" y="171"/>
                    </a:cubicBezTo>
                    <a:cubicBezTo>
                      <a:pt x="114" y="164"/>
                      <a:pt x="142" y="139"/>
                      <a:pt x="150" y="109"/>
                    </a:cubicBezTo>
                    <a:cubicBezTo>
                      <a:pt x="151" y="103"/>
                      <a:pt x="151" y="98"/>
                      <a:pt x="151" y="92"/>
                    </a:cubicBezTo>
                    <a:close/>
                    <a:moveTo>
                      <a:pt x="75" y="94"/>
                    </a:moveTo>
                    <a:cubicBezTo>
                      <a:pt x="75" y="92"/>
                      <a:pt x="75" y="92"/>
                      <a:pt x="75" y="92"/>
                    </a:cubicBezTo>
                    <a:cubicBezTo>
                      <a:pt x="75" y="92"/>
                      <a:pt x="74" y="92"/>
                      <a:pt x="74" y="92"/>
                    </a:cubicBezTo>
                    <a:cubicBezTo>
                      <a:pt x="73" y="93"/>
                      <a:pt x="73" y="93"/>
                      <a:pt x="73" y="93"/>
                    </a:cubicBezTo>
                    <a:cubicBezTo>
                      <a:pt x="73" y="93"/>
                      <a:pt x="72" y="94"/>
                      <a:pt x="72" y="94"/>
                    </a:cubicBezTo>
                    <a:cubicBezTo>
                      <a:pt x="72" y="94"/>
                      <a:pt x="72" y="95"/>
                      <a:pt x="71" y="95"/>
                    </a:cubicBezTo>
                    <a:cubicBezTo>
                      <a:pt x="71" y="95"/>
                      <a:pt x="71" y="95"/>
                      <a:pt x="71" y="95"/>
                    </a:cubicBezTo>
                    <a:cubicBezTo>
                      <a:pt x="71" y="95"/>
                      <a:pt x="71" y="96"/>
                      <a:pt x="71" y="96"/>
                    </a:cubicBezTo>
                    <a:cubicBezTo>
                      <a:pt x="70" y="96"/>
                      <a:pt x="70" y="96"/>
                      <a:pt x="70" y="97"/>
                    </a:cubicBezTo>
                    <a:cubicBezTo>
                      <a:pt x="70" y="97"/>
                      <a:pt x="70" y="97"/>
                      <a:pt x="70" y="97"/>
                    </a:cubicBezTo>
                    <a:cubicBezTo>
                      <a:pt x="70" y="98"/>
                      <a:pt x="70" y="98"/>
                      <a:pt x="70" y="98"/>
                    </a:cubicBezTo>
                    <a:cubicBezTo>
                      <a:pt x="70" y="98"/>
                      <a:pt x="70" y="98"/>
                      <a:pt x="70" y="98"/>
                    </a:cubicBezTo>
                    <a:cubicBezTo>
                      <a:pt x="70" y="98"/>
                      <a:pt x="69" y="98"/>
                      <a:pt x="69" y="98"/>
                    </a:cubicBezTo>
                    <a:cubicBezTo>
                      <a:pt x="69" y="98"/>
                      <a:pt x="69" y="98"/>
                      <a:pt x="69" y="98"/>
                    </a:cubicBezTo>
                    <a:cubicBezTo>
                      <a:pt x="69" y="98"/>
                      <a:pt x="69" y="98"/>
                      <a:pt x="69" y="98"/>
                    </a:cubicBezTo>
                    <a:cubicBezTo>
                      <a:pt x="69" y="98"/>
                      <a:pt x="69" y="98"/>
                      <a:pt x="69" y="98"/>
                    </a:cubicBezTo>
                    <a:cubicBezTo>
                      <a:pt x="69" y="98"/>
                      <a:pt x="69" y="98"/>
                      <a:pt x="68" y="97"/>
                    </a:cubicBezTo>
                    <a:cubicBezTo>
                      <a:pt x="68" y="97"/>
                      <a:pt x="68" y="97"/>
                      <a:pt x="68" y="97"/>
                    </a:cubicBezTo>
                    <a:cubicBezTo>
                      <a:pt x="68" y="97"/>
                      <a:pt x="68" y="97"/>
                      <a:pt x="69" y="97"/>
                    </a:cubicBezTo>
                    <a:cubicBezTo>
                      <a:pt x="69" y="96"/>
                      <a:pt x="69" y="96"/>
                      <a:pt x="69" y="96"/>
                    </a:cubicBezTo>
                    <a:cubicBezTo>
                      <a:pt x="69" y="96"/>
                      <a:pt x="69" y="96"/>
                      <a:pt x="69" y="96"/>
                    </a:cubicBezTo>
                    <a:cubicBezTo>
                      <a:pt x="70" y="94"/>
                      <a:pt x="70" y="94"/>
                      <a:pt x="70" y="94"/>
                    </a:cubicBezTo>
                    <a:cubicBezTo>
                      <a:pt x="70" y="94"/>
                      <a:pt x="70" y="94"/>
                      <a:pt x="70" y="94"/>
                    </a:cubicBezTo>
                    <a:cubicBezTo>
                      <a:pt x="70" y="94"/>
                      <a:pt x="70" y="93"/>
                      <a:pt x="71" y="93"/>
                    </a:cubicBezTo>
                    <a:cubicBezTo>
                      <a:pt x="71" y="93"/>
                      <a:pt x="71" y="93"/>
                      <a:pt x="72" y="92"/>
                    </a:cubicBezTo>
                    <a:cubicBezTo>
                      <a:pt x="72" y="92"/>
                      <a:pt x="72" y="92"/>
                      <a:pt x="72" y="92"/>
                    </a:cubicBezTo>
                    <a:cubicBezTo>
                      <a:pt x="72" y="92"/>
                      <a:pt x="72" y="92"/>
                      <a:pt x="73" y="91"/>
                    </a:cubicBezTo>
                    <a:cubicBezTo>
                      <a:pt x="73" y="91"/>
                      <a:pt x="73" y="91"/>
                      <a:pt x="74" y="91"/>
                    </a:cubicBezTo>
                    <a:cubicBezTo>
                      <a:pt x="74" y="91"/>
                      <a:pt x="74" y="91"/>
                      <a:pt x="74" y="91"/>
                    </a:cubicBezTo>
                    <a:cubicBezTo>
                      <a:pt x="75" y="90"/>
                      <a:pt x="75" y="90"/>
                      <a:pt x="75" y="90"/>
                    </a:cubicBezTo>
                    <a:cubicBezTo>
                      <a:pt x="75" y="90"/>
                      <a:pt x="75" y="90"/>
                      <a:pt x="75" y="90"/>
                    </a:cubicBezTo>
                    <a:cubicBezTo>
                      <a:pt x="75" y="90"/>
                      <a:pt x="75" y="90"/>
                      <a:pt x="75" y="89"/>
                    </a:cubicBezTo>
                    <a:cubicBezTo>
                      <a:pt x="75" y="89"/>
                      <a:pt x="75" y="89"/>
                      <a:pt x="75" y="89"/>
                    </a:cubicBezTo>
                    <a:cubicBezTo>
                      <a:pt x="75" y="89"/>
                      <a:pt x="75" y="89"/>
                      <a:pt x="75" y="89"/>
                    </a:cubicBezTo>
                    <a:cubicBezTo>
                      <a:pt x="75" y="88"/>
                      <a:pt x="75" y="88"/>
                      <a:pt x="75" y="88"/>
                    </a:cubicBezTo>
                    <a:cubicBezTo>
                      <a:pt x="75" y="88"/>
                      <a:pt x="75" y="88"/>
                      <a:pt x="75" y="88"/>
                    </a:cubicBezTo>
                    <a:cubicBezTo>
                      <a:pt x="75" y="88"/>
                      <a:pt x="75" y="88"/>
                      <a:pt x="75" y="88"/>
                    </a:cubicBezTo>
                    <a:cubicBezTo>
                      <a:pt x="75" y="88"/>
                      <a:pt x="75" y="88"/>
                      <a:pt x="75" y="87"/>
                    </a:cubicBezTo>
                    <a:cubicBezTo>
                      <a:pt x="75" y="87"/>
                      <a:pt x="75" y="87"/>
                      <a:pt x="75" y="87"/>
                    </a:cubicBezTo>
                    <a:cubicBezTo>
                      <a:pt x="75" y="87"/>
                      <a:pt x="76" y="87"/>
                      <a:pt x="76" y="87"/>
                    </a:cubicBezTo>
                    <a:cubicBezTo>
                      <a:pt x="76" y="87"/>
                      <a:pt x="76" y="87"/>
                      <a:pt x="76" y="87"/>
                    </a:cubicBezTo>
                    <a:cubicBezTo>
                      <a:pt x="76" y="87"/>
                      <a:pt x="76" y="87"/>
                      <a:pt x="76" y="87"/>
                    </a:cubicBezTo>
                    <a:cubicBezTo>
                      <a:pt x="76" y="87"/>
                      <a:pt x="76" y="87"/>
                      <a:pt x="76" y="87"/>
                    </a:cubicBezTo>
                    <a:cubicBezTo>
                      <a:pt x="76" y="87"/>
                      <a:pt x="76" y="87"/>
                      <a:pt x="76" y="87"/>
                    </a:cubicBezTo>
                    <a:cubicBezTo>
                      <a:pt x="76" y="87"/>
                      <a:pt x="76" y="87"/>
                      <a:pt x="76" y="87"/>
                    </a:cubicBezTo>
                    <a:cubicBezTo>
                      <a:pt x="77" y="87"/>
                      <a:pt x="77" y="87"/>
                      <a:pt x="77" y="87"/>
                    </a:cubicBezTo>
                    <a:cubicBezTo>
                      <a:pt x="77" y="87"/>
                      <a:pt x="77" y="87"/>
                      <a:pt x="77" y="87"/>
                    </a:cubicBezTo>
                    <a:cubicBezTo>
                      <a:pt x="77" y="87"/>
                      <a:pt x="77" y="87"/>
                      <a:pt x="77" y="88"/>
                    </a:cubicBezTo>
                    <a:cubicBezTo>
                      <a:pt x="77" y="89"/>
                      <a:pt x="77" y="89"/>
                      <a:pt x="77" y="89"/>
                    </a:cubicBezTo>
                    <a:cubicBezTo>
                      <a:pt x="77" y="89"/>
                      <a:pt x="77" y="89"/>
                      <a:pt x="77" y="89"/>
                    </a:cubicBezTo>
                    <a:cubicBezTo>
                      <a:pt x="77" y="90"/>
                      <a:pt x="77" y="90"/>
                      <a:pt x="77" y="90"/>
                    </a:cubicBezTo>
                    <a:cubicBezTo>
                      <a:pt x="77" y="90"/>
                      <a:pt x="77" y="90"/>
                      <a:pt x="77" y="91"/>
                    </a:cubicBezTo>
                    <a:cubicBezTo>
                      <a:pt x="77" y="91"/>
                      <a:pt x="77" y="91"/>
                      <a:pt x="77" y="91"/>
                    </a:cubicBezTo>
                    <a:cubicBezTo>
                      <a:pt x="78" y="91"/>
                      <a:pt x="78" y="91"/>
                      <a:pt x="78" y="91"/>
                    </a:cubicBezTo>
                    <a:cubicBezTo>
                      <a:pt x="78" y="91"/>
                      <a:pt x="78" y="91"/>
                      <a:pt x="78" y="91"/>
                    </a:cubicBezTo>
                    <a:cubicBezTo>
                      <a:pt x="78" y="91"/>
                      <a:pt x="79" y="91"/>
                      <a:pt x="79" y="91"/>
                    </a:cubicBezTo>
                    <a:cubicBezTo>
                      <a:pt x="79" y="91"/>
                      <a:pt x="80" y="91"/>
                      <a:pt x="80" y="92"/>
                    </a:cubicBezTo>
                    <a:cubicBezTo>
                      <a:pt x="80" y="92"/>
                      <a:pt x="81" y="92"/>
                      <a:pt x="81" y="92"/>
                    </a:cubicBezTo>
                    <a:cubicBezTo>
                      <a:pt x="81" y="92"/>
                      <a:pt x="81" y="93"/>
                      <a:pt x="81" y="93"/>
                    </a:cubicBezTo>
                    <a:cubicBezTo>
                      <a:pt x="82" y="93"/>
                      <a:pt x="82" y="93"/>
                      <a:pt x="82" y="93"/>
                    </a:cubicBezTo>
                    <a:cubicBezTo>
                      <a:pt x="82" y="94"/>
                      <a:pt x="82" y="94"/>
                      <a:pt x="82" y="94"/>
                    </a:cubicBezTo>
                    <a:cubicBezTo>
                      <a:pt x="82" y="94"/>
                      <a:pt x="82" y="94"/>
                      <a:pt x="82" y="94"/>
                    </a:cubicBezTo>
                    <a:cubicBezTo>
                      <a:pt x="83" y="95"/>
                      <a:pt x="83" y="95"/>
                      <a:pt x="83" y="95"/>
                    </a:cubicBezTo>
                    <a:cubicBezTo>
                      <a:pt x="83" y="95"/>
                      <a:pt x="83" y="95"/>
                      <a:pt x="83" y="96"/>
                    </a:cubicBezTo>
                    <a:cubicBezTo>
                      <a:pt x="83" y="96"/>
                      <a:pt x="83" y="96"/>
                      <a:pt x="83" y="96"/>
                    </a:cubicBezTo>
                    <a:cubicBezTo>
                      <a:pt x="83" y="96"/>
                      <a:pt x="83" y="96"/>
                      <a:pt x="83" y="96"/>
                    </a:cubicBezTo>
                    <a:cubicBezTo>
                      <a:pt x="83" y="96"/>
                      <a:pt x="83" y="96"/>
                      <a:pt x="83" y="96"/>
                    </a:cubicBezTo>
                    <a:cubicBezTo>
                      <a:pt x="84" y="96"/>
                      <a:pt x="84" y="96"/>
                      <a:pt x="84" y="97"/>
                    </a:cubicBezTo>
                    <a:cubicBezTo>
                      <a:pt x="84" y="97"/>
                      <a:pt x="84" y="97"/>
                      <a:pt x="84" y="97"/>
                    </a:cubicBezTo>
                    <a:cubicBezTo>
                      <a:pt x="84" y="97"/>
                      <a:pt x="84" y="97"/>
                      <a:pt x="84" y="97"/>
                    </a:cubicBezTo>
                    <a:cubicBezTo>
                      <a:pt x="84" y="97"/>
                      <a:pt x="84" y="97"/>
                      <a:pt x="84" y="97"/>
                    </a:cubicBezTo>
                    <a:cubicBezTo>
                      <a:pt x="84" y="97"/>
                      <a:pt x="84" y="97"/>
                      <a:pt x="84" y="97"/>
                    </a:cubicBezTo>
                    <a:cubicBezTo>
                      <a:pt x="84" y="98"/>
                      <a:pt x="84" y="98"/>
                      <a:pt x="84" y="98"/>
                    </a:cubicBezTo>
                    <a:cubicBezTo>
                      <a:pt x="84" y="98"/>
                      <a:pt x="84" y="98"/>
                      <a:pt x="84" y="98"/>
                    </a:cubicBezTo>
                    <a:cubicBezTo>
                      <a:pt x="84" y="98"/>
                      <a:pt x="84" y="98"/>
                      <a:pt x="84" y="98"/>
                    </a:cubicBezTo>
                    <a:cubicBezTo>
                      <a:pt x="84" y="98"/>
                      <a:pt x="84" y="98"/>
                      <a:pt x="84" y="98"/>
                    </a:cubicBezTo>
                    <a:cubicBezTo>
                      <a:pt x="84" y="98"/>
                      <a:pt x="84" y="98"/>
                      <a:pt x="84" y="98"/>
                    </a:cubicBezTo>
                    <a:cubicBezTo>
                      <a:pt x="84" y="98"/>
                      <a:pt x="84" y="98"/>
                      <a:pt x="84" y="98"/>
                    </a:cubicBezTo>
                    <a:cubicBezTo>
                      <a:pt x="84" y="98"/>
                      <a:pt x="84" y="98"/>
                      <a:pt x="84" y="98"/>
                    </a:cubicBezTo>
                    <a:cubicBezTo>
                      <a:pt x="84" y="98"/>
                      <a:pt x="84" y="98"/>
                      <a:pt x="84" y="98"/>
                    </a:cubicBezTo>
                    <a:cubicBezTo>
                      <a:pt x="84" y="98"/>
                      <a:pt x="84" y="98"/>
                      <a:pt x="84" y="98"/>
                    </a:cubicBezTo>
                    <a:cubicBezTo>
                      <a:pt x="84" y="98"/>
                      <a:pt x="84" y="98"/>
                      <a:pt x="84" y="98"/>
                    </a:cubicBezTo>
                    <a:cubicBezTo>
                      <a:pt x="83" y="98"/>
                      <a:pt x="83" y="98"/>
                      <a:pt x="83" y="98"/>
                    </a:cubicBezTo>
                    <a:cubicBezTo>
                      <a:pt x="83" y="98"/>
                      <a:pt x="83" y="98"/>
                      <a:pt x="83" y="98"/>
                    </a:cubicBezTo>
                    <a:cubicBezTo>
                      <a:pt x="83" y="98"/>
                      <a:pt x="83" y="98"/>
                      <a:pt x="83" y="98"/>
                    </a:cubicBezTo>
                    <a:cubicBezTo>
                      <a:pt x="83" y="98"/>
                      <a:pt x="83" y="98"/>
                      <a:pt x="83" y="98"/>
                    </a:cubicBezTo>
                    <a:cubicBezTo>
                      <a:pt x="83" y="98"/>
                      <a:pt x="83" y="98"/>
                      <a:pt x="83" y="98"/>
                    </a:cubicBezTo>
                    <a:cubicBezTo>
                      <a:pt x="83" y="98"/>
                      <a:pt x="83" y="98"/>
                      <a:pt x="83" y="98"/>
                    </a:cubicBezTo>
                    <a:cubicBezTo>
                      <a:pt x="83" y="98"/>
                      <a:pt x="83" y="98"/>
                      <a:pt x="83" y="98"/>
                    </a:cubicBezTo>
                    <a:cubicBezTo>
                      <a:pt x="83" y="98"/>
                      <a:pt x="83" y="98"/>
                      <a:pt x="83" y="98"/>
                    </a:cubicBezTo>
                    <a:cubicBezTo>
                      <a:pt x="82" y="96"/>
                      <a:pt x="82" y="96"/>
                      <a:pt x="82" y="96"/>
                    </a:cubicBezTo>
                    <a:cubicBezTo>
                      <a:pt x="82" y="96"/>
                      <a:pt x="82" y="96"/>
                      <a:pt x="81" y="96"/>
                    </a:cubicBezTo>
                    <a:cubicBezTo>
                      <a:pt x="81" y="95"/>
                      <a:pt x="81" y="95"/>
                      <a:pt x="81" y="95"/>
                    </a:cubicBezTo>
                    <a:cubicBezTo>
                      <a:pt x="81" y="95"/>
                      <a:pt x="81" y="95"/>
                      <a:pt x="81" y="95"/>
                    </a:cubicBezTo>
                    <a:cubicBezTo>
                      <a:pt x="81" y="95"/>
                      <a:pt x="81" y="94"/>
                      <a:pt x="81" y="94"/>
                    </a:cubicBezTo>
                    <a:cubicBezTo>
                      <a:pt x="80" y="94"/>
                      <a:pt x="80" y="94"/>
                      <a:pt x="80" y="94"/>
                    </a:cubicBezTo>
                    <a:cubicBezTo>
                      <a:pt x="80" y="94"/>
                      <a:pt x="80" y="93"/>
                      <a:pt x="79" y="93"/>
                    </a:cubicBezTo>
                    <a:cubicBezTo>
                      <a:pt x="79" y="93"/>
                      <a:pt x="79" y="93"/>
                      <a:pt x="79" y="93"/>
                    </a:cubicBezTo>
                    <a:cubicBezTo>
                      <a:pt x="79" y="93"/>
                      <a:pt x="79" y="93"/>
                      <a:pt x="79" y="93"/>
                    </a:cubicBezTo>
                    <a:cubicBezTo>
                      <a:pt x="79" y="92"/>
                      <a:pt x="78" y="92"/>
                      <a:pt x="78" y="92"/>
                    </a:cubicBezTo>
                    <a:cubicBezTo>
                      <a:pt x="78" y="92"/>
                      <a:pt x="78" y="92"/>
                      <a:pt x="78" y="92"/>
                    </a:cubicBezTo>
                    <a:cubicBezTo>
                      <a:pt x="78" y="92"/>
                      <a:pt x="77" y="92"/>
                      <a:pt x="77" y="92"/>
                    </a:cubicBezTo>
                    <a:cubicBezTo>
                      <a:pt x="77" y="94"/>
                      <a:pt x="77" y="94"/>
                      <a:pt x="77" y="94"/>
                    </a:cubicBezTo>
                    <a:cubicBezTo>
                      <a:pt x="77" y="94"/>
                      <a:pt x="77" y="94"/>
                      <a:pt x="77" y="94"/>
                    </a:cubicBezTo>
                    <a:cubicBezTo>
                      <a:pt x="78" y="94"/>
                      <a:pt x="78" y="94"/>
                      <a:pt x="78" y="95"/>
                    </a:cubicBezTo>
                    <a:cubicBezTo>
                      <a:pt x="78" y="95"/>
                      <a:pt x="78" y="95"/>
                      <a:pt x="78" y="95"/>
                    </a:cubicBezTo>
                    <a:cubicBezTo>
                      <a:pt x="79" y="95"/>
                      <a:pt x="79" y="95"/>
                      <a:pt x="79" y="96"/>
                    </a:cubicBezTo>
                    <a:cubicBezTo>
                      <a:pt x="79" y="96"/>
                      <a:pt x="79" y="96"/>
                      <a:pt x="79" y="97"/>
                    </a:cubicBezTo>
                    <a:cubicBezTo>
                      <a:pt x="80" y="97"/>
                      <a:pt x="80" y="97"/>
                      <a:pt x="80" y="98"/>
                    </a:cubicBezTo>
                    <a:cubicBezTo>
                      <a:pt x="80" y="98"/>
                      <a:pt x="80" y="99"/>
                      <a:pt x="80" y="99"/>
                    </a:cubicBezTo>
                    <a:cubicBezTo>
                      <a:pt x="79" y="99"/>
                      <a:pt x="79" y="100"/>
                      <a:pt x="79" y="100"/>
                    </a:cubicBezTo>
                    <a:cubicBezTo>
                      <a:pt x="79" y="100"/>
                      <a:pt x="79" y="101"/>
                      <a:pt x="79" y="101"/>
                    </a:cubicBezTo>
                    <a:cubicBezTo>
                      <a:pt x="78" y="101"/>
                      <a:pt x="78" y="101"/>
                      <a:pt x="78" y="102"/>
                    </a:cubicBezTo>
                    <a:cubicBezTo>
                      <a:pt x="78" y="102"/>
                      <a:pt x="78" y="103"/>
                      <a:pt x="78" y="103"/>
                    </a:cubicBezTo>
                    <a:cubicBezTo>
                      <a:pt x="79" y="103"/>
                      <a:pt x="79" y="104"/>
                      <a:pt x="79" y="104"/>
                    </a:cubicBezTo>
                    <a:cubicBezTo>
                      <a:pt x="79" y="104"/>
                      <a:pt x="79" y="104"/>
                      <a:pt x="79" y="104"/>
                    </a:cubicBezTo>
                    <a:cubicBezTo>
                      <a:pt x="79" y="104"/>
                      <a:pt x="79" y="104"/>
                      <a:pt x="79" y="105"/>
                    </a:cubicBezTo>
                    <a:cubicBezTo>
                      <a:pt x="79" y="105"/>
                      <a:pt x="80" y="106"/>
                      <a:pt x="80" y="106"/>
                    </a:cubicBezTo>
                    <a:cubicBezTo>
                      <a:pt x="80" y="106"/>
                      <a:pt x="80" y="106"/>
                      <a:pt x="80" y="106"/>
                    </a:cubicBezTo>
                    <a:cubicBezTo>
                      <a:pt x="80" y="106"/>
                      <a:pt x="80" y="107"/>
                      <a:pt x="80" y="107"/>
                    </a:cubicBezTo>
                    <a:cubicBezTo>
                      <a:pt x="80" y="108"/>
                      <a:pt x="80" y="108"/>
                      <a:pt x="80" y="109"/>
                    </a:cubicBezTo>
                    <a:cubicBezTo>
                      <a:pt x="80" y="109"/>
                      <a:pt x="80" y="109"/>
                      <a:pt x="80" y="109"/>
                    </a:cubicBezTo>
                    <a:cubicBezTo>
                      <a:pt x="81" y="109"/>
                      <a:pt x="81" y="110"/>
                      <a:pt x="81" y="110"/>
                    </a:cubicBezTo>
                    <a:cubicBezTo>
                      <a:pt x="81" y="111"/>
                      <a:pt x="81" y="111"/>
                      <a:pt x="81" y="112"/>
                    </a:cubicBezTo>
                    <a:cubicBezTo>
                      <a:pt x="81" y="112"/>
                      <a:pt x="81" y="112"/>
                      <a:pt x="81" y="112"/>
                    </a:cubicBezTo>
                    <a:cubicBezTo>
                      <a:pt x="81" y="112"/>
                      <a:pt x="81" y="113"/>
                      <a:pt x="81" y="113"/>
                    </a:cubicBezTo>
                    <a:cubicBezTo>
                      <a:pt x="81" y="113"/>
                      <a:pt x="81" y="113"/>
                      <a:pt x="81" y="113"/>
                    </a:cubicBezTo>
                    <a:cubicBezTo>
                      <a:pt x="81" y="113"/>
                      <a:pt x="81" y="114"/>
                      <a:pt x="81" y="114"/>
                    </a:cubicBezTo>
                    <a:cubicBezTo>
                      <a:pt x="81" y="114"/>
                      <a:pt x="81" y="114"/>
                      <a:pt x="81" y="115"/>
                    </a:cubicBezTo>
                    <a:cubicBezTo>
                      <a:pt x="81" y="115"/>
                      <a:pt x="81" y="115"/>
                      <a:pt x="81" y="115"/>
                    </a:cubicBezTo>
                    <a:cubicBezTo>
                      <a:pt x="81" y="115"/>
                      <a:pt x="81" y="115"/>
                      <a:pt x="81" y="115"/>
                    </a:cubicBezTo>
                    <a:cubicBezTo>
                      <a:pt x="81" y="115"/>
                      <a:pt x="81" y="115"/>
                      <a:pt x="81" y="115"/>
                    </a:cubicBezTo>
                    <a:cubicBezTo>
                      <a:pt x="81" y="115"/>
                      <a:pt x="81" y="115"/>
                      <a:pt x="81" y="115"/>
                    </a:cubicBezTo>
                    <a:cubicBezTo>
                      <a:pt x="81" y="115"/>
                      <a:pt x="81" y="115"/>
                      <a:pt x="80" y="115"/>
                    </a:cubicBezTo>
                    <a:cubicBezTo>
                      <a:pt x="80" y="115"/>
                      <a:pt x="80" y="115"/>
                      <a:pt x="80" y="115"/>
                    </a:cubicBezTo>
                    <a:cubicBezTo>
                      <a:pt x="80" y="115"/>
                      <a:pt x="80" y="115"/>
                      <a:pt x="80" y="115"/>
                    </a:cubicBezTo>
                    <a:cubicBezTo>
                      <a:pt x="80" y="115"/>
                      <a:pt x="80" y="115"/>
                      <a:pt x="80" y="115"/>
                    </a:cubicBezTo>
                    <a:cubicBezTo>
                      <a:pt x="80" y="115"/>
                      <a:pt x="80" y="115"/>
                      <a:pt x="80" y="115"/>
                    </a:cubicBezTo>
                    <a:cubicBezTo>
                      <a:pt x="80" y="115"/>
                      <a:pt x="80" y="115"/>
                      <a:pt x="80" y="115"/>
                    </a:cubicBezTo>
                    <a:cubicBezTo>
                      <a:pt x="80" y="115"/>
                      <a:pt x="80" y="115"/>
                      <a:pt x="80" y="115"/>
                    </a:cubicBezTo>
                    <a:cubicBezTo>
                      <a:pt x="80" y="114"/>
                      <a:pt x="80" y="114"/>
                      <a:pt x="79" y="114"/>
                    </a:cubicBezTo>
                    <a:cubicBezTo>
                      <a:pt x="79" y="114"/>
                      <a:pt x="79" y="114"/>
                      <a:pt x="79" y="113"/>
                    </a:cubicBezTo>
                    <a:cubicBezTo>
                      <a:pt x="79" y="113"/>
                      <a:pt x="79" y="113"/>
                      <a:pt x="79" y="113"/>
                    </a:cubicBezTo>
                    <a:cubicBezTo>
                      <a:pt x="79" y="113"/>
                      <a:pt x="79" y="113"/>
                      <a:pt x="79" y="112"/>
                    </a:cubicBezTo>
                    <a:cubicBezTo>
                      <a:pt x="79" y="112"/>
                      <a:pt x="79" y="112"/>
                      <a:pt x="79" y="112"/>
                    </a:cubicBezTo>
                    <a:cubicBezTo>
                      <a:pt x="79" y="112"/>
                      <a:pt x="79" y="111"/>
                      <a:pt x="79" y="110"/>
                    </a:cubicBezTo>
                    <a:cubicBezTo>
                      <a:pt x="79" y="110"/>
                      <a:pt x="79" y="109"/>
                      <a:pt x="79" y="109"/>
                    </a:cubicBezTo>
                    <a:cubicBezTo>
                      <a:pt x="79" y="108"/>
                      <a:pt x="79" y="108"/>
                      <a:pt x="79" y="108"/>
                    </a:cubicBezTo>
                    <a:cubicBezTo>
                      <a:pt x="78" y="107"/>
                      <a:pt x="78" y="107"/>
                      <a:pt x="78" y="107"/>
                    </a:cubicBezTo>
                    <a:cubicBezTo>
                      <a:pt x="78" y="107"/>
                      <a:pt x="78" y="106"/>
                      <a:pt x="78" y="106"/>
                    </a:cubicBezTo>
                    <a:cubicBezTo>
                      <a:pt x="78" y="106"/>
                      <a:pt x="78" y="106"/>
                      <a:pt x="78" y="106"/>
                    </a:cubicBezTo>
                    <a:cubicBezTo>
                      <a:pt x="78" y="106"/>
                      <a:pt x="78" y="105"/>
                      <a:pt x="78" y="105"/>
                    </a:cubicBezTo>
                    <a:cubicBezTo>
                      <a:pt x="78" y="105"/>
                      <a:pt x="78" y="105"/>
                      <a:pt x="77" y="104"/>
                    </a:cubicBezTo>
                    <a:cubicBezTo>
                      <a:pt x="77" y="104"/>
                      <a:pt x="77" y="104"/>
                      <a:pt x="77" y="103"/>
                    </a:cubicBezTo>
                    <a:cubicBezTo>
                      <a:pt x="77" y="103"/>
                      <a:pt x="77" y="103"/>
                      <a:pt x="77" y="103"/>
                    </a:cubicBezTo>
                    <a:cubicBezTo>
                      <a:pt x="77" y="103"/>
                      <a:pt x="77" y="103"/>
                      <a:pt x="77" y="103"/>
                    </a:cubicBezTo>
                    <a:cubicBezTo>
                      <a:pt x="76" y="102"/>
                      <a:pt x="76" y="102"/>
                      <a:pt x="76" y="102"/>
                    </a:cubicBezTo>
                    <a:cubicBezTo>
                      <a:pt x="76" y="103"/>
                      <a:pt x="75" y="103"/>
                      <a:pt x="75" y="103"/>
                    </a:cubicBezTo>
                    <a:cubicBezTo>
                      <a:pt x="75" y="104"/>
                      <a:pt x="75" y="104"/>
                      <a:pt x="75" y="104"/>
                    </a:cubicBezTo>
                    <a:cubicBezTo>
                      <a:pt x="74" y="104"/>
                      <a:pt x="74" y="104"/>
                      <a:pt x="74" y="105"/>
                    </a:cubicBezTo>
                    <a:cubicBezTo>
                      <a:pt x="74" y="105"/>
                      <a:pt x="74" y="105"/>
                      <a:pt x="74" y="106"/>
                    </a:cubicBezTo>
                    <a:cubicBezTo>
                      <a:pt x="74" y="106"/>
                      <a:pt x="74" y="106"/>
                      <a:pt x="73" y="107"/>
                    </a:cubicBezTo>
                    <a:cubicBezTo>
                      <a:pt x="73" y="107"/>
                      <a:pt x="73" y="107"/>
                      <a:pt x="73" y="108"/>
                    </a:cubicBezTo>
                    <a:cubicBezTo>
                      <a:pt x="73" y="108"/>
                      <a:pt x="73" y="108"/>
                      <a:pt x="73" y="108"/>
                    </a:cubicBezTo>
                    <a:cubicBezTo>
                      <a:pt x="73" y="108"/>
                      <a:pt x="73" y="108"/>
                      <a:pt x="73" y="109"/>
                    </a:cubicBezTo>
                    <a:cubicBezTo>
                      <a:pt x="73" y="109"/>
                      <a:pt x="73" y="110"/>
                      <a:pt x="73" y="110"/>
                    </a:cubicBezTo>
                    <a:cubicBezTo>
                      <a:pt x="73" y="110"/>
                      <a:pt x="73" y="110"/>
                      <a:pt x="73" y="110"/>
                    </a:cubicBezTo>
                    <a:cubicBezTo>
                      <a:pt x="73" y="111"/>
                      <a:pt x="73" y="111"/>
                      <a:pt x="73" y="111"/>
                    </a:cubicBezTo>
                    <a:cubicBezTo>
                      <a:pt x="73" y="111"/>
                      <a:pt x="73" y="111"/>
                      <a:pt x="73" y="111"/>
                    </a:cubicBezTo>
                    <a:cubicBezTo>
                      <a:pt x="73" y="112"/>
                      <a:pt x="73" y="112"/>
                      <a:pt x="73" y="112"/>
                    </a:cubicBezTo>
                    <a:cubicBezTo>
                      <a:pt x="73" y="112"/>
                      <a:pt x="73" y="112"/>
                      <a:pt x="73" y="112"/>
                    </a:cubicBezTo>
                    <a:cubicBezTo>
                      <a:pt x="73" y="113"/>
                      <a:pt x="73" y="113"/>
                      <a:pt x="73" y="113"/>
                    </a:cubicBezTo>
                    <a:cubicBezTo>
                      <a:pt x="73" y="113"/>
                      <a:pt x="73" y="113"/>
                      <a:pt x="73" y="113"/>
                    </a:cubicBezTo>
                    <a:cubicBezTo>
                      <a:pt x="73" y="114"/>
                      <a:pt x="73" y="114"/>
                      <a:pt x="73" y="114"/>
                    </a:cubicBezTo>
                    <a:cubicBezTo>
                      <a:pt x="73" y="114"/>
                      <a:pt x="73" y="114"/>
                      <a:pt x="73" y="114"/>
                    </a:cubicBezTo>
                    <a:cubicBezTo>
                      <a:pt x="73" y="114"/>
                      <a:pt x="73" y="115"/>
                      <a:pt x="73" y="115"/>
                    </a:cubicBezTo>
                    <a:cubicBezTo>
                      <a:pt x="73" y="115"/>
                      <a:pt x="73" y="115"/>
                      <a:pt x="73" y="115"/>
                    </a:cubicBezTo>
                    <a:cubicBezTo>
                      <a:pt x="72" y="115"/>
                      <a:pt x="72" y="115"/>
                      <a:pt x="72" y="115"/>
                    </a:cubicBezTo>
                    <a:cubicBezTo>
                      <a:pt x="72" y="115"/>
                      <a:pt x="72" y="115"/>
                      <a:pt x="72" y="115"/>
                    </a:cubicBezTo>
                    <a:cubicBezTo>
                      <a:pt x="72" y="115"/>
                      <a:pt x="72" y="115"/>
                      <a:pt x="72" y="115"/>
                    </a:cubicBezTo>
                    <a:cubicBezTo>
                      <a:pt x="71" y="115"/>
                      <a:pt x="71" y="115"/>
                      <a:pt x="71" y="115"/>
                    </a:cubicBezTo>
                    <a:cubicBezTo>
                      <a:pt x="71" y="115"/>
                      <a:pt x="71" y="115"/>
                      <a:pt x="71" y="115"/>
                    </a:cubicBezTo>
                    <a:cubicBezTo>
                      <a:pt x="71" y="115"/>
                      <a:pt x="71" y="115"/>
                      <a:pt x="71" y="114"/>
                    </a:cubicBezTo>
                    <a:cubicBezTo>
                      <a:pt x="71" y="114"/>
                      <a:pt x="71" y="114"/>
                      <a:pt x="71" y="114"/>
                    </a:cubicBezTo>
                    <a:cubicBezTo>
                      <a:pt x="71" y="114"/>
                      <a:pt x="71" y="113"/>
                      <a:pt x="71" y="113"/>
                    </a:cubicBezTo>
                    <a:cubicBezTo>
                      <a:pt x="71" y="112"/>
                      <a:pt x="71" y="111"/>
                      <a:pt x="71" y="110"/>
                    </a:cubicBezTo>
                    <a:cubicBezTo>
                      <a:pt x="71" y="110"/>
                      <a:pt x="71" y="109"/>
                      <a:pt x="71" y="109"/>
                    </a:cubicBezTo>
                    <a:cubicBezTo>
                      <a:pt x="71" y="108"/>
                      <a:pt x="72" y="107"/>
                      <a:pt x="72" y="107"/>
                    </a:cubicBezTo>
                    <a:cubicBezTo>
                      <a:pt x="72" y="106"/>
                      <a:pt x="72" y="106"/>
                      <a:pt x="72" y="105"/>
                    </a:cubicBezTo>
                    <a:cubicBezTo>
                      <a:pt x="72" y="105"/>
                      <a:pt x="73" y="104"/>
                      <a:pt x="73" y="104"/>
                    </a:cubicBezTo>
                    <a:cubicBezTo>
                      <a:pt x="73" y="104"/>
                      <a:pt x="73" y="104"/>
                      <a:pt x="73" y="104"/>
                    </a:cubicBezTo>
                    <a:cubicBezTo>
                      <a:pt x="73" y="104"/>
                      <a:pt x="73" y="103"/>
                      <a:pt x="73" y="103"/>
                    </a:cubicBezTo>
                    <a:cubicBezTo>
                      <a:pt x="74" y="102"/>
                      <a:pt x="74" y="102"/>
                      <a:pt x="74" y="102"/>
                    </a:cubicBezTo>
                    <a:cubicBezTo>
                      <a:pt x="74" y="102"/>
                      <a:pt x="74" y="102"/>
                      <a:pt x="74" y="101"/>
                    </a:cubicBezTo>
                    <a:cubicBezTo>
                      <a:pt x="74" y="101"/>
                      <a:pt x="74" y="101"/>
                      <a:pt x="73" y="101"/>
                    </a:cubicBezTo>
                    <a:cubicBezTo>
                      <a:pt x="73" y="101"/>
                      <a:pt x="73" y="101"/>
                      <a:pt x="73" y="101"/>
                    </a:cubicBezTo>
                    <a:cubicBezTo>
                      <a:pt x="73" y="101"/>
                      <a:pt x="73" y="100"/>
                      <a:pt x="73" y="100"/>
                    </a:cubicBezTo>
                    <a:cubicBezTo>
                      <a:pt x="72" y="100"/>
                      <a:pt x="72" y="100"/>
                      <a:pt x="72" y="99"/>
                    </a:cubicBezTo>
                    <a:cubicBezTo>
                      <a:pt x="72" y="99"/>
                      <a:pt x="72" y="99"/>
                      <a:pt x="72" y="98"/>
                    </a:cubicBezTo>
                    <a:cubicBezTo>
                      <a:pt x="72" y="98"/>
                      <a:pt x="72" y="98"/>
                      <a:pt x="72" y="98"/>
                    </a:cubicBezTo>
                    <a:cubicBezTo>
                      <a:pt x="72" y="98"/>
                      <a:pt x="72" y="97"/>
                      <a:pt x="72" y="97"/>
                    </a:cubicBezTo>
                    <a:cubicBezTo>
                      <a:pt x="72" y="97"/>
                      <a:pt x="73" y="96"/>
                      <a:pt x="73" y="96"/>
                    </a:cubicBezTo>
                    <a:cubicBezTo>
                      <a:pt x="73" y="96"/>
                      <a:pt x="73" y="95"/>
                      <a:pt x="74" y="95"/>
                    </a:cubicBezTo>
                    <a:cubicBezTo>
                      <a:pt x="74" y="95"/>
                      <a:pt x="75" y="94"/>
                      <a:pt x="75" y="94"/>
                    </a:cubicBezTo>
                    <a:close/>
                    <a:moveTo>
                      <a:pt x="76" y="101"/>
                    </a:moveTo>
                    <a:cubicBezTo>
                      <a:pt x="75" y="100"/>
                      <a:pt x="75" y="100"/>
                      <a:pt x="75" y="100"/>
                    </a:cubicBezTo>
                    <a:cubicBezTo>
                      <a:pt x="75" y="100"/>
                      <a:pt x="75" y="100"/>
                      <a:pt x="75" y="100"/>
                    </a:cubicBezTo>
                    <a:cubicBezTo>
                      <a:pt x="75" y="100"/>
                      <a:pt x="75" y="100"/>
                      <a:pt x="74" y="100"/>
                    </a:cubicBezTo>
                    <a:cubicBezTo>
                      <a:pt x="74" y="100"/>
                      <a:pt x="74" y="100"/>
                      <a:pt x="74" y="100"/>
                    </a:cubicBezTo>
                    <a:cubicBezTo>
                      <a:pt x="74" y="100"/>
                      <a:pt x="74" y="100"/>
                      <a:pt x="74" y="99"/>
                    </a:cubicBezTo>
                    <a:cubicBezTo>
                      <a:pt x="74" y="99"/>
                      <a:pt x="74" y="99"/>
                      <a:pt x="74" y="99"/>
                    </a:cubicBezTo>
                    <a:cubicBezTo>
                      <a:pt x="74" y="99"/>
                      <a:pt x="74" y="99"/>
                      <a:pt x="74" y="99"/>
                    </a:cubicBezTo>
                    <a:cubicBezTo>
                      <a:pt x="74" y="98"/>
                      <a:pt x="74" y="98"/>
                      <a:pt x="74" y="98"/>
                    </a:cubicBezTo>
                    <a:cubicBezTo>
                      <a:pt x="74" y="98"/>
                      <a:pt x="74" y="98"/>
                      <a:pt x="74" y="97"/>
                    </a:cubicBezTo>
                    <a:cubicBezTo>
                      <a:pt x="74" y="97"/>
                      <a:pt x="74" y="97"/>
                      <a:pt x="74" y="97"/>
                    </a:cubicBezTo>
                    <a:cubicBezTo>
                      <a:pt x="74" y="97"/>
                      <a:pt x="74" y="97"/>
                      <a:pt x="74" y="97"/>
                    </a:cubicBezTo>
                    <a:cubicBezTo>
                      <a:pt x="74" y="97"/>
                      <a:pt x="74" y="97"/>
                      <a:pt x="74" y="96"/>
                    </a:cubicBezTo>
                    <a:cubicBezTo>
                      <a:pt x="75" y="96"/>
                      <a:pt x="75" y="96"/>
                      <a:pt x="75" y="96"/>
                    </a:cubicBezTo>
                    <a:cubicBezTo>
                      <a:pt x="75" y="96"/>
                      <a:pt x="75" y="96"/>
                      <a:pt x="75" y="96"/>
                    </a:cubicBezTo>
                    <a:cubicBezTo>
                      <a:pt x="75" y="96"/>
                      <a:pt x="75" y="96"/>
                      <a:pt x="76" y="96"/>
                    </a:cubicBezTo>
                    <a:cubicBezTo>
                      <a:pt x="76" y="95"/>
                      <a:pt x="76" y="95"/>
                      <a:pt x="76" y="95"/>
                    </a:cubicBezTo>
                    <a:cubicBezTo>
                      <a:pt x="76" y="95"/>
                      <a:pt x="76" y="95"/>
                      <a:pt x="76" y="95"/>
                    </a:cubicBezTo>
                    <a:cubicBezTo>
                      <a:pt x="76" y="95"/>
                      <a:pt x="76" y="95"/>
                      <a:pt x="76" y="96"/>
                    </a:cubicBezTo>
                    <a:cubicBezTo>
                      <a:pt x="77" y="96"/>
                      <a:pt x="77" y="96"/>
                      <a:pt x="77" y="96"/>
                    </a:cubicBezTo>
                    <a:cubicBezTo>
                      <a:pt x="77" y="96"/>
                      <a:pt x="77" y="96"/>
                      <a:pt x="77" y="96"/>
                    </a:cubicBezTo>
                    <a:cubicBezTo>
                      <a:pt x="78" y="96"/>
                      <a:pt x="78" y="97"/>
                      <a:pt x="78" y="97"/>
                    </a:cubicBezTo>
                    <a:cubicBezTo>
                      <a:pt x="78" y="97"/>
                      <a:pt x="78" y="97"/>
                      <a:pt x="78" y="97"/>
                    </a:cubicBezTo>
                    <a:cubicBezTo>
                      <a:pt x="78" y="97"/>
                      <a:pt x="78" y="97"/>
                      <a:pt x="78" y="97"/>
                    </a:cubicBezTo>
                    <a:cubicBezTo>
                      <a:pt x="78" y="97"/>
                      <a:pt x="78" y="98"/>
                      <a:pt x="78" y="98"/>
                    </a:cubicBezTo>
                    <a:cubicBezTo>
                      <a:pt x="78" y="98"/>
                      <a:pt x="78" y="98"/>
                      <a:pt x="78" y="98"/>
                    </a:cubicBezTo>
                    <a:cubicBezTo>
                      <a:pt x="78" y="98"/>
                      <a:pt x="78" y="99"/>
                      <a:pt x="78" y="99"/>
                    </a:cubicBezTo>
                    <a:cubicBezTo>
                      <a:pt x="78" y="99"/>
                      <a:pt x="78" y="99"/>
                      <a:pt x="78" y="99"/>
                    </a:cubicBezTo>
                    <a:cubicBezTo>
                      <a:pt x="78" y="100"/>
                      <a:pt x="77" y="100"/>
                      <a:pt x="77" y="100"/>
                    </a:cubicBezTo>
                    <a:cubicBezTo>
                      <a:pt x="77" y="100"/>
                      <a:pt x="77" y="100"/>
                      <a:pt x="77" y="100"/>
                    </a:cubicBezTo>
                    <a:cubicBezTo>
                      <a:pt x="77" y="100"/>
                      <a:pt x="77" y="100"/>
                      <a:pt x="77" y="101"/>
                    </a:cubicBezTo>
                    <a:cubicBezTo>
                      <a:pt x="77" y="101"/>
                      <a:pt x="77" y="101"/>
                      <a:pt x="77" y="101"/>
                    </a:cubicBezTo>
                    <a:cubicBezTo>
                      <a:pt x="76" y="101"/>
                      <a:pt x="76" y="101"/>
                      <a:pt x="76" y="101"/>
                    </a:cubicBezTo>
                    <a:close/>
                    <a:moveTo>
                      <a:pt x="75" y="127"/>
                    </a:moveTo>
                    <a:cubicBezTo>
                      <a:pt x="75" y="127"/>
                      <a:pt x="74" y="128"/>
                      <a:pt x="74" y="128"/>
                    </a:cubicBezTo>
                    <a:cubicBezTo>
                      <a:pt x="74" y="128"/>
                      <a:pt x="74" y="128"/>
                      <a:pt x="74" y="128"/>
                    </a:cubicBezTo>
                    <a:cubicBezTo>
                      <a:pt x="74" y="128"/>
                      <a:pt x="73" y="128"/>
                      <a:pt x="73" y="128"/>
                    </a:cubicBezTo>
                    <a:cubicBezTo>
                      <a:pt x="73" y="129"/>
                      <a:pt x="72" y="129"/>
                      <a:pt x="72" y="129"/>
                    </a:cubicBezTo>
                    <a:cubicBezTo>
                      <a:pt x="72" y="130"/>
                      <a:pt x="72" y="130"/>
                      <a:pt x="71" y="130"/>
                    </a:cubicBezTo>
                    <a:cubicBezTo>
                      <a:pt x="71" y="131"/>
                      <a:pt x="71" y="131"/>
                      <a:pt x="71" y="132"/>
                    </a:cubicBezTo>
                    <a:cubicBezTo>
                      <a:pt x="71" y="132"/>
                      <a:pt x="71" y="132"/>
                      <a:pt x="71" y="132"/>
                    </a:cubicBezTo>
                    <a:cubicBezTo>
                      <a:pt x="71" y="132"/>
                      <a:pt x="71" y="132"/>
                      <a:pt x="71" y="132"/>
                    </a:cubicBezTo>
                    <a:cubicBezTo>
                      <a:pt x="71" y="133"/>
                      <a:pt x="71" y="133"/>
                      <a:pt x="70" y="133"/>
                    </a:cubicBezTo>
                    <a:cubicBezTo>
                      <a:pt x="70" y="134"/>
                      <a:pt x="70" y="134"/>
                      <a:pt x="70" y="135"/>
                    </a:cubicBezTo>
                    <a:cubicBezTo>
                      <a:pt x="70" y="135"/>
                      <a:pt x="70" y="135"/>
                      <a:pt x="70" y="135"/>
                    </a:cubicBezTo>
                    <a:cubicBezTo>
                      <a:pt x="70" y="135"/>
                      <a:pt x="70" y="135"/>
                      <a:pt x="70" y="136"/>
                    </a:cubicBezTo>
                    <a:cubicBezTo>
                      <a:pt x="70" y="136"/>
                      <a:pt x="70" y="136"/>
                      <a:pt x="70" y="136"/>
                    </a:cubicBezTo>
                    <a:cubicBezTo>
                      <a:pt x="70" y="136"/>
                      <a:pt x="70" y="136"/>
                      <a:pt x="70" y="136"/>
                    </a:cubicBezTo>
                    <a:cubicBezTo>
                      <a:pt x="70" y="137"/>
                      <a:pt x="70" y="137"/>
                      <a:pt x="70" y="137"/>
                    </a:cubicBezTo>
                    <a:cubicBezTo>
                      <a:pt x="70" y="137"/>
                      <a:pt x="70" y="137"/>
                      <a:pt x="69" y="137"/>
                    </a:cubicBezTo>
                    <a:cubicBezTo>
                      <a:pt x="69" y="137"/>
                      <a:pt x="69" y="137"/>
                      <a:pt x="69" y="137"/>
                    </a:cubicBezTo>
                    <a:cubicBezTo>
                      <a:pt x="69" y="137"/>
                      <a:pt x="69" y="137"/>
                      <a:pt x="69" y="137"/>
                    </a:cubicBezTo>
                    <a:cubicBezTo>
                      <a:pt x="69" y="137"/>
                      <a:pt x="69" y="137"/>
                      <a:pt x="69" y="137"/>
                    </a:cubicBezTo>
                    <a:cubicBezTo>
                      <a:pt x="69" y="137"/>
                      <a:pt x="69" y="136"/>
                      <a:pt x="69" y="136"/>
                    </a:cubicBezTo>
                    <a:cubicBezTo>
                      <a:pt x="69" y="136"/>
                      <a:pt x="69" y="136"/>
                      <a:pt x="69" y="136"/>
                    </a:cubicBezTo>
                    <a:cubicBezTo>
                      <a:pt x="69" y="136"/>
                      <a:pt x="69" y="136"/>
                      <a:pt x="69" y="135"/>
                    </a:cubicBezTo>
                    <a:cubicBezTo>
                      <a:pt x="69" y="135"/>
                      <a:pt x="69" y="135"/>
                      <a:pt x="69" y="135"/>
                    </a:cubicBezTo>
                    <a:cubicBezTo>
                      <a:pt x="69" y="135"/>
                      <a:pt x="69" y="135"/>
                      <a:pt x="69" y="135"/>
                    </a:cubicBezTo>
                    <a:cubicBezTo>
                      <a:pt x="69" y="135"/>
                      <a:pt x="69" y="135"/>
                      <a:pt x="69" y="135"/>
                    </a:cubicBezTo>
                    <a:cubicBezTo>
                      <a:pt x="69" y="134"/>
                      <a:pt x="69" y="134"/>
                      <a:pt x="69" y="134"/>
                    </a:cubicBezTo>
                    <a:cubicBezTo>
                      <a:pt x="69" y="134"/>
                      <a:pt x="69" y="134"/>
                      <a:pt x="69" y="134"/>
                    </a:cubicBezTo>
                    <a:cubicBezTo>
                      <a:pt x="69" y="134"/>
                      <a:pt x="69" y="133"/>
                      <a:pt x="69" y="133"/>
                    </a:cubicBezTo>
                    <a:cubicBezTo>
                      <a:pt x="69" y="132"/>
                      <a:pt x="69" y="132"/>
                      <a:pt x="69" y="131"/>
                    </a:cubicBezTo>
                    <a:cubicBezTo>
                      <a:pt x="70" y="131"/>
                      <a:pt x="70" y="130"/>
                      <a:pt x="70" y="130"/>
                    </a:cubicBezTo>
                    <a:cubicBezTo>
                      <a:pt x="70" y="129"/>
                      <a:pt x="70" y="129"/>
                      <a:pt x="71" y="128"/>
                    </a:cubicBezTo>
                    <a:cubicBezTo>
                      <a:pt x="71" y="128"/>
                      <a:pt x="71" y="128"/>
                      <a:pt x="72" y="127"/>
                    </a:cubicBezTo>
                    <a:cubicBezTo>
                      <a:pt x="72" y="127"/>
                      <a:pt x="72" y="127"/>
                      <a:pt x="72" y="127"/>
                    </a:cubicBezTo>
                    <a:cubicBezTo>
                      <a:pt x="72" y="127"/>
                      <a:pt x="72" y="127"/>
                      <a:pt x="73" y="127"/>
                    </a:cubicBezTo>
                    <a:cubicBezTo>
                      <a:pt x="73" y="127"/>
                      <a:pt x="73" y="127"/>
                      <a:pt x="73" y="127"/>
                    </a:cubicBezTo>
                    <a:cubicBezTo>
                      <a:pt x="73" y="126"/>
                      <a:pt x="73" y="126"/>
                      <a:pt x="74" y="126"/>
                    </a:cubicBezTo>
                    <a:cubicBezTo>
                      <a:pt x="74" y="126"/>
                      <a:pt x="75" y="126"/>
                      <a:pt x="75" y="126"/>
                    </a:cubicBezTo>
                    <a:cubicBezTo>
                      <a:pt x="75" y="125"/>
                      <a:pt x="75" y="125"/>
                      <a:pt x="75" y="125"/>
                    </a:cubicBezTo>
                    <a:cubicBezTo>
                      <a:pt x="75" y="125"/>
                      <a:pt x="75" y="125"/>
                      <a:pt x="75" y="125"/>
                    </a:cubicBezTo>
                    <a:cubicBezTo>
                      <a:pt x="75" y="124"/>
                      <a:pt x="75" y="124"/>
                      <a:pt x="75" y="124"/>
                    </a:cubicBezTo>
                    <a:cubicBezTo>
                      <a:pt x="75" y="123"/>
                      <a:pt x="75" y="123"/>
                      <a:pt x="75" y="123"/>
                    </a:cubicBezTo>
                    <a:cubicBezTo>
                      <a:pt x="75" y="123"/>
                      <a:pt x="75" y="123"/>
                      <a:pt x="75" y="123"/>
                    </a:cubicBezTo>
                    <a:cubicBezTo>
                      <a:pt x="75" y="122"/>
                      <a:pt x="75" y="122"/>
                      <a:pt x="75" y="121"/>
                    </a:cubicBezTo>
                    <a:cubicBezTo>
                      <a:pt x="75" y="121"/>
                      <a:pt x="75" y="121"/>
                      <a:pt x="75" y="120"/>
                    </a:cubicBezTo>
                    <a:cubicBezTo>
                      <a:pt x="75" y="120"/>
                      <a:pt x="75" y="120"/>
                      <a:pt x="75" y="120"/>
                    </a:cubicBezTo>
                    <a:cubicBezTo>
                      <a:pt x="76" y="120"/>
                      <a:pt x="76" y="120"/>
                      <a:pt x="76" y="120"/>
                    </a:cubicBezTo>
                    <a:cubicBezTo>
                      <a:pt x="76" y="120"/>
                      <a:pt x="76" y="120"/>
                      <a:pt x="76" y="120"/>
                    </a:cubicBezTo>
                    <a:cubicBezTo>
                      <a:pt x="76" y="120"/>
                      <a:pt x="76" y="120"/>
                      <a:pt x="76" y="120"/>
                    </a:cubicBezTo>
                    <a:cubicBezTo>
                      <a:pt x="76" y="120"/>
                      <a:pt x="76" y="120"/>
                      <a:pt x="76" y="120"/>
                    </a:cubicBezTo>
                    <a:cubicBezTo>
                      <a:pt x="76" y="120"/>
                      <a:pt x="76" y="120"/>
                      <a:pt x="76" y="120"/>
                    </a:cubicBezTo>
                    <a:cubicBezTo>
                      <a:pt x="76" y="120"/>
                      <a:pt x="77" y="120"/>
                      <a:pt x="77" y="120"/>
                    </a:cubicBezTo>
                    <a:cubicBezTo>
                      <a:pt x="77" y="120"/>
                      <a:pt x="77" y="120"/>
                      <a:pt x="77" y="120"/>
                    </a:cubicBezTo>
                    <a:cubicBezTo>
                      <a:pt x="77" y="120"/>
                      <a:pt x="77" y="120"/>
                      <a:pt x="77" y="121"/>
                    </a:cubicBezTo>
                    <a:cubicBezTo>
                      <a:pt x="77" y="121"/>
                      <a:pt x="77" y="121"/>
                      <a:pt x="77" y="121"/>
                    </a:cubicBezTo>
                    <a:cubicBezTo>
                      <a:pt x="77" y="121"/>
                      <a:pt x="77" y="121"/>
                      <a:pt x="77" y="121"/>
                    </a:cubicBezTo>
                    <a:cubicBezTo>
                      <a:pt x="77" y="125"/>
                      <a:pt x="77" y="125"/>
                      <a:pt x="77" y="125"/>
                    </a:cubicBezTo>
                    <a:cubicBezTo>
                      <a:pt x="77" y="125"/>
                      <a:pt x="77" y="125"/>
                      <a:pt x="77" y="125"/>
                    </a:cubicBezTo>
                    <a:cubicBezTo>
                      <a:pt x="77" y="126"/>
                      <a:pt x="77" y="126"/>
                      <a:pt x="77" y="126"/>
                    </a:cubicBezTo>
                    <a:cubicBezTo>
                      <a:pt x="78" y="126"/>
                      <a:pt x="78" y="126"/>
                      <a:pt x="79" y="126"/>
                    </a:cubicBezTo>
                    <a:cubicBezTo>
                      <a:pt x="80" y="127"/>
                      <a:pt x="80" y="127"/>
                      <a:pt x="81" y="127"/>
                    </a:cubicBezTo>
                    <a:cubicBezTo>
                      <a:pt x="81" y="127"/>
                      <a:pt x="81" y="127"/>
                      <a:pt x="81" y="127"/>
                    </a:cubicBezTo>
                    <a:cubicBezTo>
                      <a:pt x="81" y="128"/>
                      <a:pt x="82" y="128"/>
                      <a:pt x="82" y="129"/>
                    </a:cubicBezTo>
                    <a:cubicBezTo>
                      <a:pt x="82" y="130"/>
                      <a:pt x="83" y="130"/>
                      <a:pt x="83" y="131"/>
                    </a:cubicBezTo>
                    <a:cubicBezTo>
                      <a:pt x="83" y="132"/>
                      <a:pt x="83" y="133"/>
                      <a:pt x="83" y="133"/>
                    </a:cubicBezTo>
                    <a:cubicBezTo>
                      <a:pt x="84" y="134"/>
                      <a:pt x="84" y="134"/>
                      <a:pt x="84" y="135"/>
                    </a:cubicBezTo>
                    <a:cubicBezTo>
                      <a:pt x="84" y="135"/>
                      <a:pt x="84" y="135"/>
                      <a:pt x="84" y="135"/>
                    </a:cubicBezTo>
                    <a:cubicBezTo>
                      <a:pt x="84" y="136"/>
                      <a:pt x="84" y="136"/>
                      <a:pt x="84" y="136"/>
                    </a:cubicBezTo>
                    <a:cubicBezTo>
                      <a:pt x="84" y="136"/>
                      <a:pt x="84" y="136"/>
                      <a:pt x="84" y="136"/>
                    </a:cubicBezTo>
                    <a:cubicBezTo>
                      <a:pt x="84" y="136"/>
                      <a:pt x="84" y="136"/>
                      <a:pt x="84" y="137"/>
                    </a:cubicBezTo>
                    <a:cubicBezTo>
                      <a:pt x="84" y="137"/>
                      <a:pt x="84" y="137"/>
                      <a:pt x="84" y="137"/>
                    </a:cubicBezTo>
                    <a:cubicBezTo>
                      <a:pt x="84" y="137"/>
                      <a:pt x="84" y="137"/>
                      <a:pt x="84" y="137"/>
                    </a:cubicBezTo>
                    <a:cubicBezTo>
                      <a:pt x="83" y="137"/>
                      <a:pt x="83" y="137"/>
                      <a:pt x="83" y="137"/>
                    </a:cubicBezTo>
                    <a:cubicBezTo>
                      <a:pt x="83" y="137"/>
                      <a:pt x="83" y="137"/>
                      <a:pt x="83" y="137"/>
                    </a:cubicBezTo>
                    <a:cubicBezTo>
                      <a:pt x="83" y="137"/>
                      <a:pt x="83" y="138"/>
                      <a:pt x="83" y="138"/>
                    </a:cubicBezTo>
                    <a:cubicBezTo>
                      <a:pt x="83" y="138"/>
                      <a:pt x="83" y="138"/>
                      <a:pt x="83" y="138"/>
                    </a:cubicBezTo>
                    <a:cubicBezTo>
                      <a:pt x="83" y="138"/>
                      <a:pt x="83" y="137"/>
                      <a:pt x="83" y="137"/>
                    </a:cubicBezTo>
                    <a:cubicBezTo>
                      <a:pt x="83" y="137"/>
                      <a:pt x="83" y="137"/>
                      <a:pt x="83" y="137"/>
                    </a:cubicBezTo>
                    <a:cubicBezTo>
                      <a:pt x="82" y="137"/>
                      <a:pt x="82" y="137"/>
                      <a:pt x="82" y="137"/>
                    </a:cubicBezTo>
                    <a:cubicBezTo>
                      <a:pt x="82" y="137"/>
                      <a:pt x="82" y="136"/>
                      <a:pt x="82" y="136"/>
                    </a:cubicBezTo>
                    <a:cubicBezTo>
                      <a:pt x="82" y="136"/>
                      <a:pt x="82" y="136"/>
                      <a:pt x="82" y="136"/>
                    </a:cubicBezTo>
                    <a:cubicBezTo>
                      <a:pt x="82" y="135"/>
                      <a:pt x="82" y="135"/>
                      <a:pt x="82" y="135"/>
                    </a:cubicBezTo>
                    <a:cubicBezTo>
                      <a:pt x="82" y="134"/>
                      <a:pt x="82" y="134"/>
                      <a:pt x="82" y="133"/>
                    </a:cubicBezTo>
                    <a:cubicBezTo>
                      <a:pt x="82" y="133"/>
                      <a:pt x="82" y="133"/>
                      <a:pt x="82" y="133"/>
                    </a:cubicBezTo>
                    <a:cubicBezTo>
                      <a:pt x="82" y="132"/>
                      <a:pt x="82" y="132"/>
                      <a:pt x="81" y="131"/>
                    </a:cubicBezTo>
                    <a:cubicBezTo>
                      <a:pt x="81" y="131"/>
                      <a:pt x="81" y="130"/>
                      <a:pt x="81" y="130"/>
                    </a:cubicBezTo>
                    <a:cubicBezTo>
                      <a:pt x="81" y="129"/>
                      <a:pt x="80" y="129"/>
                      <a:pt x="80" y="129"/>
                    </a:cubicBezTo>
                    <a:cubicBezTo>
                      <a:pt x="80" y="128"/>
                      <a:pt x="80" y="128"/>
                      <a:pt x="79" y="128"/>
                    </a:cubicBezTo>
                    <a:cubicBezTo>
                      <a:pt x="79" y="128"/>
                      <a:pt x="79" y="128"/>
                      <a:pt x="79" y="128"/>
                    </a:cubicBezTo>
                    <a:cubicBezTo>
                      <a:pt x="79" y="128"/>
                      <a:pt x="79" y="128"/>
                      <a:pt x="78" y="128"/>
                    </a:cubicBezTo>
                    <a:cubicBezTo>
                      <a:pt x="78" y="127"/>
                      <a:pt x="78" y="127"/>
                      <a:pt x="78" y="127"/>
                    </a:cubicBezTo>
                    <a:cubicBezTo>
                      <a:pt x="78" y="127"/>
                      <a:pt x="78" y="127"/>
                      <a:pt x="78" y="127"/>
                    </a:cubicBezTo>
                    <a:cubicBezTo>
                      <a:pt x="77" y="127"/>
                      <a:pt x="77" y="127"/>
                      <a:pt x="77" y="127"/>
                    </a:cubicBezTo>
                    <a:cubicBezTo>
                      <a:pt x="77" y="127"/>
                      <a:pt x="77" y="128"/>
                      <a:pt x="77" y="128"/>
                    </a:cubicBezTo>
                    <a:cubicBezTo>
                      <a:pt x="77" y="129"/>
                      <a:pt x="77" y="129"/>
                      <a:pt x="77" y="129"/>
                    </a:cubicBezTo>
                    <a:cubicBezTo>
                      <a:pt x="77" y="130"/>
                      <a:pt x="77" y="130"/>
                      <a:pt x="77" y="131"/>
                    </a:cubicBezTo>
                    <a:cubicBezTo>
                      <a:pt x="77" y="131"/>
                      <a:pt x="77" y="131"/>
                      <a:pt x="77" y="131"/>
                    </a:cubicBezTo>
                    <a:cubicBezTo>
                      <a:pt x="77" y="132"/>
                      <a:pt x="77" y="132"/>
                      <a:pt x="77" y="133"/>
                    </a:cubicBezTo>
                    <a:cubicBezTo>
                      <a:pt x="77" y="133"/>
                      <a:pt x="77" y="133"/>
                      <a:pt x="77" y="134"/>
                    </a:cubicBezTo>
                    <a:cubicBezTo>
                      <a:pt x="77" y="134"/>
                      <a:pt x="77" y="134"/>
                      <a:pt x="77" y="134"/>
                    </a:cubicBezTo>
                    <a:cubicBezTo>
                      <a:pt x="77" y="134"/>
                      <a:pt x="77" y="134"/>
                      <a:pt x="77" y="135"/>
                    </a:cubicBezTo>
                    <a:cubicBezTo>
                      <a:pt x="77" y="135"/>
                      <a:pt x="78" y="136"/>
                      <a:pt x="78" y="136"/>
                    </a:cubicBezTo>
                    <a:cubicBezTo>
                      <a:pt x="78" y="136"/>
                      <a:pt x="78" y="136"/>
                      <a:pt x="78" y="136"/>
                    </a:cubicBezTo>
                    <a:cubicBezTo>
                      <a:pt x="78" y="137"/>
                      <a:pt x="78" y="137"/>
                      <a:pt x="78" y="138"/>
                    </a:cubicBezTo>
                    <a:cubicBezTo>
                      <a:pt x="78" y="138"/>
                      <a:pt x="79" y="139"/>
                      <a:pt x="79" y="139"/>
                    </a:cubicBezTo>
                    <a:cubicBezTo>
                      <a:pt x="79" y="140"/>
                      <a:pt x="79" y="140"/>
                      <a:pt x="79" y="141"/>
                    </a:cubicBezTo>
                    <a:cubicBezTo>
                      <a:pt x="80" y="141"/>
                      <a:pt x="80" y="142"/>
                      <a:pt x="80" y="142"/>
                    </a:cubicBezTo>
                    <a:cubicBezTo>
                      <a:pt x="80" y="142"/>
                      <a:pt x="80" y="142"/>
                      <a:pt x="80" y="142"/>
                    </a:cubicBezTo>
                    <a:cubicBezTo>
                      <a:pt x="80" y="142"/>
                      <a:pt x="80" y="143"/>
                      <a:pt x="81" y="143"/>
                    </a:cubicBezTo>
                    <a:cubicBezTo>
                      <a:pt x="81" y="143"/>
                      <a:pt x="81" y="143"/>
                      <a:pt x="81" y="143"/>
                    </a:cubicBezTo>
                    <a:cubicBezTo>
                      <a:pt x="81" y="143"/>
                      <a:pt x="81" y="143"/>
                      <a:pt x="81" y="143"/>
                    </a:cubicBezTo>
                    <a:cubicBezTo>
                      <a:pt x="81" y="144"/>
                      <a:pt x="81" y="144"/>
                      <a:pt x="81" y="144"/>
                    </a:cubicBezTo>
                    <a:cubicBezTo>
                      <a:pt x="81" y="144"/>
                      <a:pt x="82" y="144"/>
                      <a:pt x="82" y="145"/>
                    </a:cubicBezTo>
                    <a:cubicBezTo>
                      <a:pt x="82" y="145"/>
                      <a:pt x="82" y="145"/>
                      <a:pt x="82" y="145"/>
                    </a:cubicBezTo>
                    <a:cubicBezTo>
                      <a:pt x="82" y="146"/>
                      <a:pt x="82" y="146"/>
                      <a:pt x="83" y="146"/>
                    </a:cubicBezTo>
                    <a:cubicBezTo>
                      <a:pt x="83" y="146"/>
                      <a:pt x="83" y="146"/>
                      <a:pt x="83" y="146"/>
                    </a:cubicBezTo>
                    <a:cubicBezTo>
                      <a:pt x="83" y="146"/>
                      <a:pt x="83" y="146"/>
                      <a:pt x="83" y="146"/>
                    </a:cubicBezTo>
                    <a:cubicBezTo>
                      <a:pt x="83" y="146"/>
                      <a:pt x="83" y="146"/>
                      <a:pt x="83" y="146"/>
                    </a:cubicBezTo>
                    <a:cubicBezTo>
                      <a:pt x="83" y="146"/>
                      <a:pt x="83" y="146"/>
                      <a:pt x="83" y="147"/>
                    </a:cubicBezTo>
                    <a:cubicBezTo>
                      <a:pt x="83" y="147"/>
                      <a:pt x="83" y="147"/>
                      <a:pt x="83" y="147"/>
                    </a:cubicBezTo>
                    <a:cubicBezTo>
                      <a:pt x="83" y="147"/>
                      <a:pt x="83" y="147"/>
                      <a:pt x="83" y="147"/>
                    </a:cubicBezTo>
                    <a:cubicBezTo>
                      <a:pt x="83" y="147"/>
                      <a:pt x="83" y="147"/>
                      <a:pt x="83" y="147"/>
                    </a:cubicBezTo>
                    <a:cubicBezTo>
                      <a:pt x="83" y="147"/>
                      <a:pt x="82" y="147"/>
                      <a:pt x="82" y="147"/>
                    </a:cubicBezTo>
                    <a:cubicBezTo>
                      <a:pt x="82" y="147"/>
                      <a:pt x="82" y="147"/>
                      <a:pt x="82" y="147"/>
                    </a:cubicBezTo>
                    <a:cubicBezTo>
                      <a:pt x="82" y="147"/>
                      <a:pt x="82" y="147"/>
                      <a:pt x="82" y="147"/>
                    </a:cubicBezTo>
                    <a:cubicBezTo>
                      <a:pt x="82" y="147"/>
                      <a:pt x="82" y="147"/>
                      <a:pt x="82" y="147"/>
                    </a:cubicBezTo>
                    <a:cubicBezTo>
                      <a:pt x="82" y="147"/>
                      <a:pt x="82" y="147"/>
                      <a:pt x="82" y="147"/>
                    </a:cubicBezTo>
                    <a:cubicBezTo>
                      <a:pt x="82" y="147"/>
                      <a:pt x="81" y="147"/>
                      <a:pt x="81" y="146"/>
                    </a:cubicBezTo>
                    <a:cubicBezTo>
                      <a:pt x="81" y="146"/>
                      <a:pt x="81" y="146"/>
                      <a:pt x="81" y="146"/>
                    </a:cubicBezTo>
                    <a:cubicBezTo>
                      <a:pt x="81" y="146"/>
                      <a:pt x="80" y="145"/>
                      <a:pt x="80" y="145"/>
                    </a:cubicBezTo>
                    <a:cubicBezTo>
                      <a:pt x="80" y="145"/>
                      <a:pt x="80" y="145"/>
                      <a:pt x="80" y="145"/>
                    </a:cubicBezTo>
                    <a:cubicBezTo>
                      <a:pt x="79" y="144"/>
                      <a:pt x="79" y="143"/>
                      <a:pt x="79" y="143"/>
                    </a:cubicBezTo>
                    <a:cubicBezTo>
                      <a:pt x="78" y="142"/>
                      <a:pt x="78" y="141"/>
                      <a:pt x="78" y="140"/>
                    </a:cubicBezTo>
                    <a:cubicBezTo>
                      <a:pt x="77" y="140"/>
                      <a:pt x="77" y="139"/>
                      <a:pt x="77" y="139"/>
                    </a:cubicBezTo>
                    <a:cubicBezTo>
                      <a:pt x="77" y="138"/>
                      <a:pt x="76" y="138"/>
                      <a:pt x="76" y="137"/>
                    </a:cubicBezTo>
                    <a:cubicBezTo>
                      <a:pt x="76" y="136"/>
                      <a:pt x="76" y="136"/>
                      <a:pt x="76" y="136"/>
                    </a:cubicBezTo>
                    <a:cubicBezTo>
                      <a:pt x="76" y="137"/>
                      <a:pt x="76" y="137"/>
                      <a:pt x="76" y="138"/>
                    </a:cubicBezTo>
                    <a:cubicBezTo>
                      <a:pt x="76" y="138"/>
                      <a:pt x="75" y="139"/>
                      <a:pt x="75" y="139"/>
                    </a:cubicBezTo>
                    <a:cubicBezTo>
                      <a:pt x="75" y="139"/>
                      <a:pt x="75" y="139"/>
                      <a:pt x="75" y="139"/>
                    </a:cubicBezTo>
                    <a:cubicBezTo>
                      <a:pt x="75" y="139"/>
                      <a:pt x="75" y="139"/>
                      <a:pt x="75" y="140"/>
                    </a:cubicBezTo>
                    <a:cubicBezTo>
                      <a:pt x="75" y="140"/>
                      <a:pt x="75" y="141"/>
                      <a:pt x="74" y="141"/>
                    </a:cubicBezTo>
                    <a:cubicBezTo>
                      <a:pt x="74" y="141"/>
                      <a:pt x="74" y="142"/>
                      <a:pt x="74" y="142"/>
                    </a:cubicBezTo>
                    <a:cubicBezTo>
                      <a:pt x="74" y="142"/>
                      <a:pt x="73" y="143"/>
                      <a:pt x="73" y="143"/>
                    </a:cubicBezTo>
                    <a:cubicBezTo>
                      <a:pt x="73" y="143"/>
                      <a:pt x="73" y="143"/>
                      <a:pt x="73" y="143"/>
                    </a:cubicBezTo>
                    <a:cubicBezTo>
                      <a:pt x="73" y="143"/>
                      <a:pt x="73" y="144"/>
                      <a:pt x="73" y="144"/>
                    </a:cubicBezTo>
                    <a:cubicBezTo>
                      <a:pt x="73" y="144"/>
                      <a:pt x="72" y="144"/>
                      <a:pt x="72" y="145"/>
                    </a:cubicBezTo>
                    <a:cubicBezTo>
                      <a:pt x="72" y="145"/>
                      <a:pt x="72" y="145"/>
                      <a:pt x="72" y="145"/>
                    </a:cubicBezTo>
                    <a:cubicBezTo>
                      <a:pt x="72" y="145"/>
                      <a:pt x="72" y="145"/>
                      <a:pt x="72" y="145"/>
                    </a:cubicBezTo>
                    <a:cubicBezTo>
                      <a:pt x="71" y="146"/>
                      <a:pt x="71" y="146"/>
                      <a:pt x="71" y="146"/>
                    </a:cubicBezTo>
                    <a:cubicBezTo>
                      <a:pt x="71" y="146"/>
                      <a:pt x="71" y="146"/>
                      <a:pt x="71" y="147"/>
                    </a:cubicBezTo>
                    <a:cubicBezTo>
                      <a:pt x="70" y="147"/>
                      <a:pt x="70" y="147"/>
                      <a:pt x="70" y="147"/>
                    </a:cubicBezTo>
                    <a:cubicBezTo>
                      <a:pt x="70" y="147"/>
                      <a:pt x="70" y="147"/>
                      <a:pt x="70" y="147"/>
                    </a:cubicBezTo>
                    <a:cubicBezTo>
                      <a:pt x="70" y="147"/>
                      <a:pt x="70" y="147"/>
                      <a:pt x="70" y="147"/>
                    </a:cubicBezTo>
                    <a:cubicBezTo>
                      <a:pt x="70" y="147"/>
                      <a:pt x="70" y="147"/>
                      <a:pt x="70" y="147"/>
                    </a:cubicBezTo>
                    <a:cubicBezTo>
                      <a:pt x="70" y="147"/>
                      <a:pt x="70" y="147"/>
                      <a:pt x="70" y="147"/>
                    </a:cubicBezTo>
                    <a:cubicBezTo>
                      <a:pt x="70" y="147"/>
                      <a:pt x="70" y="147"/>
                      <a:pt x="69" y="147"/>
                    </a:cubicBezTo>
                    <a:cubicBezTo>
                      <a:pt x="69" y="147"/>
                      <a:pt x="69" y="147"/>
                      <a:pt x="69" y="147"/>
                    </a:cubicBezTo>
                    <a:cubicBezTo>
                      <a:pt x="69" y="147"/>
                      <a:pt x="69" y="147"/>
                      <a:pt x="69" y="147"/>
                    </a:cubicBezTo>
                    <a:cubicBezTo>
                      <a:pt x="69" y="147"/>
                      <a:pt x="69" y="147"/>
                      <a:pt x="69" y="147"/>
                    </a:cubicBezTo>
                    <a:cubicBezTo>
                      <a:pt x="69" y="147"/>
                      <a:pt x="69" y="147"/>
                      <a:pt x="69" y="146"/>
                    </a:cubicBezTo>
                    <a:cubicBezTo>
                      <a:pt x="69" y="146"/>
                      <a:pt x="69" y="146"/>
                      <a:pt x="69" y="146"/>
                    </a:cubicBezTo>
                    <a:cubicBezTo>
                      <a:pt x="69" y="146"/>
                      <a:pt x="69" y="146"/>
                      <a:pt x="69" y="146"/>
                    </a:cubicBezTo>
                    <a:cubicBezTo>
                      <a:pt x="69" y="146"/>
                      <a:pt x="69" y="146"/>
                      <a:pt x="69" y="146"/>
                    </a:cubicBezTo>
                    <a:cubicBezTo>
                      <a:pt x="69" y="146"/>
                      <a:pt x="69" y="146"/>
                      <a:pt x="69" y="146"/>
                    </a:cubicBezTo>
                    <a:cubicBezTo>
                      <a:pt x="69" y="146"/>
                      <a:pt x="69" y="146"/>
                      <a:pt x="69" y="146"/>
                    </a:cubicBezTo>
                    <a:cubicBezTo>
                      <a:pt x="69" y="146"/>
                      <a:pt x="69" y="146"/>
                      <a:pt x="70" y="145"/>
                    </a:cubicBezTo>
                    <a:cubicBezTo>
                      <a:pt x="70" y="145"/>
                      <a:pt x="70" y="145"/>
                      <a:pt x="70" y="145"/>
                    </a:cubicBezTo>
                    <a:cubicBezTo>
                      <a:pt x="70" y="145"/>
                      <a:pt x="70" y="145"/>
                      <a:pt x="70" y="145"/>
                    </a:cubicBezTo>
                    <a:cubicBezTo>
                      <a:pt x="70" y="145"/>
                      <a:pt x="70" y="144"/>
                      <a:pt x="71" y="144"/>
                    </a:cubicBezTo>
                    <a:cubicBezTo>
                      <a:pt x="71" y="144"/>
                      <a:pt x="71" y="144"/>
                      <a:pt x="71" y="143"/>
                    </a:cubicBezTo>
                    <a:cubicBezTo>
                      <a:pt x="71" y="143"/>
                      <a:pt x="71" y="143"/>
                      <a:pt x="71" y="143"/>
                    </a:cubicBezTo>
                    <a:cubicBezTo>
                      <a:pt x="72" y="143"/>
                      <a:pt x="72" y="142"/>
                      <a:pt x="72" y="142"/>
                    </a:cubicBezTo>
                    <a:cubicBezTo>
                      <a:pt x="72" y="142"/>
                      <a:pt x="72" y="141"/>
                      <a:pt x="73" y="141"/>
                    </a:cubicBezTo>
                    <a:cubicBezTo>
                      <a:pt x="73" y="141"/>
                      <a:pt x="73" y="140"/>
                      <a:pt x="73" y="140"/>
                    </a:cubicBezTo>
                    <a:cubicBezTo>
                      <a:pt x="73" y="140"/>
                      <a:pt x="73" y="140"/>
                      <a:pt x="73" y="140"/>
                    </a:cubicBezTo>
                    <a:cubicBezTo>
                      <a:pt x="73" y="139"/>
                      <a:pt x="74" y="139"/>
                      <a:pt x="74" y="139"/>
                    </a:cubicBezTo>
                    <a:cubicBezTo>
                      <a:pt x="74" y="139"/>
                      <a:pt x="74" y="139"/>
                      <a:pt x="74" y="139"/>
                    </a:cubicBezTo>
                    <a:cubicBezTo>
                      <a:pt x="74" y="138"/>
                      <a:pt x="74" y="138"/>
                      <a:pt x="74" y="137"/>
                    </a:cubicBezTo>
                    <a:cubicBezTo>
                      <a:pt x="74" y="137"/>
                      <a:pt x="75" y="137"/>
                      <a:pt x="75" y="136"/>
                    </a:cubicBezTo>
                    <a:cubicBezTo>
                      <a:pt x="75" y="136"/>
                      <a:pt x="75" y="135"/>
                      <a:pt x="75" y="135"/>
                    </a:cubicBezTo>
                    <a:cubicBezTo>
                      <a:pt x="75" y="135"/>
                      <a:pt x="75" y="134"/>
                      <a:pt x="75" y="134"/>
                    </a:cubicBezTo>
                    <a:cubicBezTo>
                      <a:pt x="75" y="134"/>
                      <a:pt x="75" y="134"/>
                      <a:pt x="75" y="134"/>
                    </a:cubicBezTo>
                    <a:cubicBezTo>
                      <a:pt x="75" y="133"/>
                      <a:pt x="75" y="133"/>
                      <a:pt x="75" y="132"/>
                    </a:cubicBezTo>
                    <a:cubicBezTo>
                      <a:pt x="75" y="132"/>
                      <a:pt x="75" y="131"/>
                      <a:pt x="75" y="131"/>
                    </a:cubicBezTo>
                    <a:cubicBezTo>
                      <a:pt x="75" y="131"/>
                      <a:pt x="75" y="131"/>
                      <a:pt x="75" y="131"/>
                    </a:cubicBezTo>
                    <a:cubicBezTo>
                      <a:pt x="75" y="130"/>
                      <a:pt x="75" y="130"/>
                      <a:pt x="75" y="129"/>
                    </a:cubicBezTo>
                    <a:cubicBezTo>
                      <a:pt x="75" y="129"/>
                      <a:pt x="75" y="128"/>
                      <a:pt x="75" y="128"/>
                    </a:cubicBezTo>
                    <a:cubicBezTo>
                      <a:pt x="75" y="127"/>
                      <a:pt x="75" y="127"/>
                      <a:pt x="75" y="127"/>
                    </a:cubicBezTo>
                    <a:close/>
                    <a:moveTo>
                      <a:pt x="107" y="13"/>
                    </a:move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6" y="12"/>
                      <a:pt x="106" y="12"/>
                    </a:cubicBezTo>
                    <a:cubicBezTo>
                      <a:pt x="106" y="12"/>
                      <a:pt x="106" y="12"/>
                      <a:pt x="106" y="12"/>
                    </a:cubicBezTo>
                    <a:cubicBezTo>
                      <a:pt x="106" y="12"/>
                      <a:pt x="106" y="12"/>
                      <a:pt x="106" y="11"/>
                    </a:cubicBezTo>
                    <a:cubicBezTo>
                      <a:pt x="106" y="11"/>
                      <a:pt x="106" y="11"/>
                      <a:pt x="106" y="11"/>
                    </a:cubicBezTo>
                    <a:cubicBezTo>
                      <a:pt x="106" y="11"/>
                      <a:pt x="106" y="11"/>
                      <a:pt x="106" y="11"/>
                    </a:cubicBezTo>
                    <a:cubicBezTo>
                      <a:pt x="106" y="11"/>
                      <a:pt x="106" y="11"/>
                      <a:pt x="106" y="11"/>
                    </a:cubicBezTo>
                    <a:cubicBezTo>
                      <a:pt x="106" y="11"/>
                      <a:pt x="106" y="11"/>
                      <a:pt x="106" y="11"/>
                    </a:cubicBezTo>
                    <a:cubicBezTo>
                      <a:pt x="106" y="11"/>
                      <a:pt x="106" y="11"/>
                      <a:pt x="106" y="11"/>
                    </a:cubicBezTo>
                    <a:cubicBezTo>
                      <a:pt x="106" y="11"/>
                      <a:pt x="106" y="11"/>
                      <a:pt x="106" y="11"/>
                    </a:cubicBezTo>
                    <a:cubicBezTo>
                      <a:pt x="106" y="11"/>
                      <a:pt x="106" y="10"/>
                      <a:pt x="107" y="10"/>
                    </a:cubicBezTo>
                    <a:cubicBezTo>
                      <a:pt x="107" y="10"/>
                      <a:pt x="107" y="10"/>
                      <a:pt x="107" y="10"/>
                    </a:cubicBezTo>
                    <a:cubicBezTo>
                      <a:pt x="107" y="10"/>
                      <a:pt x="107" y="10"/>
                      <a:pt x="107" y="10"/>
                    </a:cubicBezTo>
                    <a:cubicBezTo>
                      <a:pt x="107" y="10"/>
                      <a:pt x="107" y="10"/>
                      <a:pt x="107" y="10"/>
                    </a:cubicBezTo>
                    <a:cubicBezTo>
                      <a:pt x="107" y="10"/>
                      <a:pt x="107" y="10"/>
                      <a:pt x="107" y="10"/>
                    </a:cubicBezTo>
                    <a:cubicBezTo>
                      <a:pt x="107" y="10"/>
                      <a:pt x="107" y="10"/>
                      <a:pt x="107" y="10"/>
                    </a:cubicBezTo>
                    <a:cubicBezTo>
                      <a:pt x="107" y="10"/>
                      <a:pt x="107" y="10"/>
                      <a:pt x="107" y="10"/>
                    </a:cubicBezTo>
                    <a:cubicBezTo>
                      <a:pt x="107" y="10"/>
                      <a:pt x="107" y="10"/>
                      <a:pt x="107" y="10"/>
                    </a:cubicBezTo>
                    <a:cubicBezTo>
                      <a:pt x="107" y="11"/>
                      <a:pt x="107" y="11"/>
                      <a:pt x="107" y="11"/>
                    </a:cubicBezTo>
                    <a:cubicBezTo>
                      <a:pt x="107" y="11"/>
                      <a:pt x="107" y="11"/>
                      <a:pt x="107" y="11"/>
                    </a:cubicBezTo>
                    <a:cubicBezTo>
                      <a:pt x="107" y="11"/>
                      <a:pt x="107" y="11"/>
                      <a:pt x="107" y="11"/>
                    </a:cubicBezTo>
                    <a:cubicBezTo>
                      <a:pt x="107" y="11"/>
                      <a:pt x="107" y="11"/>
                      <a:pt x="107" y="11"/>
                    </a:cubicBezTo>
                    <a:cubicBezTo>
                      <a:pt x="108" y="11"/>
                      <a:pt x="108" y="11"/>
                      <a:pt x="108" y="11"/>
                    </a:cubicBezTo>
                    <a:cubicBezTo>
                      <a:pt x="108" y="11"/>
                      <a:pt x="108" y="12"/>
                      <a:pt x="108" y="12"/>
                    </a:cubicBezTo>
                    <a:cubicBezTo>
                      <a:pt x="108" y="12"/>
                      <a:pt x="108" y="12"/>
                      <a:pt x="108" y="12"/>
                    </a:cubicBezTo>
                    <a:cubicBezTo>
                      <a:pt x="108" y="12"/>
                      <a:pt x="108" y="12"/>
                      <a:pt x="108" y="12"/>
                    </a:cubicBezTo>
                    <a:cubicBezTo>
                      <a:pt x="108" y="12"/>
                      <a:pt x="109" y="12"/>
                      <a:pt x="109" y="12"/>
                    </a:cubicBezTo>
                    <a:cubicBezTo>
                      <a:pt x="109" y="12"/>
                      <a:pt x="109" y="12"/>
                      <a:pt x="109" y="12"/>
                    </a:cubicBezTo>
                    <a:cubicBezTo>
                      <a:pt x="110" y="12"/>
                      <a:pt x="110" y="12"/>
                      <a:pt x="110" y="12"/>
                    </a:cubicBezTo>
                    <a:cubicBezTo>
                      <a:pt x="110" y="12"/>
                      <a:pt x="110" y="12"/>
                      <a:pt x="110" y="12"/>
                    </a:cubicBezTo>
                    <a:cubicBezTo>
                      <a:pt x="110" y="12"/>
                      <a:pt x="111" y="12"/>
                      <a:pt x="111" y="12"/>
                    </a:cubicBezTo>
                    <a:cubicBezTo>
                      <a:pt x="111" y="12"/>
                      <a:pt x="112" y="12"/>
                      <a:pt x="112" y="12"/>
                    </a:cubicBezTo>
                    <a:cubicBezTo>
                      <a:pt x="112" y="12"/>
                      <a:pt x="112" y="12"/>
                      <a:pt x="112" y="12"/>
                    </a:cubicBezTo>
                    <a:cubicBezTo>
                      <a:pt x="112" y="12"/>
                      <a:pt x="112" y="12"/>
                      <a:pt x="112" y="12"/>
                    </a:cubicBezTo>
                    <a:cubicBezTo>
                      <a:pt x="112" y="12"/>
                      <a:pt x="112" y="11"/>
                      <a:pt x="112" y="11"/>
                    </a:cubicBezTo>
                    <a:cubicBezTo>
                      <a:pt x="112" y="11"/>
                      <a:pt x="112" y="11"/>
                      <a:pt x="112" y="11"/>
                    </a:cubicBezTo>
                    <a:cubicBezTo>
                      <a:pt x="112" y="11"/>
                      <a:pt x="112" y="11"/>
                      <a:pt x="112" y="11"/>
                    </a:cubicBezTo>
                    <a:cubicBezTo>
                      <a:pt x="113" y="11"/>
                      <a:pt x="113" y="11"/>
                      <a:pt x="113" y="11"/>
                    </a:cubicBezTo>
                    <a:cubicBezTo>
                      <a:pt x="113" y="11"/>
                      <a:pt x="113" y="10"/>
                      <a:pt x="113" y="10"/>
                    </a:cubicBezTo>
                    <a:cubicBezTo>
                      <a:pt x="113" y="10"/>
                      <a:pt x="113" y="10"/>
                      <a:pt x="113" y="10"/>
                    </a:cubicBezTo>
                    <a:cubicBezTo>
                      <a:pt x="113" y="10"/>
                      <a:pt x="113" y="10"/>
                      <a:pt x="113" y="10"/>
                    </a:cubicBezTo>
                    <a:cubicBezTo>
                      <a:pt x="113" y="10"/>
                      <a:pt x="113" y="10"/>
                      <a:pt x="113" y="10"/>
                    </a:cubicBezTo>
                    <a:cubicBezTo>
                      <a:pt x="113" y="10"/>
                      <a:pt x="113" y="10"/>
                      <a:pt x="113" y="10"/>
                    </a:cubicBezTo>
                    <a:cubicBezTo>
                      <a:pt x="113" y="10"/>
                      <a:pt x="113" y="10"/>
                      <a:pt x="113" y="10"/>
                    </a:cubicBezTo>
                    <a:cubicBezTo>
                      <a:pt x="113" y="10"/>
                      <a:pt x="113" y="10"/>
                      <a:pt x="113" y="10"/>
                    </a:cubicBezTo>
                    <a:cubicBezTo>
                      <a:pt x="113" y="10"/>
                      <a:pt x="113" y="10"/>
                      <a:pt x="113" y="10"/>
                    </a:cubicBezTo>
                    <a:cubicBezTo>
                      <a:pt x="113" y="10"/>
                      <a:pt x="113" y="10"/>
                      <a:pt x="114" y="10"/>
                    </a:cubicBezTo>
                    <a:cubicBezTo>
                      <a:pt x="114" y="10"/>
                      <a:pt x="114" y="10"/>
                      <a:pt x="114" y="11"/>
                    </a:cubicBezTo>
                    <a:cubicBezTo>
                      <a:pt x="114" y="11"/>
                      <a:pt x="114" y="11"/>
                      <a:pt x="114" y="11"/>
                    </a:cubicBezTo>
                    <a:cubicBezTo>
                      <a:pt x="114" y="11"/>
                      <a:pt x="114" y="11"/>
                      <a:pt x="114" y="12"/>
                    </a:cubicBezTo>
                    <a:cubicBezTo>
                      <a:pt x="114" y="12"/>
                      <a:pt x="113" y="12"/>
                      <a:pt x="113" y="12"/>
                    </a:cubicBezTo>
                    <a:cubicBezTo>
                      <a:pt x="113" y="12"/>
                      <a:pt x="113" y="12"/>
                      <a:pt x="113" y="13"/>
                    </a:cubicBezTo>
                    <a:cubicBezTo>
                      <a:pt x="113" y="13"/>
                      <a:pt x="113" y="13"/>
                      <a:pt x="113" y="13"/>
                    </a:cubicBezTo>
                    <a:cubicBezTo>
                      <a:pt x="113" y="13"/>
                      <a:pt x="113" y="13"/>
                      <a:pt x="112" y="13"/>
                    </a:cubicBezTo>
                    <a:cubicBezTo>
                      <a:pt x="112" y="13"/>
                      <a:pt x="112" y="13"/>
                      <a:pt x="112" y="13"/>
                    </a:cubicBezTo>
                    <a:cubicBezTo>
                      <a:pt x="112" y="13"/>
                      <a:pt x="112" y="13"/>
                      <a:pt x="112" y="13"/>
                    </a:cubicBezTo>
                    <a:cubicBezTo>
                      <a:pt x="111" y="13"/>
                      <a:pt x="111" y="13"/>
                      <a:pt x="111" y="13"/>
                    </a:cubicBezTo>
                    <a:cubicBezTo>
                      <a:pt x="111" y="14"/>
                      <a:pt x="111" y="14"/>
                      <a:pt x="111" y="14"/>
                    </a:cubicBezTo>
                    <a:cubicBezTo>
                      <a:pt x="111" y="14"/>
                      <a:pt x="111" y="14"/>
                      <a:pt x="111" y="14"/>
                    </a:cubicBezTo>
                    <a:cubicBezTo>
                      <a:pt x="111" y="14"/>
                      <a:pt x="112" y="14"/>
                      <a:pt x="112" y="14"/>
                    </a:cubicBezTo>
                    <a:cubicBezTo>
                      <a:pt x="113" y="14"/>
                      <a:pt x="114" y="14"/>
                      <a:pt x="114" y="14"/>
                    </a:cubicBezTo>
                    <a:cubicBezTo>
                      <a:pt x="114" y="14"/>
                      <a:pt x="114" y="14"/>
                      <a:pt x="114" y="14"/>
                    </a:cubicBezTo>
                    <a:cubicBezTo>
                      <a:pt x="115" y="14"/>
                      <a:pt x="115" y="14"/>
                      <a:pt x="116" y="14"/>
                    </a:cubicBezTo>
                    <a:cubicBezTo>
                      <a:pt x="116" y="14"/>
                      <a:pt x="116" y="14"/>
                      <a:pt x="116" y="14"/>
                    </a:cubicBezTo>
                    <a:cubicBezTo>
                      <a:pt x="116" y="14"/>
                      <a:pt x="116" y="14"/>
                      <a:pt x="116" y="14"/>
                    </a:cubicBezTo>
                    <a:cubicBezTo>
                      <a:pt x="116" y="14"/>
                      <a:pt x="116" y="15"/>
                      <a:pt x="116" y="15"/>
                    </a:cubicBezTo>
                    <a:cubicBezTo>
                      <a:pt x="116" y="15"/>
                      <a:pt x="116" y="15"/>
                      <a:pt x="116" y="15"/>
                    </a:cubicBezTo>
                    <a:cubicBezTo>
                      <a:pt x="117" y="15"/>
                      <a:pt x="117" y="15"/>
                      <a:pt x="117" y="15"/>
                    </a:cubicBezTo>
                    <a:cubicBezTo>
                      <a:pt x="117" y="15"/>
                      <a:pt x="117" y="15"/>
                      <a:pt x="117" y="15"/>
                    </a:cubicBezTo>
                    <a:cubicBezTo>
                      <a:pt x="117" y="15"/>
                      <a:pt x="117" y="15"/>
                      <a:pt x="116" y="15"/>
                    </a:cubicBezTo>
                    <a:cubicBezTo>
                      <a:pt x="116" y="15"/>
                      <a:pt x="116" y="15"/>
                      <a:pt x="116" y="15"/>
                    </a:cubicBezTo>
                    <a:cubicBezTo>
                      <a:pt x="116" y="15"/>
                      <a:pt x="116" y="15"/>
                      <a:pt x="116" y="15"/>
                    </a:cubicBezTo>
                    <a:cubicBezTo>
                      <a:pt x="116" y="15"/>
                      <a:pt x="116" y="15"/>
                      <a:pt x="116" y="15"/>
                    </a:cubicBezTo>
                    <a:cubicBezTo>
                      <a:pt x="116" y="15"/>
                      <a:pt x="116" y="15"/>
                      <a:pt x="116" y="15"/>
                    </a:cubicBezTo>
                    <a:cubicBezTo>
                      <a:pt x="116" y="15"/>
                      <a:pt x="116" y="15"/>
                      <a:pt x="116" y="15"/>
                    </a:cubicBezTo>
                    <a:cubicBezTo>
                      <a:pt x="116" y="15"/>
                      <a:pt x="116" y="15"/>
                      <a:pt x="116" y="15"/>
                    </a:cubicBezTo>
                    <a:cubicBezTo>
                      <a:pt x="116" y="15"/>
                      <a:pt x="115" y="15"/>
                      <a:pt x="115" y="15"/>
                    </a:cubicBezTo>
                    <a:cubicBezTo>
                      <a:pt x="115" y="15"/>
                      <a:pt x="115" y="15"/>
                      <a:pt x="115" y="15"/>
                    </a:cubicBezTo>
                    <a:cubicBezTo>
                      <a:pt x="115" y="15"/>
                      <a:pt x="114" y="15"/>
                      <a:pt x="113" y="15"/>
                    </a:cubicBezTo>
                    <a:cubicBezTo>
                      <a:pt x="113" y="15"/>
                      <a:pt x="112" y="15"/>
                      <a:pt x="112" y="15"/>
                    </a:cubicBezTo>
                    <a:cubicBezTo>
                      <a:pt x="111" y="15"/>
                      <a:pt x="111" y="15"/>
                      <a:pt x="111" y="15"/>
                    </a:cubicBezTo>
                    <a:cubicBezTo>
                      <a:pt x="111" y="16"/>
                      <a:pt x="111" y="16"/>
                      <a:pt x="111" y="16"/>
                    </a:cubicBezTo>
                    <a:cubicBezTo>
                      <a:pt x="111" y="16"/>
                      <a:pt x="111" y="16"/>
                      <a:pt x="111" y="16"/>
                    </a:cubicBezTo>
                    <a:cubicBezTo>
                      <a:pt x="111" y="16"/>
                      <a:pt x="111" y="16"/>
                      <a:pt x="111" y="16"/>
                    </a:cubicBezTo>
                    <a:cubicBezTo>
                      <a:pt x="111" y="16"/>
                      <a:pt x="111" y="16"/>
                      <a:pt x="111" y="16"/>
                    </a:cubicBezTo>
                    <a:cubicBezTo>
                      <a:pt x="107" y="13"/>
                      <a:pt x="107" y="13"/>
                      <a:pt x="107" y="13"/>
                    </a:cubicBezTo>
                    <a:close/>
                    <a:moveTo>
                      <a:pt x="111" y="16"/>
                    </a:moveTo>
                    <a:cubicBezTo>
                      <a:pt x="111" y="16"/>
                      <a:pt x="111" y="16"/>
                      <a:pt x="111" y="16"/>
                    </a:cubicBezTo>
                    <a:cubicBezTo>
                      <a:pt x="111" y="16"/>
                      <a:pt x="111" y="16"/>
                      <a:pt x="111" y="16"/>
                    </a:cubicBezTo>
                    <a:cubicBezTo>
                      <a:pt x="111" y="16"/>
                      <a:pt x="111" y="16"/>
                      <a:pt x="111" y="16"/>
                    </a:cubicBezTo>
                    <a:cubicBezTo>
                      <a:pt x="112" y="16"/>
                      <a:pt x="112" y="16"/>
                      <a:pt x="112" y="16"/>
                    </a:cubicBezTo>
                    <a:cubicBezTo>
                      <a:pt x="113" y="16"/>
                      <a:pt x="113" y="16"/>
                      <a:pt x="113" y="17"/>
                    </a:cubicBezTo>
                    <a:cubicBezTo>
                      <a:pt x="113" y="17"/>
                      <a:pt x="114" y="17"/>
                      <a:pt x="114" y="17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4" y="18"/>
                      <a:pt x="115" y="18"/>
                      <a:pt x="115" y="18"/>
                    </a:cubicBezTo>
                    <a:cubicBezTo>
                      <a:pt x="115" y="18"/>
                      <a:pt x="115" y="18"/>
                      <a:pt x="115" y="18"/>
                    </a:cubicBezTo>
                    <a:cubicBezTo>
                      <a:pt x="115" y="18"/>
                      <a:pt x="115" y="18"/>
                      <a:pt x="115" y="18"/>
                    </a:cubicBezTo>
                    <a:cubicBezTo>
                      <a:pt x="115" y="18"/>
                      <a:pt x="115" y="19"/>
                      <a:pt x="115" y="19"/>
                    </a:cubicBezTo>
                    <a:cubicBezTo>
                      <a:pt x="115" y="19"/>
                      <a:pt x="115" y="19"/>
                      <a:pt x="115" y="19"/>
                    </a:cubicBezTo>
                    <a:cubicBezTo>
                      <a:pt x="115" y="19"/>
                      <a:pt x="115" y="19"/>
                      <a:pt x="115" y="19"/>
                    </a:cubicBezTo>
                    <a:cubicBezTo>
                      <a:pt x="115" y="19"/>
                      <a:pt x="115" y="20"/>
                      <a:pt x="114" y="20"/>
                    </a:cubicBezTo>
                    <a:cubicBezTo>
                      <a:pt x="114" y="20"/>
                      <a:pt x="114" y="20"/>
                      <a:pt x="114" y="20"/>
                    </a:cubicBezTo>
                    <a:cubicBezTo>
                      <a:pt x="114" y="20"/>
                      <a:pt x="114" y="20"/>
                      <a:pt x="114" y="20"/>
                    </a:cubicBezTo>
                    <a:cubicBezTo>
                      <a:pt x="114" y="21"/>
                      <a:pt x="114" y="21"/>
                      <a:pt x="114" y="21"/>
                    </a:cubicBezTo>
                    <a:cubicBezTo>
                      <a:pt x="114" y="21"/>
                      <a:pt x="114" y="21"/>
                      <a:pt x="114" y="21"/>
                    </a:cubicBezTo>
                    <a:cubicBezTo>
                      <a:pt x="114" y="21"/>
                      <a:pt x="114" y="21"/>
                      <a:pt x="114" y="21"/>
                    </a:cubicBezTo>
                    <a:cubicBezTo>
                      <a:pt x="114" y="21"/>
                      <a:pt x="114" y="21"/>
                      <a:pt x="114" y="21"/>
                    </a:cubicBezTo>
                    <a:cubicBezTo>
                      <a:pt x="114" y="21"/>
                      <a:pt x="114" y="21"/>
                      <a:pt x="114" y="21"/>
                    </a:cubicBezTo>
                    <a:cubicBezTo>
                      <a:pt x="114" y="21"/>
                      <a:pt x="114" y="21"/>
                      <a:pt x="115" y="22"/>
                    </a:cubicBezTo>
                    <a:cubicBezTo>
                      <a:pt x="115" y="22"/>
                      <a:pt x="115" y="22"/>
                      <a:pt x="115" y="22"/>
                    </a:cubicBezTo>
                    <a:cubicBezTo>
                      <a:pt x="115" y="22"/>
                      <a:pt x="115" y="22"/>
                      <a:pt x="115" y="22"/>
                    </a:cubicBezTo>
                    <a:cubicBezTo>
                      <a:pt x="115" y="23"/>
                      <a:pt x="115" y="23"/>
                      <a:pt x="115" y="23"/>
                    </a:cubicBezTo>
                    <a:cubicBezTo>
                      <a:pt x="115" y="23"/>
                      <a:pt x="115" y="24"/>
                      <a:pt x="115" y="24"/>
                    </a:cubicBezTo>
                    <a:cubicBezTo>
                      <a:pt x="115" y="24"/>
                      <a:pt x="115" y="24"/>
                      <a:pt x="115" y="25"/>
                    </a:cubicBezTo>
                    <a:cubicBezTo>
                      <a:pt x="115" y="25"/>
                      <a:pt x="115" y="25"/>
                      <a:pt x="115" y="25"/>
                    </a:cubicBezTo>
                    <a:cubicBezTo>
                      <a:pt x="115" y="25"/>
                      <a:pt x="115" y="25"/>
                      <a:pt x="115" y="26"/>
                    </a:cubicBezTo>
                    <a:cubicBezTo>
                      <a:pt x="115" y="26"/>
                      <a:pt x="115" y="26"/>
                      <a:pt x="115" y="26"/>
                    </a:cubicBezTo>
                    <a:cubicBezTo>
                      <a:pt x="115" y="28"/>
                      <a:pt x="115" y="28"/>
                      <a:pt x="115" y="28"/>
                    </a:cubicBezTo>
                    <a:cubicBezTo>
                      <a:pt x="115" y="28"/>
                      <a:pt x="115" y="28"/>
                      <a:pt x="115" y="28"/>
                    </a:cubicBezTo>
                    <a:cubicBezTo>
                      <a:pt x="115" y="28"/>
                      <a:pt x="115" y="29"/>
                      <a:pt x="115" y="29"/>
                    </a:cubicBezTo>
                    <a:cubicBezTo>
                      <a:pt x="115" y="29"/>
                      <a:pt x="115" y="29"/>
                      <a:pt x="115" y="29"/>
                    </a:cubicBezTo>
                    <a:cubicBezTo>
                      <a:pt x="115" y="30"/>
                      <a:pt x="115" y="30"/>
                      <a:pt x="115" y="30"/>
                    </a:cubicBezTo>
                    <a:cubicBezTo>
                      <a:pt x="115" y="30"/>
                      <a:pt x="115" y="30"/>
                      <a:pt x="115" y="30"/>
                    </a:cubicBezTo>
                    <a:cubicBezTo>
                      <a:pt x="115" y="30"/>
                      <a:pt x="115" y="30"/>
                      <a:pt x="115" y="30"/>
                    </a:cubicBezTo>
                    <a:cubicBezTo>
                      <a:pt x="115" y="30"/>
                      <a:pt x="115" y="30"/>
                      <a:pt x="115" y="31"/>
                    </a:cubicBezTo>
                    <a:cubicBezTo>
                      <a:pt x="115" y="31"/>
                      <a:pt x="115" y="31"/>
                      <a:pt x="115" y="31"/>
                    </a:cubicBezTo>
                    <a:cubicBezTo>
                      <a:pt x="115" y="31"/>
                      <a:pt x="115" y="31"/>
                      <a:pt x="115" y="31"/>
                    </a:cubicBezTo>
                    <a:cubicBezTo>
                      <a:pt x="115" y="31"/>
                      <a:pt x="115" y="31"/>
                      <a:pt x="114" y="31"/>
                    </a:cubicBezTo>
                    <a:cubicBezTo>
                      <a:pt x="114" y="31"/>
                      <a:pt x="114" y="31"/>
                      <a:pt x="114" y="31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29"/>
                      <a:pt x="114" y="29"/>
                      <a:pt x="114" y="29"/>
                    </a:cubicBezTo>
                    <a:cubicBezTo>
                      <a:pt x="114" y="29"/>
                      <a:pt x="114" y="29"/>
                      <a:pt x="114" y="29"/>
                    </a:cubicBezTo>
                    <a:cubicBezTo>
                      <a:pt x="114" y="29"/>
                      <a:pt x="114" y="28"/>
                      <a:pt x="114" y="28"/>
                    </a:cubicBezTo>
                    <a:cubicBezTo>
                      <a:pt x="114" y="26"/>
                      <a:pt x="114" y="26"/>
                      <a:pt x="114" y="26"/>
                    </a:cubicBezTo>
                    <a:cubicBezTo>
                      <a:pt x="114" y="26"/>
                      <a:pt x="114" y="26"/>
                      <a:pt x="114" y="26"/>
                    </a:cubicBezTo>
                    <a:cubicBezTo>
                      <a:pt x="114" y="26"/>
                      <a:pt x="114" y="26"/>
                      <a:pt x="114" y="26"/>
                    </a:cubicBezTo>
                    <a:cubicBezTo>
                      <a:pt x="114" y="26"/>
                      <a:pt x="114" y="25"/>
                      <a:pt x="114" y="25"/>
                    </a:cubicBezTo>
                    <a:cubicBezTo>
                      <a:pt x="114" y="24"/>
                      <a:pt x="114" y="24"/>
                      <a:pt x="114" y="24"/>
                    </a:cubicBezTo>
                    <a:cubicBezTo>
                      <a:pt x="114" y="23"/>
                      <a:pt x="114" y="23"/>
                      <a:pt x="114" y="23"/>
                    </a:cubicBezTo>
                    <a:cubicBezTo>
                      <a:pt x="114" y="23"/>
                      <a:pt x="114" y="23"/>
                      <a:pt x="114" y="23"/>
                    </a:cubicBezTo>
                    <a:cubicBezTo>
                      <a:pt x="114" y="23"/>
                      <a:pt x="113" y="22"/>
                      <a:pt x="113" y="22"/>
                    </a:cubicBezTo>
                    <a:cubicBezTo>
                      <a:pt x="113" y="22"/>
                      <a:pt x="113" y="22"/>
                      <a:pt x="113" y="22"/>
                    </a:cubicBezTo>
                    <a:cubicBezTo>
                      <a:pt x="113" y="22"/>
                      <a:pt x="113" y="22"/>
                      <a:pt x="113" y="21"/>
                    </a:cubicBezTo>
                    <a:cubicBezTo>
                      <a:pt x="113" y="21"/>
                      <a:pt x="113" y="21"/>
                      <a:pt x="113" y="21"/>
                    </a:cubicBezTo>
                    <a:cubicBezTo>
                      <a:pt x="113" y="22"/>
                      <a:pt x="113" y="22"/>
                      <a:pt x="112" y="22"/>
                    </a:cubicBezTo>
                    <a:cubicBezTo>
                      <a:pt x="112" y="22"/>
                      <a:pt x="112" y="22"/>
                      <a:pt x="112" y="22"/>
                    </a:cubicBezTo>
                    <a:cubicBezTo>
                      <a:pt x="112" y="22"/>
                      <a:pt x="112" y="22"/>
                      <a:pt x="112" y="22"/>
                    </a:cubicBezTo>
                    <a:cubicBezTo>
                      <a:pt x="111" y="22"/>
                      <a:pt x="111" y="22"/>
                      <a:pt x="111" y="22"/>
                    </a:cubicBezTo>
                    <a:cubicBezTo>
                      <a:pt x="111" y="22"/>
                      <a:pt x="111" y="22"/>
                      <a:pt x="111" y="22"/>
                    </a:cubicBezTo>
                    <a:cubicBezTo>
                      <a:pt x="111" y="22"/>
                      <a:pt x="111" y="22"/>
                      <a:pt x="111" y="22"/>
                    </a:cubicBezTo>
                    <a:cubicBezTo>
                      <a:pt x="111" y="22"/>
                      <a:pt x="111" y="23"/>
                      <a:pt x="111" y="23"/>
                    </a:cubicBezTo>
                    <a:cubicBezTo>
                      <a:pt x="111" y="23"/>
                      <a:pt x="111" y="23"/>
                      <a:pt x="111" y="23"/>
                    </a:cubicBezTo>
                    <a:cubicBezTo>
                      <a:pt x="111" y="23"/>
                      <a:pt x="111" y="23"/>
                      <a:pt x="111" y="23"/>
                    </a:cubicBezTo>
                    <a:cubicBezTo>
                      <a:pt x="111" y="23"/>
                      <a:pt x="111" y="23"/>
                      <a:pt x="111" y="23"/>
                    </a:cubicBezTo>
                    <a:cubicBezTo>
                      <a:pt x="111" y="23"/>
                      <a:pt x="111" y="23"/>
                      <a:pt x="111" y="23"/>
                    </a:cubicBezTo>
                    <a:cubicBezTo>
                      <a:pt x="112" y="23"/>
                      <a:pt x="112" y="23"/>
                      <a:pt x="112" y="23"/>
                    </a:cubicBezTo>
                    <a:cubicBezTo>
                      <a:pt x="112" y="23"/>
                      <a:pt x="112" y="23"/>
                      <a:pt x="112" y="23"/>
                    </a:cubicBezTo>
                    <a:cubicBezTo>
                      <a:pt x="112" y="23"/>
                      <a:pt x="112" y="23"/>
                      <a:pt x="112" y="23"/>
                    </a:cubicBezTo>
                    <a:cubicBezTo>
                      <a:pt x="112" y="23"/>
                      <a:pt x="112" y="23"/>
                      <a:pt x="112" y="23"/>
                    </a:cubicBezTo>
                    <a:cubicBezTo>
                      <a:pt x="112" y="23"/>
                      <a:pt x="112" y="23"/>
                      <a:pt x="112" y="23"/>
                    </a:cubicBezTo>
                    <a:cubicBezTo>
                      <a:pt x="112" y="23"/>
                      <a:pt x="112" y="23"/>
                      <a:pt x="112" y="23"/>
                    </a:cubicBezTo>
                    <a:cubicBezTo>
                      <a:pt x="112" y="23"/>
                      <a:pt x="112" y="23"/>
                      <a:pt x="112" y="23"/>
                    </a:cubicBezTo>
                    <a:cubicBezTo>
                      <a:pt x="112" y="23"/>
                      <a:pt x="112" y="23"/>
                      <a:pt x="112" y="23"/>
                    </a:cubicBezTo>
                    <a:cubicBezTo>
                      <a:pt x="112" y="22"/>
                      <a:pt x="112" y="22"/>
                      <a:pt x="112" y="22"/>
                    </a:cubicBezTo>
                    <a:cubicBezTo>
                      <a:pt x="112" y="22"/>
                      <a:pt x="112" y="22"/>
                      <a:pt x="112" y="22"/>
                    </a:cubicBezTo>
                    <a:cubicBezTo>
                      <a:pt x="112" y="22"/>
                      <a:pt x="112" y="22"/>
                      <a:pt x="112" y="22"/>
                    </a:cubicBezTo>
                    <a:cubicBezTo>
                      <a:pt x="112" y="22"/>
                      <a:pt x="112" y="22"/>
                      <a:pt x="112" y="22"/>
                    </a:cubicBezTo>
                    <a:cubicBezTo>
                      <a:pt x="112" y="22"/>
                      <a:pt x="112" y="22"/>
                      <a:pt x="112" y="22"/>
                    </a:cubicBezTo>
                    <a:cubicBezTo>
                      <a:pt x="112" y="22"/>
                      <a:pt x="112" y="22"/>
                      <a:pt x="112" y="22"/>
                    </a:cubicBezTo>
                    <a:cubicBezTo>
                      <a:pt x="112" y="22"/>
                      <a:pt x="112" y="22"/>
                      <a:pt x="112" y="22"/>
                    </a:cubicBezTo>
                    <a:cubicBezTo>
                      <a:pt x="112" y="22"/>
                      <a:pt x="112" y="22"/>
                      <a:pt x="112" y="22"/>
                    </a:cubicBezTo>
                    <a:cubicBezTo>
                      <a:pt x="113" y="22"/>
                      <a:pt x="113" y="22"/>
                      <a:pt x="113" y="22"/>
                    </a:cubicBezTo>
                    <a:cubicBezTo>
                      <a:pt x="113" y="22"/>
                      <a:pt x="113" y="22"/>
                      <a:pt x="113" y="22"/>
                    </a:cubicBezTo>
                    <a:cubicBezTo>
                      <a:pt x="113" y="22"/>
                      <a:pt x="113" y="23"/>
                      <a:pt x="113" y="23"/>
                    </a:cubicBezTo>
                    <a:cubicBezTo>
                      <a:pt x="113" y="23"/>
                      <a:pt x="113" y="23"/>
                      <a:pt x="113" y="23"/>
                    </a:cubicBezTo>
                    <a:cubicBezTo>
                      <a:pt x="113" y="24"/>
                      <a:pt x="113" y="24"/>
                      <a:pt x="113" y="24"/>
                    </a:cubicBezTo>
                    <a:cubicBezTo>
                      <a:pt x="113" y="24"/>
                      <a:pt x="113" y="24"/>
                      <a:pt x="113" y="24"/>
                    </a:cubicBezTo>
                    <a:cubicBezTo>
                      <a:pt x="113" y="24"/>
                      <a:pt x="113" y="24"/>
                      <a:pt x="113" y="24"/>
                    </a:cubicBezTo>
                    <a:cubicBezTo>
                      <a:pt x="113" y="24"/>
                      <a:pt x="113" y="24"/>
                      <a:pt x="113" y="24"/>
                    </a:cubicBezTo>
                    <a:cubicBezTo>
                      <a:pt x="113" y="24"/>
                      <a:pt x="113" y="24"/>
                      <a:pt x="113" y="24"/>
                    </a:cubicBezTo>
                    <a:cubicBezTo>
                      <a:pt x="113" y="25"/>
                      <a:pt x="113" y="25"/>
                      <a:pt x="113" y="25"/>
                    </a:cubicBezTo>
                    <a:cubicBezTo>
                      <a:pt x="113" y="26"/>
                      <a:pt x="113" y="26"/>
                      <a:pt x="113" y="26"/>
                    </a:cubicBezTo>
                    <a:cubicBezTo>
                      <a:pt x="113" y="26"/>
                      <a:pt x="113" y="26"/>
                      <a:pt x="113" y="26"/>
                    </a:cubicBezTo>
                    <a:cubicBezTo>
                      <a:pt x="113" y="27"/>
                      <a:pt x="113" y="27"/>
                      <a:pt x="112" y="27"/>
                    </a:cubicBezTo>
                    <a:cubicBezTo>
                      <a:pt x="112" y="27"/>
                      <a:pt x="112" y="27"/>
                      <a:pt x="112" y="27"/>
                    </a:cubicBezTo>
                    <a:cubicBezTo>
                      <a:pt x="112" y="27"/>
                      <a:pt x="112" y="27"/>
                      <a:pt x="112" y="27"/>
                    </a:cubicBezTo>
                    <a:cubicBezTo>
                      <a:pt x="111" y="28"/>
                      <a:pt x="111" y="28"/>
                      <a:pt x="111" y="28"/>
                    </a:cubicBezTo>
                    <a:cubicBezTo>
                      <a:pt x="110" y="28"/>
                      <a:pt x="110" y="28"/>
                      <a:pt x="110" y="28"/>
                    </a:cubicBezTo>
                    <a:cubicBezTo>
                      <a:pt x="109" y="28"/>
                      <a:pt x="109" y="28"/>
                      <a:pt x="109" y="28"/>
                    </a:cubicBezTo>
                    <a:cubicBezTo>
                      <a:pt x="108" y="28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6"/>
                    </a:cubicBezTo>
                    <a:cubicBezTo>
                      <a:pt x="107" y="26"/>
                      <a:pt x="107" y="26"/>
                      <a:pt x="107" y="26"/>
                    </a:cubicBezTo>
                    <a:cubicBezTo>
                      <a:pt x="107" y="26"/>
                      <a:pt x="107" y="26"/>
                      <a:pt x="107" y="25"/>
                    </a:cubicBezTo>
                    <a:cubicBezTo>
                      <a:pt x="107" y="25"/>
                      <a:pt x="107" y="25"/>
                      <a:pt x="107" y="25"/>
                    </a:cubicBezTo>
                    <a:cubicBezTo>
                      <a:pt x="107" y="25"/>
                      <a:pt x="107" y="25"/>
                      <a:pt x="107" y="25"/>
                    </a:cubicBezTo>
                    <a:cubicBezTo>
                      <a:pt x="107" y="25"/>
                      <a:pt x="107" y="25"/>
                      <a:pt x="107" y="24"/>
                    </a:cubicBezTo>
                    <a:cubicBezTo>
                      <a:pt x="107" y="24"/>
                      <a:pt x="107" y="24"/>
                      <a:pt x="107" y="24"/>
                    </a:cubicBezTo>
                    <a:cubicBezTo>
                      <a:pt x="107" y="24"/>
                      <a:pt x="107" y="24"/>
                      <a:pt x="107" y="24"/>
                    </a:cubicBezTo>
                    <a:cubicBezTo>
                      <a:pt x="107" y="24"/>
                      <a:pt x="107" y="23"/>
                      <a:pt x="107" y="23"/>
                    </a:cubicBezTo>
                    <a:cubicBezTo>
                      <a:pt x="107" y="23"/>
                      <a:pt x="107" y="23"/>
                      <a:pt x="107" y="23"/>
                    </a:cubicBezTo>
                    <a:cubicBezTo>
                      <a:pt x="107" y="23"/>
                      <a:pt x="107" y="23"/>
                      <a:pt x="107" y="23"/>
                    </a:cubicBezTo>
                    <a:cubicBezTo>
                      <a:pt x="107" y="23"/>
                      <a:pt x="107" y="23"/>
                      <a:pt x="107" y="22"/>
                    </a:cubicBezTo>
                    <a:cubicBezTo>
                      <a:pt x="107" y="22"/>
                      <a:pt x="107" y="22"/>
                      <a:pt x="107" y="22"/>
                    </a:cubicBezTo>
                    <a:cubicBezTo>
                      <a:pt x="107" y="22"/>
                      <a:pt x="107" y="22"/>
                      <a:pt x="107" y="22"/>
                    </a:cubicBezTo>
                    <a:cubicBezTo>
                      <a:pt x="107" y="22"/>
                      <a:pt x="108" y="22"/>
                      <a:pt x="108" y="22"/>
                    </a:cubicBezTo>
                    <a:cubicBezTo>
                      <a:pt x="108" y="22"/>
                      <a:pt x="108" y="22"/>
                      <a:pt x="108" y="22"/>
                    </a:cubicBezTo>
                    <a:cubicBezTo>
                      <a:pt x="108" y="22"/>
                      <a:pt x="108" y="22"/>
                      <a:pt x="108" y="22"/>
                    </a:cubicBezTo>
                    <a:cubicBezTo>
                      <a:pt x="108" y="22"/>
                      <a:pt x="108" y="22"/>
                      <a:pt x="108" y="22"/>
                    </a:cubicBezTo>
                    <a:cubicBezTo>
                      <a:pt x="108" y="22"/>
                      <a:pt x="108" y="22"/>
                      <a:pt x="108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4"/>
                      <a:pt x="108" y="24"/>
                      <a:pt x="108" y="24"/>
                    </a:cubicBezTo>
                    <a:cubicBezTo>
                      <a:pt x="108" y="24"/>
                      <a:pt x="109" y="23"/>
                      <a:pt x="109" y="23"/>
                    </a:cubicBezTo>
                    <a:cubicBezTo>
                      <a:pt x="109" y="23"/>
                      <a:pt x="109" y="23"/>
                      <a:pt x="109" y="23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109" y="22"/>
                      <a:pt x="108" y="22"/>
                      <a:pt x="108" y="22"/>
                    </a:cubicBezTo>
                    <a:cubicBezTo>
                      <a:pt x="108" y="22"/>
                      <a:pt x="107" y="22"/>
                      <a:pt x="107" y="22"/>
                    </a:cubicBezTo>
                    <a:cubicBezTo>
                      <a:pt x="107" y="21"/>
                      <a:pt x="107" y="21"/>
                      <a:pt x="107" y="21"/>
                    </a:cubicBezTo>
                    <a:cubicBezTo>
                      <a:pt x="107" y="21"/>
                      <a:pt x="107" y="22"/>
                      <a:pt x="107" y="22"/>
                    </a:cubicBezTo>
                    <a:cubicBezTo>
                      <a:pt x="107" y="22"/>
                      <a:pt x="107" y="22"/>
                      <a:pt x="107" y="22"/>
                    </a:cubicBezTo>
                    <a:cubicBezTo>
                      <a:pt x="106" y="22"/>
                      <a:pt x="106" y="22"/>
                      <a:pt x="106" y="22"/>
                    </a:cubicBezTo>
                    <a:cubicBezTo>
                      <a:pt x="106" y="22"/>
                      <a:pt x="106" y="22"/>
                      <a:pt x="106" y="22"/>
                    </a:cubicBezTo>
                    <a:cubicBezTo>
                      <a:pt x="106" y="22"/>
                      <a:pt x="106" y="22"/>
                      <a:pt x="106" y="23"/>
                    </a:cubicBezTo>
                    <a:cubicBezTo>
                      <a:pt x="106" y="23"/>
                      <a:pt x="106" y="23"/>
                      <a:pt x="106" y="23"/>
                    </a:cubicBezTo>
                    <a:cubicBezTo>
                      <a:pt x="106" y="23"/>
                      <a:pt x="106" y="23"/>
                      <a:pt x="106" y="23"/>
                    </a:cubicBezTo>
                    <a:cubicBezTo>
                      <a:pt x="106" y="23"/>
                      <a:pt x="106" y="23"/>
                      <a:pt x="106" y="24"/>
                    </a:cubicBezTo>
                    <a:cubicBezTo>
                      <a:pt x="106" y="24"/>
                      <a:pt x="106" y="24"/>
                      <a:pt x="106" y="25"/>
                    </a:cubicBezTo>
                    <a:cubicBezTo>
                      <a:pt x="106" y="25"/>
                      <a:pt x="106" y="25"/>
                      <a:pt x="106" y="25"/>
                    </a:cubicBezTo>
                    <a:cubicBezTo>
                      <a:pt x="106" y="26"/>
                      <a:pt x="106" y="26"/>
                      <a:pt x="106" y="26"/>
                    </a:cubicBezTo>
                    <a:cubicBezTo>
                      <a:pt x="106" y="26"/>
                      <a:pt x="106" y="26"/>
                      <a:pt x="106" y="26"/>
                    </a:cubicBezTo>
                    <a:cubicBezTo>
                      <a:pt x="106" y="26"/>
                      <a:pt x="106" y="26"/>
                      <a:pt x="106" y="26"/>
                    </a:cubicBezTo>
                    <a:cubicBezTo>
                      <a:pt x="106" y="27"/>
                      <a:pt x="106" y="27"/>
                      <a:pt x="106" y="28"/>
                    </a:cubicBezTo>
                    <a:cubicBezTo>
                      <a:pt x="106" y="28"/>
                      <a:pt x="106" y="28"/>
                      <a:pt x="106" y="28"/>
                    </a:cubicBezTo>
                    <a:cubicBezTo>
                      <a:pt x="106" y="28"/>
                      <a:pt x="106" y="28"/>
                      <a:pt x="106" y="28"/>
                    </a:cubicBezTo>
                    <a:cubicBezTo>
                      <a:pt x="106" y="28"/>
                      <a:pt x="106" y="28"/>
                      <a:pt x="106" y="28"/>
                    </a:cubicBezTo>
                    <a:cubicBezTo>
                      <a:pt x="106" y="30"/>
                      <a:pt x="106" y="30"/>
                      <a:pt x="106" y="30"/>
                    </a:cubicBezTo>
                    <a:cubicBezTo>
                      <a:pt x="106" y="30"/>
                      <a:pt x="106" y="30"/>
                      <a:pt x="106" y="30"/>
                    </a:cubicBezTo>
                    <a:cubicBezTo>
                      <a:pt x="106" y="30"/>
                      <a:pt x="106" y="30"/>
                      <a:pt x="106" y="30"/>
                    </a:cubicBezTo>
                    <a:cubicBezTo>
                      <a:pt x="106" y="30"/>
                      <a:pt x="106" y="30"/>
                      <a:pt x="106" y="30"/>
                    </a:cubicBezTo>
                    <a:cubicBezTo>
                      <a:pt x="106" y="30"/>
                      <a:pt x="106" y="30"/>
                      <a:pt x="106" y="30"/>
                    </a:cubicBezTo>
                    <a:cubicBezTo>
                      <a:pt x="106" y="30"/>
                      <a:pt x="106" y="30"/>
                      <a:pt x="106" y="30"/>
                    </a:cubicBezTo>
                    <a:cubicBezTo>
                      <a:pt x="106" y="30"/>
                      <a:pt x="106" y="30"/>
                      <a:pt x="105" y="30"/>
                    </a:cubicBezTo>
                    <a:cubicBezTo>
                      <a:pt x="105" y="30"/>
                      <a:pt x="105" y="31"/>
                      <a:pt x="105" y="31"/>
                    </a:cubicBezTo>
                    <a:cubicBezTo>
                      <a:pt x="105" y="31"/>
                      <a:pt x="105" y="31"/>
                      <a:pt x="105" y="31"/>
                    </a:cubicBezTo>
                    <a:cubicBezTo>
                      <a:pt x="105" y="31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29"/>
                      <a:pt x="105" y="29"/>
                    </a:cubicBezTo>
                    <a:cubicBezTo>
                      <a:pt x="105" y="29"/>
                      <a:pt x="105" y="29"/>
                      <a:pt x="105" y="29"/>
                    </a:cubicBezTo>
                    <a:cubicBezTo>
                      <a:pt x="105" y="29"/>
                      <a:pt x="105" y="29"/>
                      <a:pt x="105" y="29"/>
                    </a:cubicBezTo>
                    <a:cubicBezTo>
                      <a:pt x="105" y="28"/>
                      <a:pt x="105" y="28"/>
                      <a:pt x="105" y="28"/>
                    </a:cubicBezTo>
                    <a:cubicBezTo>
                      <a:pt x="105" y="28"/>
                      <a:pt x="105" y="28"/>
                      <a:pt x="105" y="28"/>
                    </a:cubicBezTo>
                    <a:cubicBezTo>
                      <a:pt x="105" y="28"/>
                      <a:pt x="105" y="28"/>
                      <a:pt x="105" y="28"/>
                    </a:cubicBezTo>
                    <a:cubicBezTo>
                      <a:pt x="105" y="27"/>
                      <a:pt x="105" y="27"/>
                      <a:pt x="105" y="27"/>
                    </a:cubicBezTo>
                    <a:cubicBezTo>
                      <a:pt x="105" y="27"/>
                      <a:pt x="105" y="26"/>
                      <a:pt x="105" y="26"/>
                    </a:cubicBezTo>
                    <a:cubicBezTo>
                      <a:pt x="105" y="26"/>
                      <a:pt x="105" y="25"/>
                      <a:pt x="105" y="25"/>
                    </a:cubicBezTo>
                    <a:cubicBezTo>
                      <a:pt x="105" y="25"/>
                      <a:pt x="105" y="25"/>
                      <a:pt x="105" y="25"/>
                    </a:cubicBezTo>
                    <a:cubicBezTo>
                      <a:pt x="105" y="25"/>
                      <a:pt x="105" y="25"/>
                      <a:pt x="105" y="24"/>
                    </a:cubicBezTo>
                    <a:cubicBezTo>
                      <a:pt x="105" y="24"/>
                      <a:pt x="105" y="24"/>
                      <a:pt x="105" y="23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5" y="23"/>
                      <a:pt x="105" y="23"/>
                      <a:pt x="105" y="22"/>
                    </a:cubicBezTo>
                    <a:cubicBezTo>
                      <a:pt x="105" y="22"/>
                      <a:pt x="105" y="22"/>
                      <a:pt x="105" y="22"/>
                    </a:cubicBezTo>
                    <a:cubicBezTo>
                      <a:pt x="105" y="22"/>
                      <a:pt x="105" y="22"/>
                      <a:pt x="105" y="22"/>
                    </a:cubicBezTo>
                    <a:cubicBezTo>
                      <a:pt x="105" y="22"/>
                      <a:pt x="105" y="21"/>
                      <a:pt x="105" y="21"/>
                    </a:cubicBezTo>
                    <a:cubicBezTo>
                      <a:pt x="105" y="21"/>
                      <a:pt x="106" y="21"/>
                      <a:pt x="106" y="20"/>
                    </a:cubicBezTo>
                    <a:cubicBezTo>
                      <a:pt x="106" y="20"/>
                      <a:pt x="106" y="20"/>
                      <a:pt x="106" y="20"/>
                    </a:cubicBezTo>
                    <a:cubicBezTo>
                      <a:pt x="106" y="20"/>
                      <a:pt x="106" y="20"/>
                      <a:pt x="106" y="20"/>
                    </a:cubicBezTo>
                    <a:cubicBezTo>
                      <a:pt x="106" y="20"/>
                      <a:pt x="106" y="20"/>
                      <a:pt x="106" y="19"/>
                    </a:cubicBezTo>
                    <a:cubicBezTo>
                      <a:pt x="106" y="19"/>
                      <a:pt x="106" y="19"/>
                      <a:pt x="106" y="19"/>
                    </a:cubicBezTo>
                    <a:cubicBezTo>
                      <a:pt x="106" y="19"/>
                      <a:pt x="106" y="19"/>
                      <a:pt x="106" y="19"/>
                    </a:cubicBezTo>
                    <a:cubicBezTo>
                      <a:pt x="106" y="18"/>
                      <a:pt x="106" y="18"/>
                      <a:pt x="106" y="18"/>
                    </a:cubicBezTo>
                    <a:cubicBezTo>
                      <a:pt x="106" y="18"/>
                      <a:pt x="106" y="18"/>
                      <a:pt x="106" y="18"/>
                    </a:cubicBezTo>
                    <a:cubicBezTo>
                      <a:pt x="106" y="18"/>
                      <a:pt x="106" y="18"/>
                      <a:pt x="106" y="17"/>
                    </a:cubicBezTo>
                    <a:cubicBezTo>
                      <a:pt x="106" y="17"/>
                      <a:pt x="106" y="17"/>
                      <a:pt x="106" y="17"/>
                    </a:cubicBezTo>
                    <a:cubicBezTo>
                      <a:pt x="106" y="17"/>
                      <a:pt x="106" y="17"/>
                      <a:pt x="107" y="17"/>
                    </a:cubicBezTo>
                    <a:cubicBezTo>
                      <a:pt x="107" y="17"/>
                      <a:pt x="107" y="17"/>
                      <a:pt x="107" y="17"/>
                    </a:cubicBezTo>
                    <a:cubicBezTo>
                      <a:pt x="107" y="17"/>
                      <a:pt x="107" y="17"/>
                      <a:pt x="107" y="17"/>
                    </a:cubicBezTo>
                    <a:cubicBezTo>
                      <a:pt x="108" y="17"/>
                      <a:pt x="108" y="16"/>
                      <a:pt x="108" y="16"/>
                    </a:cubicBezTo>
                    <a:cubicBezTo>
                      <a:pt x="109" y="16"/>
                      <a:pt x="109" y="16"/>
                      <a:pt x="109" y="16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08" y="15"/>
                      <a:pt x="108" y="16"/>
                      <a:pt x="107" y="16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5" y="16"/>
                      <a:pt x="105" y="16"/>
                      <a:pt x="105" y="16"/>
                    </a:cubicBezTo>
                    <a:cubicBezTo>
                      <a:pt x="105" y="16"/>
                      <a:pt x="105" y="16"/>
                      <a:pt x="105" y="16"/>
                    </a:cubicBezTo>
                    <a:cubicBezTo>
                      <a:pt x="105" y="16"/>
                      <a:pt x="105" y="16"/>
                      <a:pt x="105" y="16"/>
                    </a:cubicBezTo>
                    <a:cubicBezTo>
                      <a:pt x="104" y="16"/>
                      <a:pt x="104" y="16"/>
                      <a:pt x="104" y="16"/>
                    </a:cubicBezTo>
                    <a:cubicBezTo>
                      <a:pt x="104" y="15"/>
                      <a:pt x="104" y="15"/>
                      <a:pt x="104" y="15"/>
                    </a:cubicBezTo>
                    <a:cubicBezTo>
                      <a:pt x="104" y="15"/>
                      <a:pt x="104" y="15"/>
                      <a:pt x="104" y="15"/>
                    </a:cubicBezTo>
                    <a:cubicBezTo>
                      <a:pt x="104" y="15"/>
                      <a:pt x="104" y="15"/>
                      <a:pt x="104" y="15"/>
                    </a:cubicBezTo>
                    <a:cubicBezTo>
                      <a:pt x="104" y="15"/>
                      <a:pt x="104" y="15"/>
                      <a:pt x="104" y="15"/>
                    </a:cubicBezTo>
                    <a:cubicBezTo>
                      <a:pt x="104" y="15"/>
                      <a:pt x="104" y="15"/>
                      <a:pt x="104" y="14"/>
                    </a:cubicBezTo>
                    <a:cubicBezTo>
                      <a:pt x="104" y="14"/>
                      <a:pt x="104" y="14"/>
                      <a:pt x="104" y="14"/>
                    </a:cubicBezTo>
                    <a:cubicBezTo>
                      <a:pt x="104" y="14"/>
                      <a:pt x="104" y="14"/>
                      <a:pt x="104" y="14"/>
                    </a:cubicBezTo>
                    <a:cubicBezTo>
                      <a:pt x="104" y="14"/>
                      <a:pt x="105" y="14"/>
                      <a:pt x="105" y="14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7" y="14"/>
                      <a:pt x="107" y="14"/>
                      <a:pt x="107" y="14"/>
                    </a:cubicBezTo>
                    <a:cubicBezTo>
                      <a:pt x="107" y="14"/>
                      <a:pt x="107" y="14"/>
                      <a:pt x="107" y="14"/>
                    </a:cubicBezTo>
                    <a:cubicBezTo>
                      <a:pt x="108" y="14"/>
                      <a:pt x="108" y="14"/>
                      <a:pt x="108" y="14"/>
                    </a:cubicBezTo>
                    <a:cubicBezTo>
                      <a:pt x="110" y="14"/>
                      <a:pt x="110" y="14"/>
                      <a:pt x="110" y="14"/>
                    </a:cubicBezTo>
                    <a:cubicBezTo>
                      <a:pt x="110" y="14"/>
                      <a:pt x="110" y="14"/>
                      <a:pt x="110" y="14"/>
                    </a:cubicBezTo>
                    <a:cubicBezTo>
                      <a:pt x="110" y="14"/>
                      <a:pt x="110" y="14"/>
                      <a:pt x="110" y="14"/>
                    </a:cubicBezTo>
                    <a:cubicBezTo>
                      <a:pt x="110" y="14"/>
                      <a:pt x="110" y="14"/>
                      <a:pt x="110" y="14"/>
                    </a:cubicBezTo>
                    <a:cubicBezTo>
                      <a:pt x="110" y="13"/>
                      <a:pt x="110" y="13"/>
                      <a:pt x="110" y="13"/>
                    </a:cubicBezTo>
                    <a:cubicBezTo>
                      <a:pt x="109" y="13"/>
                      <a:pt x="108" y="13"/>
                      <a:pt x="108" y="13"/>
                    </a:cubicBezTo>
                    <a:cubicBezTo>
                      <a:pt x="108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11" y="16"/>
                      <a:pt x="111" y="16"/>
                      <a:pt x="111" y="16"/>
                    </a:cubicBezTo>
                    <a:close/>
                    <a:moveTo>
                      <a:pt x="107" y="19"/>
                    </a:moveTo>
                    <a:cubicBezTo>
                      <a:pt x="107" y="19"/>
                      <a:pt x="107" y="19"/>
                      <a:pt x="107" y="19"/>
                    </a:cubicBezTo>
                    <a:cubicBezTo>
                      <a:pt x="107" y="19"/>
                      <a:pt x="107" y="19"/>
                      <a:pt x="107" y="19"/>
                    </a:cubicBezTo>
                    <a:cubicBezTo>
                      <a:pt x="107" y="19"/>
                      <a:pt x="107" y="19"/>
                      <a:pt x="107" y="19"/>
                    </a:cubicBezTo>
                    <a:cubicBezTo>
                      <a:pt x="107" y="19"/>
                      <a:pt x="107" y="19"/>
                      <a:pt x="107" y="19"/>
                    </a:cubicBezTo>
                    <a:cubicBezTo>
                      <a:pt x="107" y="19"/>
                      <a:pt x="107" y="19"/>
                      <a:pt x="107" y="19"/>
                    </a:cubicBezTo>
                    <a:cubicBezTo>
                      <a:pt x="107" y="19"/>
                      <a:pt x="107" y="19"/>
                      <a:pt x="107" y="19"/>
                    </a:cubicBezTo>
                    <a:cubicBezTo>
                      <a:pt x="107" y="19"/>
                      <a:pt x="107" y="19"/>
                      <a:pt x="107" y="18"/>
                    </a:cubicBezTo>
                    <a:cubicBezTo>
                      <a:pt x="107" y="18"/>
                      <a:pt x="107" y="18"/>
                      <a:pt x="107" y="18"/>
                    </a:cubicBezTo>
                    <a:cubicBezTo>
                      <a:pt x="107" y="18"/>
                      <a:pt x="107" y="18"/>
                      <a:pt x="107" y="18"/>
                    </a:cubicBezTo>
                    <a:cubicBezTo>
                      <a:pt x="107" y="18"/>
                      <a:pt x="107" y="18"/>
                      <a:pt x="107" y="18"/>
                    </a:cubicBezTo>
                    <a:cubicBezTo>
                      <a:pt x="107" y="18"/>
                      <a:pt x="107" y="18"/>
                      <a:pt x="107" y="18"/>
                    </a:cubicBezTo>
                    <a:cubicBezTo>
                      <a:pt x="107" y="18"/>
                      <a:pt x="107" y="18"/>
                      <a:pt x="107" y="18"/>
                    </a:cubicBezTo>
                    <a:cubicBezTo>
                      <a:pt x="107" y="18"/>
                      <a:pt x="107" y="18"/>
                      <a:pt x="107" y="18"/>
                    </a:cubicBezTo>
                    <a:cubicBezTo>
                      <a:pt x="107" y="18"/>
                      <a:pt x="107" y="18"/>
                      <a:pt x="108" y="18"/>
                    </a:cubicBezTo>
                    <a:cubicBezTo>
                      <a:pt x="108" y="18"/>
                      <a:pt x="109" y="17"/>
                      <a:pt x="109" y="17"/>
                    </a:cubicBezTo>
                    <a:cubicBezTo>
                      <a:pt x="109" y="18"/>
                      <a:pt x="109" y="18"/>
                      <a:pt x="109" y="18"/>
                    </a:cubicBezTo>
                    <a:cubicBezTo>
                      <a:pt x="109" y="18"/>
                      <a:pt x="109" y="18"/>
                      <a:pt x="109" y="18"/>
                    </a:cubicBezTo>
                    <a:cubicBezTo>
                      <a:pt x="109" y="18"/>
                      <a:pt x="109" y="18"/>
                      <a:pt x="109" y="18"/>
                    </a:cubicBezTo>
                    <a:cubicBezTo>
                      <a:pt x="108" y="18"/>
                      <a:pt x="108" y="18"/>
                      <a:pt x="108" y="19"/>
                    </a:cubicBezTo>
                    <a:cubicBezTo>
                      <a:pt x="108" y="19"/>
                      <a:pt x="108" y="19"/>
                      <a:pt x="108" y="19"/>
                    </a:cubicBezTo>
                    <a:cubicBezTo>
                      <a:pt x="108" y="19"/>
                      <a:pt x="108" y="19"/>
                      <a:pt x="107" y="19"/>
                    </a:cubicBezTo>
                    <a:cubicBezTo>
                      <a:pt x="107" y="19"/>
                      <a:pt x="107" y="19"/>
                      <a:pt x="107" y="19"/>
                    </a:cubicBezTo>
                    <a:cubicBezTo>
                      <a:pt x="107" y="19"/>
                      <a:pt x="107" y="19"/>
                      <a:pt x="107" y="19"/>
                    </a:cubicBezTo>
                    <a:close/>
                    <a:moveTo>
                      <a:pt x="109" y="19"/>
                    </a:moveTo>
                    <a:cubicBezTo>
                      <a:pt x="109" y="21"/>
                      <a:pt x="109" y="21"/>
                      <a:pt x="109" y="21"/>
                    </a:cubicBezTo>
                    <a:cubicBezTo>
                      <a:pt x="109" y="21"/>
                      <a:pt x="109" y="21"/>
                      <a:pt x="109" y="21"/>
                    </a:cubicBezTo>
                    <a:cubicBezTo>
                      <a:pt x="108" y="21"/>
                      <a:pt x="108" y="21"/>
                      <a:pt x="108" y="21"/>
                    </a:cubicBezTo>
                    <a:cubicBezTo>
                      <a:pt x="108" y="21"/>
                      <a:pt x="108" y="21"/>
                      <a:pt x="108" y="21"/>
                    </a:cubicBezTo>
                    <a:cubicBezTo>
                      <a:pt x="108" y="20"/>
                      <a:pt x="108" y="20"/>
                      <a:pt x="108" y="20"/>
                    </a:cubicBezTo>
                    <a:cubicBezTo>
                      <a:pt x="108" y="20"/>
                      <a:pt x="107" y="20"/>
                      <a:pt x="107" y="20"/>
                    </a:cubicBezTo>
                    <a:cubicBezTo>
                      <a:pt x="107" y="20"/>
                      <a:pt x="107" y="20"/>
                      <a:pt x="107" y="20"/>
                    </a:cubicBezTo>
                    <a:cubicBezTo>
                      <a:pt x="107" y="20"/>
                      <a:pt x="107" y="20"/>
                      <a:pt x="107" y="20"/>
                    </a:cubicBezTo>
                    <a:cubicBezTo>
                      <a:pt x="108" y="20"/>
                      <a:pt x="108" y="20"/>
                      <a:pt x="108" y="20"/>
                    </a:cubicBezTo>
                    <a:cubicBezTo>
                      <a:pt x="108" y="20"/>
                      <a:pt x="108" y="20"/>
                      <a:pt x="108" y="20"/>
                    </a:cubicBezTo>
                    <a:cubicBezTo>
                      <a:pt x="108" y="20"/>
                      <a:pt x="108" y="20"/>
                      <a:pt x="108" y="20"/>
                    </a:cubicBezTo>
                    <a:cubicBezTo>
                      <a:pt x="109" y="19"/>
                      <a:pt x="109" y="19"/>
                      <a:pt x="109" y="19"/>
                    </a:cubicBezTo>
                    <a:close/>
                    <a:moveTo>
                      <a:pt x="112" y="25"/>
                    </a:moveTo>
                    <a:cubicBezTo>
                      <a:pt x="112" y="25"/>
                      <a:pt x="112" y="25"/>
                      <a:pt x="112" y="25"/>
                    </a:cubicBezTo>
                    <a:cubicBezTo>
                      <a:pt x="112" y="25"/>
                      <a:pt x="112" y="25"/>
                      <a:pt x="112" y="25"/>
                    </a:cubicBezTo>
                    <a:cubicBezTo>
                      <a:pt x="112" y="25"/>
                      <a:pt x="112" y="26"/>
                      <a:pt x="112" y="26"/>
                    </a:cubicBezTo>
                    <a:cubicBezTo>
                      <a:pt x="112" y="26"/>
                      <a:pt x="112" y="26"/>
                      <a:pt x="111" y="26"/>
                    </a:cubicBezTo>
                    <a:cubicBezTo>
                      <a:pt x="111" y="26"/>
                      <a:pt x="111" y="26"/>
                      <a:pt x="111" y="26"/>
                    </a:cubicBezTo>
                    <a:cubicBezTo>
                      <a:pt x="111" y="26"/>
                      <a:pt x="111" y="26"/>
                      <a:pt x="111" y="26"/>
                    </a:cubicBezTo>
                    <a:cubicBezTo>
                      <a:pt x="111" y="27"/>
                      <a:pt x="110" y="27"/>
                      <a:pt x="110" y="27"/>
                    </a:cubicBezTo>
                    <a:cubicBezTo>
                      <a:pt x="109" y="27"/>
                      <a:pt x="109" y="27"/>
                      <a:pt x="109" y="26"/>
                    </a:cubicBezTo>
                    <a:cubicBezTo>
                      <a:pt x="109" y="26"/>
                      <a:pt x="109" y="26"/>
                      <a:pt x="108" y="26"/>
                    </a:cubicBezTo>
                    <a:cubicBezTo>
                      <a:pt x="108" y="26"/>
                      <a:pt x="108" y="26"/>
                      <a:pt x="108" y="26"/>
                    </a:cubicBezTo>
                    <a:cubicBezTo>
                      <a:pt x="108" y="26"/>
                      <a:pt x="108" y="26"/>
                      <a:pt x="108" y="26"/>
                    </a:cubicBezTo>
                    <a:cubicBezTo>
                      <a:pt x="108" y="25"/>
                      <a:pt x="108" y="25"/>
                      <a:pt x="108" y="25"/>
                    </a:cubicBezTo>
                    <a:cubicBezTo>
                      <a:pt x="108" y="25"/>
                      <a:pt x="108" y="25"/>
                      <a:pt x="108" y="25"/>
                    </a:cubicBezTo>
                    <a:cubicBezTo>
                      <a:pt x="108" y="25"/>
                      <a:pt x="108" y="25"/>
                      <a:pt x="108" y="25"/>
                    </a:cubicBezTo>
                    <a:cubicBezTo>
                      <a:pt x="108" y="25"/>
                      <a:pt x="108" y="25"/>
                      <a:pt x="108" y="25"/>
                    </a:cubicBezTo>
                    <a:cubicBezTo>
                      <a:pt x="109" y="25"/>
                      <a:pt x="109" y="25"/>
                      <a:pt x="110" y="25"/>
                    </a:cubicBezTo>
                    <a:cubicBezTo>
                      <a:pt x="110" y="25"/>
                      <a:pt x="110" y="24"/>
                      <a:pt x="111" y="24"/>
                    </a:cubicBezTo>
                    <a:cubicBezTo>
                      <a:pt x="111" y="24"/>
                      <a:pt x="111" y="24"/>
                      <a:pt x="111" y="24"/>
                    </a:cubicBezTo>
                    <a:cubicBezTo>
                      <a:pt x="111" y="24"/>
                      <a:pt x="111" y="24"/>
                      <a:pt x="111" y="25"/>
                    </a:cubicBezTo>
                    <a:cubicBezTo>
                      <a:pt x="111" y="25"/>
                      <a:pt x="112" y="25"/>
                      <a:pt x="112" y="25"/>
                    </a:cubicBezTo>
                    <a:close/>
                    <a:moveTo>
                      <a:pt x="32" y="72"/>
                    </a:moveTo>
                    <a:cubicBezTo>
                      <a:pt x="31" y="73"/>
                      <a:pt x="31" y="73"/>
                      <a:pt x="31" y="73"/>
                    </a:cubicBezTo>
                    <a:cubicBezTo>
                      <a:pt x="31" y="73"/>
                      <a:pt x="30" y="73"/>
                      <a:pt x="30" y="73"/>
                    </a:cubicBezTo>
                    <a:cubicBezTo>
                      <a:pt x="30" y="73"/>
                      <a:pt x="29" y="73"/>
                      <a:pt x="29" y="73"/>
                    </a:cubicBezTo>
                    <a:cubicBezTo>
                      <a:pt x="29" y="73"/>
                      <a:pt x="29" y="73"/>
                      <a:pt x="29" y="73"/>
                    </a:cubicBezTo>
                    <a:cubicBezTo>
                      <a:pt x="29" y="72"/>
                      <a:pt x="29" y="72"/>
                      <a:pt x="29" y="72"/>
                    </a:cubicBezTo>
                    <a:cubicBezTo>
                      <a:pt x="29" y="72"/>
                      <a:pt x="29" y="72"/>
                      <a:pt x="29" y="72"/>
                    </a:cubicBezTo>
                    <a:cubicBezTo>
                      <a:pt x="29" y="72"/>
                      <a:pt x="29" y="72"/>
                      <a:pt x="29" y="72"/>
                    </a:cubicBezTo>
                    <a:cubicBezTo>
                      <a:pt x="29" y="72"/>
                      <a:pt x="29" y="72"/>
                      <a:pt x="29" y="72"/>
                    </a:cubicBezTo>
                    <a:cubicBezTo>
                      <a:pt x="30" y="71"/>
                      <a:pt x="31" y="71"/>
                      <a:pt x="31" y="71"/>
                    </a:cubicBezTo>
                    <a:cubicBezTo>
                      <a:pt x="31" y="71"/>
                      <a:pt x="31" y="71"/>
                      <a:pt x="31" y="71"/>
                    </a:cubicBezTo>
                    <a:cubicBezTo>
                      <a:pt x="31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3" y="71"/>
                      <a:pt x="33" y="71"/>
                    </a:cubicBezTo>
                    <a:cubicBezTo>
                      <a:pt x="33" y="71"/>
                      <a:pt x="33" y="71"/>
                      <a:pt x="33" y="71"/>
                    </a:cubicBezTo>
                    <a:cubicBezTo>
                      <a:pt x="33" y="71"/>
                      <a:pt x="33" y="71"/>
                      <a:pt x="33" y="71"/>
                    </a:cubicBezTo>
                    <a:cubicBezTo>
                      <a:pt x="33" y="71"/>
                      <a:pt x="34" y="71"/>
                      <a:pt x="34" y="71"/>
                    </a:cubicBezTo>
                    <a:cubicBezTo>
                      <a:pt x="34" y="70"/>
                      <a:pt x="34" y="70"/>
                      <a:pt x="34" y="70"/>
                    </a:cubicBezTo>
                    <a:cubicBezTo>
                      <a:pt x="34" y="70"/>
                      <a:pt x="34" y="69"/>
                      <a:pt x="34" y="69"/>
                    </a:cubicBezTo>
                    <a:cubicBezTo>
                      <a:pt x="34" y="69"/>
                      <a:pt x="34" y="68"/>
                      <a:pt x="35" y="68"/>
                    </a:cubicBezTo>
                    <a:cubicBezTo>
                      <a:pt x="35" y="68"/>
                      <a:pt x="35" y="68"/>
                      <a:pt x="35" y="67"/>
                    </a:cubicBezTo>
                    <a:cubicBezTo>
                      <a:pt x="35" y="67"/>
                      <a:pt x="35" y="67"/>
                      <a:pt x="35" y="66"/>
                    </a:cubicBezTo>
                    <a:cubicBezTo>
                      <a:pt x="35" y="66"/>
                      <a:pt x="36" y="66"/>
                      <a:pt x="36" y="66"/>
                    </a:cubicBezTo>
                    <a:cubicBezTo>
                      <a:pt x="36" y="66"/>
                      <a:pt x="36" y="65"/>
                      <a:pt x="36" y="65"/>
                    </a:cubicBezTo>
                    <a:cubicBezTo>
                      <a:pt x="36" y="65"/>
                      <a:pt x="36" y="65"/>
                      <a:pt x="36" y="65"/>
                    </a:cubicBezTo>
                    <a:cubicBezTo>
                      <a:pt x="36" y="65"/>
                      <a:pt x="36" y="65"/>
                      <a:pt x="36" y="65"/>
                    </a:cubicBezTo>
                    <a:cubicBezTo>
                      <a:pt x="36" y="65"/>
                      <a:pt x="36" y="65"/>
                      <a:pt x="36" y="64"/>
                    </a:cubicBezTo>
                    <a:cubicBezTo>
                      <a:pt x="36" y="64"/>
                      <a:pt x="36" y="65"/>
                      <a:pt x="36" y="65"/>
                    </a:cubicBezTo>
                    <a:cubicBezTo>
                      <a:pt x="35" y="65"/>
                      <a:pt x="35" y="65"/>
                      <a:pt x="35" y="65"/>
                    </a:cubicBezTo>
                    <a:cubicBezTo>
                      <a:pt x="35" y="65"/>
                      <a:pt x="35" y="65"/>
                      <a:pt x="35" y="65"/>
                    </a:cubicBezTo>
                    <a:cubicBezTo>
                      <a:pt x="36" y="65"/>
                      <a:pt x="35" y="65"/>
                      <a:pt x="35" y="65"/>
                    </a:cubicBezTo>
                    <a:cubicBezTo>
                      <a:pt x="35" y="65"/>
                      <a:pt x="35" y="65"/>
                      <a:pt x="35" y="65"/>
                    </a:cubicBezTo>
                    <a:cubicBezTo>
                      <a:pt x="34" y="65"/>
                      <a:pt x="34" y="66"/>
                      <a:pt x="34" y="66"/>
                    </a:cubicBezTo>
                    <a:cubicBezTo>
                      <a:pt x="34" y="66"/>
                      <a:pt x="33" y="66"/>
                      <a:pt x="33" y="66"/>
                    </a:cubicBezTo>
                    <a:cubicBezTo>
                      <a:pt x="33" y="66"/>
                      <a:pt x="33" y="67"/>
                      <a:pt x="33" y="67"/>
                    </a:cubicBezTo>
                    <a:cubicBezTo>
                      <a:pt x="33" y="67"/>
                      <a:pt x="33" y="67"/>
                      <a:pt x="33" y="67"/>
                    </a:cubicBezTo>
                    <a:cubicBezTo>
                      <a:pt x="33" y="67"/>
                      <a:pt x="33" y="67"/>
                      <a:pt x="33" y="67"/>
                    </a:cubicBezTo>
                    <a:cubicBezTo>
                      <a:pt x="33" y="67"/>
                      <a:pt x="33" y="67"/>
                      <a:pt x="33" y="67"/>
                    </a:cubicBezTo>
                    <a:cubicBezTo>
                      <a:pt x="33" y="68"/>
                      <a:pt x="33" y="68"/>
                      <a:pt x="33" y="68"/>
                    </a:cubicBezTo>
                    <a:cubicBezTo>
                      <a:pt x="33" y="68"/>
                      <a:pt x="32" y="68"/>
                      <a:pt x="32" y="68"/>
                    </a:cubicBezTo>
                    <a:cubicBezTo>
                      <a:pt x="32" y="68"/>
                      <a:pt x="32" y="68"/>
                      <a:pt x="32" y="68"/>
                    </a:cubicBezTo>
                    <a:cubicBezTo>
                      <a:pt x="32" y="68"/>
                      <a:pt x="32" y="68"/>
                      <a:pt x="32" y="67"/>
                    </a:cubicBezTo>
                    <a:cubicBezTo>
                      <a:pt x="32" y="67"/>
                      <a:pt x="32" y="67"/>
                      <a:pt x="32" y="67"/>
                    </a:cubicBezTo>
                    <a:cubicBezTo>
                      <a:pt x="32" y="67"/>
                      <a:pt x="32" y="67"/>
                      <a:pt x="32" y="67"/>
                    </a:cubicBezTo>
                    <a:cubicBezTo>
                      <a:pt x="31" y="67"/>
                      <a:pt x="31" y="67"/>
                      <a:pt x="31" y="67"/>
                    </a:cubicBezTo>
                    <a:cubicBezTo>
                      <a:pt x="31" y="67"/>
                      <a:pt x="31" y="67"/>
                      <a:pt x="31" y="67"/>
                    </a:cubicBezTo>
                    <a:cubicBezTo>
                      <a:pt x="31" y="67"/>
                      <a:pt x="31" y="67"/>
                      <a:pt x="31" y="68"/>
                    </a:cubicBezTo>
                    <a:cubicBezTo>
                      <a:pt x="30" y="68"/>
                      <a:pt x="30" y="68"/>
                      <a:pt x="30" y="68"/>
                    </a:cubicBezTo>
                    <a:cubicBezTo>
                      <a:pt x="30" y="68"/>
                      <a:pt x="30" y="68"/>
                      <a:pt x="30" y="68"/>
                    </a:cubicBezTo>
                    <a:cubicBezTo>
                      <a:pt x="30" y="68"/>
                      <a:pt x="30" y="68"/>
                      <a:pt x="30" y="68"/>
                    </a:cubicBezTo>
                    <a:cubicBezTo>
                      <a:pt x="30" y="68"/>
                      <a:pt x="30" y="69"/>
                      <a:pt x="30" y="69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9" y="69"/>
                      <a:pt x="29" y="69"/>
                      <a:pt x="29" y="69"/>
                    </a:cubicBezTo>
                    <a:cubicBezTo>
                      <a:pt x="29" y="69"/>
                      <a:pt x="29" y="70"/>
                      <a:pt x="29" y="70"/>
                    </a:cubicBezTo>
                    <a:cubicBezTo>
                      <a:pt x="29" y="70"/>
                      <a:pt x="29" y="70"/>
                      <a:pt x="29" y="70"/>
                    </a:cubicBezTo>
                    <a:cubicBezTo>
                      <a:pt x="29" y="70"/>
                      <a:pt x="29" y="70"/>
                      <a:pt x="29" y="70"/>
                    </a:cubicBezTo>
                    <a:cubicBezTo>
                      <a:pt x="29" y="70"/>
                      <a:pt x="29" y="70"/>
                      <a:pt x="29" y="71"/>
                    </a:cubicBezTo>
                    <a:cubicBezTo>
                      <a:pt x="28" y="71"/>
                      <a:pt x="28" y="70"/>
                      <a:pt x="28" y="70"/>
                    </a:cubicBezTo>
                    <a:cubicBezTo>
                      <a:pt x="28" y="70"/>
                      <a:pt x="28" y="70"/>
                      <a:pt x="28" y="70"/>
                    </a:cubicBezTo>
                    <a:cubicBezTo>
                      <a:pt x="28" y="70"/>
                      <a:pt x="28" y="70"/>
                      <a:pt x="28" y="69"/>
                    </a:cubicBezTo>
                    <a:cubicBezTo>
                      <a:pt x="28" y="69"/>
                      <a:pt x="28" y="69"/>
                      <a:pt x="28" y="69"/>
                    </a:cubicBezTo>
                    <a:cubicBezTo>
                      <a:pt x="28" y="69"/>
                      <a:pt x="28" y="69"/>
                      <a:pt x="28" y="69"/>
                    </a:cubicBezTo>
                    <a:cubicBezTo>
                      <a:pt x="28" y="69"/>
                      <a:pt x="28" y="69"/>
                      <a:pt x="28" y="69"/>
                    </a:cubicBezTo>
                    <a:cubicBezTo>
                      <a:pt x="28" y="69"/>
                      <a:pt x="28" y="69"/>
                      <a:pt x="28" y="69"/>
                    </a:cubicBezTo>
                    <a:cubicBezTo>
                      <a:pt x="28" y="69"/>
                      <a:pt x="28" y="69"/>
                      <a:pt x="28" y="69"/>
                    </a:cubicBezTo>
                    <a:cubicBezTo>
                      <a:pt x="28" y="69"/>
                      <a:pt x="28" y="69"/>
                      <a:pt x="28" y="69"/>
                    </a:cubicBezTo>
                    <a:cubicBezTo>
                      <a:pt x="28" y="69"/>
                      <a:pt x="28" y="69"/>
                      <a:pt x="28" y="69"/>
                    </a:cubicBezTo>
                    <a:cubicBezTo>
                      <a:pt x="27" y="69"/>
                      <a:pt x="27" y="70"/>
                      <a:pt x="27" y="70"/>
                    </a:cubicBezTo>
                    <a:cubicBezTo>
                      <a:pt x="27" y="70"/>
                      <a:pt x="26" y="71"/>
                      <a:pt x="26" y="71"/>
                    </a:cubicBezTo>
                    <a:cubicBezTo>
                      <a:pt x="26" y="72"/>
                      <a:pt x="26" y="72"/>
                      <a:pt x="26" y="72"/>
                    </a:cubicBezTo>
                    <a:cubicBezTo>
                      <a:pt x="26" y="72"/>
                      <a:pt x="25" y="73"/>
                      <a:pt x="25" y="73"/>
                    </a:cubicBezTo>
                    <a:cubicBezTo>
                      <a:pt x="25" y="73"/>
                      <a:pt x="25" y="73"/>
                      <a:pt x="25" y="73"/>
                    </a:cubicBezTo>
                    <a:cubicBezTo>
                      <a:pt x="25" y="73"/>
                      <a:pt x="24" y="73"/>
                      <a:pt x="24" y="73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4" y="73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3" y="72"/>
                      <a:pt x="23" y="72"/>
                    </a:cubicBezTo>
                    <a:cubicBezTo>
                      <a:pt x="23" y="72"/>
                      <a:pt x="23" y="72"/>
                      <a:pt x="23" y="71"/>
                    </a:cubicBezTo>
                    <a:cubicBezTo>
                      <a:pt x="23" y="72"/>
                      <a:pt x="24" y="71"/>
                      <a:pt x="24" y="71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0"/>
                      <a:pt x="25" y="70"/>
                      <a:pt x="25" y="70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5" y="70"/>
                      <a:pt x="26" y="70"/>
                      <a:pt x="26" y="70"/>
                    </a:cubicBezTo>
                    <a:cubicBezTo>
                      <a:pt x="26" y="70"/>
                      <a:pt x="26" y="69"/>
                      <a:pt x="26" y="69"/>
                    </a:cubicBezTo>
                    <a:cubicBezTo>
                      <a:pt x="27" y="69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8" y="68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28" y="68"/>
                      <a:pt x="28" y="67"/>
                      <a:pt x="29" y="67"/>
                    </a:cubicBezTo>
                    <a:cubicBezTo>
                      <a:pt x="29" y="67"/>
                      <a:pt x="29" y="67"/>
                      <a:pt x="29" y="67"/>
                    </a:cubicBezTo>
                    <a:cubicBezTo>
                      <a:pt x="29" y="66"/>
                      <a:pt x="29" y="66"/>
                      <a:pt x="29" y="66"/>
                    </a:cubicBezTo>
                    <a:cubicBezTo>
                      <a:pt x="29" y="66"/>
                      <a:pt x="29" y="66"/>
                      <a:pt x="29" y="66"/>
                    </a:cubicBezTo>
                    <a:cubicBezTo>
                      <a:pt x="29" y="65"/>
                      <a:pt x="29" y="65"/>
                      <a:pt x="29" y="65"/>
                    </a:cubicBezTo>
                    <a:cubicBezTo>
                      <a:pt x="29" y="65"/>
                      <a:pt x="29" y="65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2"/>
                      <a:pt x="30" y="62"/>
                      <a:pt x="30" y="62"/>
                    </a:cubicBezTo>
                    <a:cubicBezTo>
                      <a:pt x="30" y="62"/>
                      <a:pt x="30" y="62"/>
                      <a:pt x="30" y="62"/>
                    </a:cubicBezTo>
                    <a:cubicBezTo>
                      <a:pt x="30" y="62"/>
                      <a:pt x="30" y="62"/>
                      <a:pt x="30" y="62"/>
                    </a:cubicBezTo>
                    <a:cubicBezTo>
                      <a:pt x="30" y="62"/>
                      <a:pt x="29" y="62"/>
                      <a:pt x="29" y="61"/>
                    </a:cubicBezTo>
                    <a:cubicBezTo>
                      <a:pt x="29" y="61"/>
                      <a:pt x="29" y="61"/>
                      <a:pt x="29" y="61"/>
                    </a:cubicBezTo>
                    <a:cubicBezTo>
                      <a:pt x="29" y="61"/>
                      <a:pt x="30" y="61"/>
                      <a:pt x="30" y="61"/>
                    </a:cubicBezTo>
                    <a:cubicBezTo>
                      <a:pt x="31" y="61"/>
                      <a:pt x="31" y="61"/>
                      <a:pt x="31" y="61"/>
                    </a:cubicBezTo>
                    <a:cubicBezTo>
                      <a:pt x="31" y="61"/>
                      <a:pt x="32" y="61"/>
                      <a:pt x="32" y="61"/>
                    </a:cubicBezTo>
                    <a:cubicBezTo>
                      <a:pt x="32" y="61"/>
                      <a:pt x="33" y="60"/>
                      <a:pt x="33" y="60"/>
                    </a:cubicBezTo>
                    <a:cubicBezTo>
                      <a:pt x="33" y="60"/>
                      <a:pt x="34" y="60"/>
                      <a:pt x="34" y="60"/>
                    </a:cubicBezTo>
                    <a:cubicBezTo>
                      <a:pt x="34" y="60"/>
                      <a:pt x="34" y="60"/>
                      <a:pt x="34" y="60"/>
                    </a:cubicBezTo>
                    <a:cubicBezTo>
                      <a:pt x="34" y="60"/>
                      <a:pt x="34" y="59"/>
                      <a:pt x="35" y="59"/>
                    </a:cubicBezTo>
                    <a:cubicBezTo>
                      <a:pt x="35" y="59"/>
                      <a:pt x="35" y="59"/>
                      <a:pt x="36" y="59"/>
                    </a:cubicBezTo>
                    <a:cubicBezTo>
                      <a:pt x="36" y="59"/>
                      <a:pt x="36" y="59"/>
                      <a:pt x="36" y="59"/>
                    </a:cubicBezTo>
                    <a:cubicBezTo>
                      <a:pt x="36" y="58"/>
                      <a:pt x="36" y="58"/>
                      <a:pt x="36" y="58"/>
                    </a:cubicBezTo>
                    <a:cubicBezTo>
                      <a:pt x="37" y="58"/>
                      <a:pt x="37" y="58"/>
                      <a:pt x="37" y="58"/>
                    </a:cubicBezTo>
                    <a:cubicBezTo>
                      <a:pt x="37" y="58"/>
                      <a:pt x="37" y="58"/>
                      <a:pt x="37" y="58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8" y="59"/>
                      <a:pt x="37" y="60"/>
                      <a:pt x="37" y="60"/>
                    </a:cubicBezTo>
                    <a:cubicBezTo>
                      <a:pt x="37" y="60"/>
                      <a:pt x="37" y="60"/>
                      <a:pt x="36" y="60"/>
                    </a:cubicBezTo>
                    <a:cubicBezTo>
                      <a:pt x="36" y="60"/>
                      <a:pt x="36" y="60"/>
                      <a:pt x="36" y="61"/>
                    </a:cubicBezTo>
                    <a:cubicBezTo>
                      <a:pt x="35" y="61"/>
                      <a:pt x="34" y="61"/>
                      <a:pt x="34" y="62"/>
                    </a:cubicBezTo>
                    <a:cubicBezTo>
                      <a:pt x="34" y="62"/>
                      <a:pt x="34" y="62"/>
                      <a:pt x="34" y="62"/>
                    </a:cubicBezTo>
                    <a:cubicBezTo>
                      <a:pt x="34" y="62"/>
                      <a:pt x="34" y="62"/>
                      <a:pt x="34" y="62"/>
                    </a:cubicBezTo>
                    <a:cubicBezTo>
                      <a:pt x="34" y="62"/>
                      <a:pt x="34" y="62"/>
                      <a:pt x="34" y="63"/>
                    </a:cubicBezTo>
                    <a:cubicBezTo>
                      <a:pt x="34" y="63"/>
                      <a:pt x="34" y="63"/>
                      <a:pt x="34" y="64"/>
                    </a:cubicBezTo>
                    <a:cubicBezTo>
                      <a:pt x="34" y="64"/>
                      <a:pt x="34" y="64"/>
                      <a:pt x="34" y="64"/>
                    </a:cubicBezTo>
                    <a:cubicBezTo>
                      <a:pt x="35" y="64"/>
                      <a:pt x="35" y="64"/>
                      <a:pt x="35" y="64"/>
                    </a:cubicBezTo>
                    <a:cubicBezTo>
                      <a:pt x="35" y="64"/>
                      <a:pt x="36" y="64"/>
                      <a:pt x="36" y="63"/>
                    </a:cubicBezTo>
                    <a:cubicBezTo>
                      <a:pt x="36" y="63"/>
                      <a:pt x="37" y="63"/>
                      <a:pt x="37" y="63"/>
                    </a:cubicBezTo>
                    <a:cubicBezTo>
                      <a:pt x="37" y="63"/>
                      <a:pt x="37" y="63"/>
                      <a:pt x="37" y="63"/>
                    </a:cubicBezTo>
                    <a:cubicBezTo>
                      <a:pt x="38" y="63"/>
                      <a:pt x="38" y="63"/>
                      <a:pt x="38" y="63"/>
                    </a:cubicBezTo>
                    <a:cubicBezTo>
                      <a:pt x="38" y="63"/>
                      <a:pt x="38" y="63"/>
                      <a:pt x="38" y="63"/>
                    </a:cubicBezTo>
                    <a:cubicBezTo>
                      <a:pt x="38" y="63"/>
                      <a:pt x="39" y="63"/>
                      <a:pt x="39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4"/>
                      <a:pt x="39" y="64"/>
                      <a:pt x="39" y="64"/>
                    </a:cubicBezTo>
                    <a:cubicBezTo>
                      <a:pt x="39" y="64"/>
                      <a:pt x="39" y="64"/>
                      <a:pt x="39" y="65"/>
                    </a:cubicBezTo>
                    <a:cubicBezTo>
                      <a:pt x="38" y="65"/>
                      <a:pt x="38" y="65"/>
                      <a:pt x="38" y="65"/>
                    </a:cubicBezTo>
                    <a:cubicBezTo>
                      <a:pt x="38" y="65"/>
                      <a:pt x="38" y="66"/>
                      <a:pt x="38" y="66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7" y="67"/>
                      <a:pt x="37" y="67"/>
                      <a:pt x="37" y="67"/>
                    </a:cubicBezTo>
                    <a:cubicBezTo>
                      <a:pt x="37" y="67"/>
                      <a:pt x="37" y="68"/>
                      <a:pt x="37" y="68"/>
                    </a:cubicBezTo>
                    <a:cubicBezTo>
                      <a:pt x="37" y="68"/>
                      <a:pt x="36" y="69"/>
                      <a:pt x="36" y="69"/>
                    </a:cubicBezTo>
                    <a:cubicBezTo>
                      <a:pt x="36" y="70"/>
                      <a:pt x="36" y="70"/>
                      <a:pt x="36" y="70"/>
                    </a:cubicBezTo>
                    <a:cubicBezTo>
                      <a:pt x="36" y="70"/>
                      <a:pt x="36" y="71"/>
                      <a:pt x="36" y="71"/>
                    </a:cubicBezTo>
                    <a:cubicBezTo>
                      <a:pt x="35" y="71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3"/>
                      <a:pt x="35" y="73"/>
                      <a:pt x="35" y="73"/>
                    </a:cubicBezTo>
                    <a:cubicBezTo>
                      <a:pt x="35" y="73"/>
                      <a:pt x="34" y="73"/>
                      <a:pt x="34" y="73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3" y="73"/>
                      <a:pt x="33" y="73"/>
                      <a:pt x="33" y="73"/>
                    </a:cubicBezTo>
                    <a:cubicBezTo>
                      <a:pt x="33" y="72"/>
                      <a:pt x="33" y="72"/>
                      <a:pt x="33" y="72"/>
                    </a:cubicBezTo>
                    <a:cubicBezTo>
                      <a:pt x="33" y="72"/>
                      <a:pt x="33" y="72"/>
                      <a:pt x="33" y="72"/>
                    </a:cubicBezTo>
                    <a:cubicBezTo>
                      <a:pt x="33" y="71"/>
                      <a:pt x="32" y="71"/>
                      <a:pt x="32" y="71"/>
                    </a:cubicBezTo>
                    <a:cubicBezTo>
                      <a:pt x="32" y="71"/>
                      <a:pt x="32" y="72"/>
                      <a:pt x="32" y="72"/>
                    </a:cubicBezTo>
                    <a:cubicBezTo>
                      <a:pt x="32" y="72"/>
                      <a:pt x="32" y="72"/>
                      <a:pt x="32" y="72"/>
                    </a:cubicBezTo>
                    <a:close/>
                    <a:moveTo>
                      <a:pt x="30" y="64"/>
                    </a:moveTo>
                    <a:cubicBezTo>
                      <a:pt x="30" y="64"/>
                      <a:pt x="30" y="64"/>
                      <a:pt x="30" y="63"/>
                    </a:cubicBezTo>
                    <a:cubicBezTo>
                      <a:pt x="31" y="63"/>
                      <a:pt x="31" y="63"/>
                      <a:pt x="31" y="63"/>
                    </a:cubicBezTo>
                    <a:cubicBezTo>
                      <a:pt x="32" y="63"/>
                      <a:pt x="32" y="63"/>
                      <a:pt x="32" y="63"/>
                    </a:cubicBezTo>
                    <a:cubicBezTo>
                      <a:pt x="32" y="63"/>
                      <a:pt x="32" y="63"/>
                      <a:pt x="33" y="63"/>
                    </a:cubicBezTo>
                    <a:cubicBezTo>
                      <a:pt x="33" y="63"/>
                      <a:pt x="33" y="63"/>
                      <a:pt x="33" y="63"/>
                    </a:cubicBezTo>
                    <a:cubicBezTo>
                      <a:pt x="33" y="63"/>
                      <a:pt x="33" y="63"/>
                      <a:pt x="33" y="64"/>
                    </a:cubicBezTo>
                    <a:cubicBezTo>
                      <a:pt x="33" y="64"/>
                      <a:pt x="33" y="65"/>
                      <a:pt x="33" y="65"/>
                    </a:cubicBezTo>
                    <a:cubicBezTo>
                      <a:pt x="33" y="65"/>
                      <a:pt x="33" y="65"/>
                      <a:pt x="33" y="65"/>
                    </a:cubicBezTo>
                    <a:cubicBezTo>
                      <a:pt x="33" y="65"/>
                      <a:pt x="32" y="65"/>
                      <a:pt x="32" y="65"/>
                    </a:cubicBezTo>
                    <a:cubicBezTo>
                      <a:pt x="31" y="65"/>
                      <a:pt x="31" y="66"/>
                      <a:pt x="31" y="66"/>
                    </a:cubicBezTo>
                    <a:cubicBezTo>
                      <a:pt x="31" y="66"/>
                      <a:pt x="31" y="66"/>
                      <a:pt x="31" y="66"/>
                    </a:cubicBezTo>
                    <a:cubicBezTo>
                      <a:pt x="31" y="66"/>
                      <a:pt x="30" y="65"/>
                      <a:pt x="30" y="65"/>
                    </a:cubicBezTo>
                    <a:cubicBezTo>
                      <a:pt x="30" y="65"/>
                      <a:pt x="30" y="64"/>
                      <a:pt x="30" y="64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4"/>
                      <a:pt x="30" y="64"/>
                      <a:pt x="30" y="64"/>
                    </a:cubicBezTo>
                    <a:close/>
                    <a:moveTo>
                      <a:pt x="47" y="72"/>
                    </a:moveTo>
                    <a:cubicBezTo>
                      <a:pt x="47" y="72"/>
                      <a:pt x="47" y="71"/>
                      <a:pt x="47" y="70"/>
                    </a:cubicBezTo>
                    <a:cubicBezTo>
                      <a:pt x="47" y="70"/>
                      <a:pt x="47" y="69"/>
                      <a:pt x="47" y="69"/>
                    </a:cubicBezTo>
                    <a:cubicBezTo>
                      <a:pt x="47" y="69"/>
                      <a:pt x="47" y="69"/>
                      <a:pt x="47" y="69"/>
                    </a:cubicBezTo>
                    <a:cubicBezTo>
                      <a:pt x="47" y="69"/>
                      <a:pt x="47" y="69"/>
                      <a:pt x="48" y="69"/>
                    </a:cubicBezTo>
                    <a:cubicBezTo>
                      <a:pt x="48" y="69"/>
                      <a:pt x="48" y="69"/>
                      <a:pt x="48" y="69"/>
                    </a:cubicBezTo>
                    <a:cubicBezTo>
                      <a:pt x="48" y="69"/>
                      <a:pt x="48" y="69"/>
                      <a:pt x="48" y="70"/>
                    </a:cubicBezTo>
                    <a:cubicBezTo>
                      <a:pt x="49" y="70"/>
                      <a:pt x="49" y="70"/>
                      <a:pt x="49" y="70"/>
                    </a:cubicBezTo>
                    <a:cubicBezTo>
                      <a:pt x="49" y="70"/>
                      <a:pt x="49" y="71"/>
                      <a:pt x="49" y="71"/>
                    </a:cubicBezTo>
                    <a:cubicBezTo>
                      <a:pt x="49" y="72"/>
                      <a:pt x="49" y="72"/>
                      <a:pt x="49" y="72"/>
                    </a:cubicBezTo>
                    <a:cubicBezTo>
                      <a:pt x="49" y="73"/>
                      <a:pt x="49" y="73"/>
                      <a:pt x="49" y="73"/>
                    </a:cubicBezTo>
                    <a:cubicBezTo>
                      <a:pt x="49" y="73"/>
                      <a:pt x="48" y="73"/>
                      <a:pt x="48" y="73"/>
                    </a:cubicBezTo>
                    <a:cubicBezTo>
                      <a:pt x="48" y="73"/>
                      <a:pt x="48" y="73"/>
                      <a:pt x="48" y="73"/>
                    </a:cubicBezTo>
                    <a:cubicBezTo>
                      <a:pt x="48" y="73"/>
                      <a:pt x="47" y="72"/>
                      <a:pt x="47" y="72"/>
                    </a:cubicBezTo>
                    <a:close/>
                    <a:moveTo>
                      <a:pt x="55" y="69"/>
                    </a:moveTo>
                    <a:cubicBezTo>
                      <a:pt x="55" y="69"/>
                      <a:pt x="55" y="69"/>
                      <a:pt x="55" y="68"/>
                    </a:cubicBezTo>
                    <a:cubicBezTo>
                      <a:pt x="55" y="68"/>
                      <a:pt x="55" y="67"/>
                      <a:pt x="55" y="67"/>
                    </a:cubicBezTo>
                    <a:cubicBezTo>
                      <a:pt x="55" y="67"/>
                      <a:pt x="55" y="66"/>
                      <a:pt x="55" y="66"/>
                    </a:cubicBezTo>
                    <a:cubicBezTo>
                      <a:pt x="55" y="66"/>
                      <a:pt x="56" y="65"/>
                      <a:pt x="56" y="65"/>
                    </a:cubicBezTo>
                    <a:cubicBezTo>
                      <a:pt x="55" y="65"/>
                      <a:pt x="55" y="65"/>
                      <a:pt x="55" y="65"/>
                    </a:cubicBezTo>
                    <a:cubicBezTo>
                      <a:pt x="55" y="65"/>
                      <a:pt x="55" y="65"/>
                      <a:pt x="55" y="65"/>
                    </a:cubicBezTo>
                    <a:cubicBezTo>
                      <a:pt x="55" y="65"/>
                      <a:pt x="55" y="65"/>
                      <a:pt x="55" y="65"/>
                    </a:cubicBezTo>
                    <a:cubicBezTo>
                      <a:pt x="54" y="65"/>
                      <a:pt x="54" y="65"/>
                      <a:pt x="54" y="65"/>
                    </a:cubicBezTo>
                    <a:cubicBezTo>
                      <a:pt x="54" y="65"/>
                      <a:pt x="54" y="66"/>
                      <a:pt x="53" y="66"/>
                    </a:cubicBezTo>
                    <a:cubicBezTo>
                      <a:pt x="53" y="66"/>
                      <a:pt x="53" y="67"/>
                      <a:pt x="53" y="67"/>
                    </a:cubicBezTo>
                    <a:cubicBezTo>
                      <a:pt x="53" y="67"/>
                      <a:pt x="53" y="67"/>
                      <a:pt x="53" y="67"/>
                    </a:cubicBezTo>
                    <a:cubicBezTo>
                      <a:pt x="53" y="67"/>
                      <a:pt x="52" y="67"/>
                      <a:pt x="52" y="68"/>
                    </a:cubicBezTo>
                    <a:cubicBezTo>
                      <a:pt x="51" y="68"/>
                      <a:pt x="51" y="68"/>
                      <a:pt x="51" y="69"/>
                    </a:cubicBezTo>
                    <a:cubicBezTo>
                      <a:pt x="50" y="69"/>
                      <a:pt x="49" y="69"/>
                      <a:pt x="49" y="69"/>
                    </a:cubicBezTo>
                    <a:cubicBezTo>
                      <a:pt x="49" y="69"/>
                      <a:pt x="49" y="68"/>
                      <a:pt x="48" y="68"/>
                    </a:cubicBezTo>
                    <a:cubicBezTo>
                      <a:pt x="48" y="68"/>
                      <a:pt x="48" y="68"/>
                      <a:pt x="48" y="68"/>
                    </a:cubicBezTo>
                    <a:cubicBezTo>
                      <a:pt x="48" y="68"/>
                      <a:pt x="48" y="67"/>
                      <a:pt x="48" y="67"/>
                    </a:cubicBezTo>
                    <a:cubicBezTo>
                      <a:pt x="49" y="67"/>
                      <a:pt x="49" y="67"/>
                      <a:pt x="49" y="67"/>
                    </a:cubicBezTo>
                    <a:cubicBezTo>
                      <a:pt x="49" y="67"/>
                      <a:pt x="49" y="67"/>
                      <a:pt x="50" y="67"/>
                    </a:cubicBezTo>
                    <a:cubicBezTo>
                      <a:pt x="50" y="67"/>
                      <a:pt x="50" y="67"/>
                      <a:pt x="51" y="67"/>
                    </a:cubicBezTo>
                    <a:cubicBezTo>
                      <a:pt x="51" y="67"/>
                      <a:pt x="51" y="66"/>
                      <a:pt x="51" y="66"/>
                    </a:cubicBezTo>
                    <a:cubicBezTo>
                      <a:pt x="51" y="66"/>
                      <a:pt x="51" y="66"/>
                      <a:pt x="51" y="66"/>
                    </a:cubicBezTo>
                    <a:cubicBezTo>
                      <a:pt x="51" y="66"/>
                      <a:pt x="51" y="66"/>
                      <a:pt x="51" y="65"/>
                    </a:cubicBezTo>
                    <a:cubicBezTo>
                      <a:pt x="50" y="65"/>
                      <a:pt x="50" y="66"/>
                      <a:pt x="50" y="66"/>
                    </a:cubicBezTo>
                    <a:cubicBezTo>
                      <a:pt x="50" y="66"/>
                      <a:pt x="50" y="66"/>
                      <a:pt x="50" y="66"/>
                    </a:cubicBezTo>
                    <a:cubicBezTo>
                      <a:pt x="49" y="66"/>
                      <a:pt x="49" y="66"/>
                      <a:pt x="49" y="65"/>
                    </a:cubicBezTo>
                    <a:cubicBezTo>
                      <a:pt x="49" y="65"/>
                      <a:pt x="48" y="65"/>
                      <a:pt x="48" y="65"/>
                    </a:cubicBezTo>
                    <a:cubicBezTo>
                      <a:pt x="48" y="65"/>
                      <a:pt x="48" y="65"/>
                      <a:pt x="48" y="65"/>
                    </a:cubicBezTo>
                    <a:cubicBezTo>
                      <a:pt x="48" y="65"/>
                      <a:pt x="48" y="65"/>
                      <a:pt x="48" y="65"/>
                    </a:cubicBezTo>
                    <a:cubicBezTo>
                      <a:pt x="48" y="65"/>
                      <a:pt x="48" y="65"/>
                      <a:pt x="48" y="64"/>
                    </a:cubicBezTo>
                    <a:cubicBezTo>
                      <a:pt x="49" y="64"/>
                      <a:pt x="48" y="64"/>
                      <a:pt x="49" y="64"/>
                    </a:cubicBezTo>
                    <a:cubicBezTo>
                      <a:pt x="49" y="64"/>
                      <a:pt x="50" y="64"/>
                      <a:pt x="50" y="64"/>
                    </a:cubicBezTo>
                    <a:cubicBezTo>
                      <a:pt x="50" y="64"/>
                      <a:pt x="50" y="64"/>
                      <a:pt x="50" y="64"/>
                    </a:cubicBezTo>
                    <a:cubicBezTo>
                      <a:pt x="50" y="64"/>
                      <a:pt x="50" y="64"/>
                      <a:pt x="51" y="64"/>
                    </a:cubicBezTo>
                    <a:cubicBezTo>
                      <a:pt x="51" y="64"/>
                      <a:pt x="52" y="64"/>
                      <a:pt x="52" y="63"/>
                    </a:cubicBezTo>
                    <a:cubicBezTo>
                      <a:pt x="52" y="63"/>
                      <a:pt x="52" y="63"/>
                      <a:pt x="52" y="62"/>
                    </a:cubicBezTo>
                    <a:cubicBezTo>
                      <a:pt x="53" y="62"/>
                      <a:pt x="53" y="62"/>
                      <a:pt x="53" y="61"/>
                    </a:cubicBezTo>
                    <a:cubicBezTo>
                      <a:pt x="53" y="61"/>
                      <a:pt x="53" y="61"/>
                      <a:pt x="53" y="61"/>
                    </a:cubicBezTo>
                    <a:cubicBezTo>
                      <a:pt x="53" y="61"/>
                      <a:pt x="53" y="60"/>
                      <a:pt x="53" y="60"/>
                    </a:cubicBezTo>
                    <a:cubicBezTo>
                      <a:pt x="53" y="60"/>
                      <a:pt x="53" y="60"/>
                      <a:pt x="53" y="60"/>
                    </a:cubicBezTo>
                    <a:cubicBezTo>
                      <a:pt x="53" y="59"/>
                      <a:pt x="53" y="59"/>
                      <a:pt x="54" y="59"/>
                    </a:cubicBezTo>
                    <a:cubicBezTo>
                      <a:pt x="54" y="59"/>
                      <a:pt x="54" y="59"/>
                      <a:pt x="54" y="59"/>
                    </a:cubicBezTo>
                    <a:cubicBezTo>
                      <a:pt x="54" y="59"/>
                      <a:pt x="54" y="59"/>
                      <a:pt x="54" y="59"/>
                    </a:cubicBezTo>
                    <a:cubicBezTo>
                      <a:pt x="55" y="60"/>
                      <a:pt x="55" y="60"/>
                      <a:pt x="55" y="60"/>
                    </a:cubicBezTo>
                    <a:cubicBezTo>
                      <a:pt x="55" y="60"/>
                      <a:pt x="55" y="61"/>
                      <a:pt x="55" y="62"/>
                    </a:cubicBezTo>
                    <a:cubicBezTo>
                      <a:pt x="54" y="62"/>
                      <a:pt x="55" y="62"/>
                      <a:pt x="55" y="62"/>
                    </a:cubicBezTo>
                    <a:cubicBezTo>
                      <a:pt x="55" y="61"/>
                      <a:pt x="55" y="61"/>
                      <a:pt x="55" y="61"/>
                    </a:cubicBezTo>
                    <a:cubicBezTo>
                      <a:pt x="55" y="62"/>
                      <a:pt x="56" y="61"/>
                      <a:pt x="56" y="61"/>
                    </a:cubicBezTo>
                    <a:cubicBezTo>
                      <a:pt x="56" y="61"/>
                      <a:pt x="56" y="61"/>
                      <a:pt x="56" y="61"/>
                    </a:cubicBezTo>
                    <a:cubicBezTo>
                      <a:pt x="56" y="61"/>
                      <a:pt x="57" y="60"/>
                      <a:pt x="57" y="61"/>
                    </a:cubicBezTo>
                    <a:cubicBezTo>
                      <a:pt x="57" y="61"/>
                      <a:pt x="57" y="61"/>
                      <a:pt x="57" y="61"/>
                    </a:cubicBezTo>
                    <a:cubicBezTo>
                      <a:pt x="57" y="62"/>
                      <a:pt x="57" y="62"/>
                      <a:pt x="56" y="62"/>
                    </a:cubicBezTo>
                    <a:cubicBezTo>
                      <a:pt x="55" y="63"/>
                      <a:pt x="54" y="63"/>
                      <a:pt x="54" y="63"/>
                    </a:cubicBezTo>
                    <a:cubicBezTo>
                      <a:pt x="53" y="63"/>
                      <a:pt x="53" y="64"/>
                      <a:pt x="53" y="64"/>
                    </a:cubicBezTo>
                    <a:cubicBezTo>
                      <a:pt x="52" y="65"/>
                      <a:pt x="52" y="65"/>
                      <a:pt x="52" y="65"/>
                    </a:cubicBezTo>
                    <a:cubicBezTo>
                      <a:pt x="52" y="65"/>
                      <a:pt x="52" y="66"/>
                      <a:pt x="52" y="66"/>
                    </a:cubicBezTo>
                    <a:cubicBezTo>
                      <a:pt x="53" y="66"/>
                      <a:pt x="53" y="65"/>
                      <a:pt x="54" y="65"/>
                    </a:cubicBezTo>
                    <a:cubicBezTo>
                      <a:pt x="54" y="65"/>
                      <a:pt x="54" y="64"/>
                      <a:pt x="55" y="64"/>
                    </a:cubicBezTo>
                    <a:cubicBezTo>
                      <a:pt x="55" y="64"/>
                      <a:pt x="55" y="64"/>
                      <a:pt x="55" y="64"/>
                    </a:cubicBezTo>
                    <a:cubicBezTo>
                      <a:pt x="56" y="64"/>
                      <a:pt x="56" y="64"/>
                      <a:pt x="56" y="63"/>
                    </a:cubicBezTo>
                    <a:cubicBezTo>
                      <a:pt x="56" y="63"/>
                      <a:pt x="56" y="63"/>
                      <a:pt x="56" y="63"/>
                    </a:cubicBezTo>
                    <a:cubicBezTo>
                      <a:pt x="56" y="63"/>
                      <a:pt x="57" y="63"/>
                      <a:pt x="57" y="64"/>
                    </a:cubicBezTo>
                    <a:cubicBezTo>
                      <a:pt x="57" y="64"/>
                      <a:pt x="57" y="64"/>
                      <a:pt x="57" y="64"/>
                    </a:cubicBezTo>
                    <a:cubicBezTo>
                      <a:pt x="57" y="65"/>
                      <a:pt x="57" y="65"/>
                      <a:pt x="57" y="66"/>
                    </a:cubicBezTo>
                    <a:cubicBezTo>
                      <a:pt x="57" y="66"/>
                      <a:pt x="57" y="67"/>
                      <a:pt x="56" y="67"/>
                    </a:cubicBezTo>
                    <a:cubicBezTo>
                      <a:pt x="56" y="69"/>
                      <a:pt x="56" y="71"/>
                      <a:pt x="55" y="72"/>
                    </a:cubicBezTo>
                    <a:cubicBezTo>
                      <a:pt x="55" y="72"/>
                      <a:pt x="55" y="72"/>
                      <a:pt x="55" y="72"/>
                    </a:cubicBezTo>
                    <a:cubicBezTo>
                      <a:pt x="55" y="72"/>
                      <a:pt x="54" y="72"/>
                      <a:pt x="54" y="72"/>
                    </a:cubicBezTo>
                    <a:cubicBezTo>
                      <a:pt x="54" y="72"/>
                      <a:pt x="54" y="71"/>
                      <a:pt x="54" y="71"/>
                    </a:cubicBezTo>
                    <a:cubicBezTo>
                      <a:pt x="53" y="71"/>
                      <a:pt x="53" y="71"/>
                      <a:pt x="53" y="71"/>
                    </a:cubicBezTo>
                    <a:cubicBezTo>
                      <a:pt x="53" y="71"/>
                      <a:pt x="53" y="71"/>
                      <a:pt x="53" y="71"/>
                    </a:cubicBezTo>
                    <a:cubicBezTo>
                      <a:pt x="53" y="71"/>
                      <a:pt x="53" y="71"/>
                      <a:pt x="52" y="71"/>
                    </a:cubicBezTo>
                    <a:cubicBezTo>
                      <a:pt x="52" y="71"/>
                      <a:pt x="52" y="71"/>
                      <a:pt x="52" y="72"/>
                    </a:cubicBezTo>
                    <a:cubicBezTo>
                      <a:pt x="52" y="72"/>
                      <a:pt x="52" y="72"/>
                      <a:pt x="52" y="72"/>
                    </a:cubicBezTo>
                    <a:cubicBezTo>
                      <a:pt x="52" y="73"/>
                      <a:pt x="52" y="73"/>
                      <a:pt x="52" y="73"/>
                    </a:cubicBezTo>
                    <a:cubicBezTo>
                      <a:pt x="51" y="73"/>
                      <a:pt x="51" y="73"/>
                      <a:pt x="51" y="73"/>
                    </a:cubicBezTo>
                    <a:cubicBezTo>
                      <a:pt x="51" y="73"/>
                      <a:pt x="51" y="73"/>
                      <a:pt x="51" y="73"/>
                    </a:cubicBezTo>
                    <a:cubicBezTo>
                      <a:pt x="51" y="72"/>
                      <a:pt x="51" y="72"/>
                      <a:pt x="51" y="71"/>
                    </a:cubicBezTo>
                    <a:cubicBezTo>
                      <a:pt x="51" y="71"/>
                      <a:pt x="50" y="71"/>
                      <a:pt x="50" y="71"/>
                    </a:cubicBezTo>
                    <a:cubicBezTo>
                      <a:pt x="50" y="71"/>
                      <a:pt x="50" y="71"/>
                      <a:pt x="50" y="71"/>
                    </a:cubicBezTo>
                    <a:cubicBezTo>
                      <a:pt x="50" y="70"/>
                      <a:pt x="50" y="71"/>
                      <a:pt x="51" y="71"/>
                    </a:cubicBezTo>
                    <a:cubicBezTo>
                      <a:pt x="51" y="70"/>
                      <a:pt x="51" y="70"/>
                      <a:pt x="51" y="70"/>
                    </a:cubicBezTo>
                    <a:cubicBezTo>
                      <a:pt x="51" y="70"/>
                      <a:pt x="51" y="70"/>
                      <a:pt x="50" y="70"/>
                    </a:cubicBezTo>
                    <a:cubicBezTo>
                      <a:pt x="50" y="70"/>
                      <a:pt x="50" y="69"/>
                      <a:pt x="50" y="69"/>
                    </a:cubicBezTo>
                    <a:cubicBezTo>
                      <a:pt x="51" y="69"/>
                      <a:pt x="51" y="69"/>
                      <a:pt x="51" y="69"/>
                    </a:cubicBezTo>
                    <a:cubicBezTo>
                      <a:pt x="52" y="69"/>
                      <a:pt x="53" y="69"/>
                      <a:pt x="53" y="69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53" y="69"/>
                      <a:pt x="53" y="69"/>
                      <a:pt x="53" y="70"/>
                    </a:cubicBezTo>
                    <a:cubicBezTo>
                      <a:pt x="53" y="70"/>
                      <a:pt x="53" y="70"/>
                      <a:pt x="53" y="70"/>
                    </a:cubicBezTo>
                    <a:cubicBezTo>
                      <a:pt x="54" y="71"/>
                      <a:pt x="54" y="70"/>
                      <a:pt x="55" y="70"/>
                    </a:cubicBezTo>
                    <a:cubicBezTo>
                      <a:pt x="55" y="70"/>
                      <a:pt x="55" y="70"/>
                      <a:pt x="55" y="69"/>
                    </a:cubicBezTo>
                    <a:close/>
                    <a:moveTo>
                      <a:pt x="84" y="65"/>
                    </a:moveTo>
                    <a:cubicBezTo>
                      <a:pt x="84" y="65"/>
                      <a:pt x="84" y="66"/>
                      <a:pt x="84" y="66"/>
                    </a:cubicBezTo>
                    <a:cubicBezTo>
                      <a:pt x="84" y="66"/>
                      <a:pt x="84" y="66"/>
                      <a:pt x="84" y="66"/>
                    </a:cubicBezTo>
                    <a:cubicBezTo>
                      <a:pt x="85" y="66"/>
                      <a:pt x="85" y="65"/>
                      <a:pt x="85" y="65"/>
                    </a:cubicBezTo>
                    <a:cubicBezTo>
                      <a:pt x="86" y="64"/>
                      <a:pt x="87" y="63"/>
                      <a:pt x="87" y="63"/>
                    </a:cubicBezTo>
                    <a:cubicBezTo>
                      <a:pt x="88" y="63"/>
                      <a:pt x="89" y="62"/>
                      <a:pt x="89" y="63"/>
                    </a:cubicBezTo>
                    <a:cubicBezTo>
                      <a:pt x="90" y="63"/>
                      <a:pt x="89" y="64"/>
                      <a:pt x="88" y="66"/>
                    </a:cubicBezTo>
                    <a:cubicBezTo>
                      <a:pt x="88" y="66"/>
                      <a:pt x="88" y="67"/>
                      <a:pt x="88" y="67"/>
                    </a:cubicBezTo>
                    <a:cubicBezTo>
                      <a:pt x="88" y="68"/>
                      <a:pt x="88" y="68"/>
                      <a:pt x="88" y="69"/>
                    </a:cubicBezTo>
                    <a:cubicBezTo>
                      <a:pt x="88" y="70"/>
                      <a:pt x="88" y="71"/>
                      <a:pt x="87" y="71"/>
                    </a:cubicBezTo>
                    <a:cubicBezTo>
                      <a:pt x="87" y="71"/>
                      <a:pt x="87" y="71"/>
                      <a:pt x="87" y="71"/>
                    </a:cubicBezTo>
                    <a:cubicBezTo>
                      <a:pt x="87" y="70"/>
                      <a:pt x="87" y="70"/>
                      <a:pt x="86" y="70"/>
                    </a:cubicBezTo>
                    <a:cubicBezTo>
                      <a:pt x="86" y="70"/>
                      <a:pt x="86" y="70"/>
                      <a:pt x="85" y="70"/>
                    </a:cubicBezTo>
                    <a:cubicBezTo>
                      <a:pt x="85" y="70"/>
                      <a:pt x="85" y="70"/>
                      <a:pt x="85" y="70"/>
                    </a:cubicBezTo>
                    <a:cubicBezTo>
                      <a:pt x="86" y="70"/>
                      <a:pt x="86" y="69"/>
                      <a:pt x="86" y="68"/>
                    </a:cubicBezTo>
                    <a:cubicBezTo>
                      <a:pt x="86" y="68"/>
                      <a:pt x="85" y="68"/>
                      <a:pt x="85" y="68"/>
                    </a:cubicBezTo>
                    <a:cubicBezTo>
                      <a:pt x="85" y="68"/>
                      <a:pt x="85" y="68"/>
                      <a:pt x="85" y="68"/>
                    </a:cubicBezTo>
                    <a:cubicBezTo>
                      <a:pt x="85" y="68"/>
                      <a:pt x="85" y="68"/>
                      <a:pt x="85" y="68"/>
                    </a:cubicBezTo>
                    <a:cubicBezTo>
                      <a:pt x="85" y="68"/>
                      <a:pt x="86" y="66"/>
                      <a:pt x="86" y="66"/>
                    </a:cubicBezTo>
                    <a:cubicBezTo>
                      <a:pt x="85" y="66"/>
                      <a:pt x="85" y="66"/>
                      <a:pt x="86" y="66"/>
                    </a:cubicBezTo>
                    <a:cubicBezTo>
                      <a:pt x="86" y="66"/>
                      <a:pt x="86" y="65"/>
                      <a:pt x="86" y="65"/>
                    </a:cubicBezTo>
                    <a:cubicBezTo>
                      <a:pt x="86" y="65"/>
                      <a:pt x="86" y="65"/>
                      <a:pt x="86" y="65"/>
                    </a:cubicBezTo>
                    <a:cubicBezTo>
                      <a:pt x="85" y="66"/>
                      <a:pt x="85" y="67"/>
                      <a:pt x="84" y="68"/>
                    </a:cubicBezTo>
                    <a:cubicBezTo>
                      <a:pt x="84" y="68"/>
                      <a:pt x="85" y="69"/>
                      <a:pt x="84" y="69"/>
                    </a:cubicBezTo>
                    <a:cubicBezTo>
                      <a:pt x="84" y="70"/>
                      <a:pt x="84" y="70"/>
                      <a:pt x="84" y="70"/>
                    </a:cubicBezTo>
                    <a:cubicBezTo>
                      <a:pt x="84" y="69"/>
                      <a:pt x="83" y="69"/>
                      <a:pt x="83" y="69"/>
                    </a:cubicBezTo>
                    <a:cubicBezTo>
                      <a:pt x="83" y="68"/>
                      <a:pt x="83" y="67"/>
                      <a:pt x="84" y="66"/>
                    </a:cubicBezTo>
                    <a:cubicBezTo>
                      <a:pt x="84" y="66"/>
                      <a:pt x="84" y="65"/>
                      <a:pt x="84" y="65"/>
                    </a:cubicBezTo>
                    <a:close/>
                    <a:moveTo>
                      <a:pt x="88" y="63"/>
                    </a:moveTo>
                    <a:cubicBezTo>
                      <a:pt x="88" y="63"/>
                      <a:pt x="88" y="63"/>
                      <a:pt x="88" y="63"/>
                    </a:cubicBezTo>
                    <a:cubicBezTo>
                      <a:pt x="88" y="63"/>
                      <a:pt x="88" y="64"/>
                      <a:pt x="88" y="64"/>
                    </a:cubicBezTo>
                    <a:cubicBezTo>
                      <a:pt x="88" y="65"/>
                      <a:pt x="88" y="66"/>
                      <a:pt x="87" y="67"/>
                    </a:cubicBezTo>
                    <a:cubicBezTo>
                      <a:pt x="87" y="66"/>
                      <a:pt x="87" y="66"/>
                      <a:pt x="87" y="66"/>
                    </a:cubicBezTo>
                    <a:cubicBezTo>
                      <a:pt x="87" y="66"/>
                      <a:pt x="87" y="65"/>
                      <a:pt x="86" y="65"/>
                    </a:cubicBezTo>
                    <a:cubicBezTo>
                      <a:pt x="86" y="64"/>
                      <a:pt x="86" y="64"/>
                      <a:pt x="86" y="64"/>
                    </a:cubicBezTo>
                    <a:cubicBezTo>
                      <a:pt x="87" y="64"/>
                      <a:pt x="87" y="64"/>
                      <a:pt x="87" y="63"/>
                    </a:cubicBezTo>
                    <a:cubicBezTo>
                      <a:pt x="88" y="63"/>
                      <a:pt x="88" y="63"/>
                      <a:pt x="88" y="63"/>
                    </a:cubicBezTo>
                    <a:close/>
                    <a:moveTo>
                      <a:pt x="87" y="67"/>
                    </a:moveTo>
                    <a:cubicBezTo>
                      <a:pt x="87" y="67"/>
                      <a:pt x="87" y="69"/>
                      <a:pt x="87" y="69"/>
                    </a:cubicBezTo>
                    <a:cubicBezTo>
                      <a:pt x="87" y="69"/>
                      <a:pt x="87" y="70"/>
                      <a:pt x="87" y="70"/>
                    </a:cubicBezTo>
                    <a:cubicBezTo>
                      <a:pt x="87" y="70"/>
                      <a:pt x="87" y="70"/>
                      <a:pt x="86" y="70"/>
                    </a:cubicBezTo>
                    <a:cubicBezTo>
                      <a:pt x="86" y="69"/>
                      <a:pt x="87" y="68"/>
                      <a:pt x="87" y="68"/>
                    </a:cubicBezTo>
                    <a:cubicBezTo>
                      <a:pt x="87" y="68"/>
                      <a:pt x="87" y="67"/>
                      <a:pt x="87" y="67"/>
                    </a:cubicBezTo>
                    <a:close/>
                    <a:moveTo>
                      <a:pt x="80" y="70"/>
                    </a:moveTo>
                    <a:cubicBezTo>
                      <a:pt x="80" y="70"/>
                      <a:pt x="81" y="70"/>
                      <a:pt x="82" y="71"/>
                    </a:cubicBezTo>
                    <a:cubicBezTo>
                      <a:pt x="82" y="71"/>
                      <a:pt x="83" y="71"/>
                      <a:pt x="83" y="71"/>
                    </a:cubicBezTo>
                    <a:cubicBezTo>
                      <a:pt x="85" y="72"/>
                      <a:pt x="86" y="72"/>
                      <a:pt x="88" y="72"/>
                    </a:cubicBezTo>
                    <a:cubicBezTo>
                      <a:pt x="88" y="73"/>
                      <a:pt x="90" y="72"/>
                      <a:pt x="91" y="72"/>
                    </a:cubicBezTo>
                    <a:cubicBezTo>
                      <a:pt x="91" y="72"/>
                      <a:pt x="91" y="72"/>
                      <a:pt x="91" y="72"/>
                    </a:cubicBezTo>
                    <a:cubicBezTo>
                      <a:pt x="91" y="72"/>
                      <a:pt x="91" y="72"/>
                      <a:pt x="91" y="73"/>
                    </a:cubicBezTo>
                    <a:cubicBezTo>
                      <a:pt x="90" y="73"/>
                      <a:pt x="90" y="73"/>
                      <a:pt x="90" y="73"/>
                    </a:cubicBezTo>
                    <a:cubicBezTo>
                      <a:pt x="89" y="73"/>
                      <a:pt x="89" y="73"/>
                      <a:pt x="89" y="73"/>
                    </a:cubicBezTo>
                    <a:cubicBezTo>
                      <a:pt x="89" y="73"/>
                      <a:pt x="88" y="74"/>
                      <a:pt x="88" y="74"/>
                    </a:cubicBezTo>
                    <a:cubicBezTo>
                      <a:pt x="86" y="74"/>
                      <a:pt x="86" y="74"/>
                      <a:pt x="85" y="73"/>
                    </a:cubicBezTo>
                    <a:cubicBezTo>
                      <a:pt x="84" y="72"/>
                      <a:pt x="83" y="72"/>
                      <a:pt x="82" y="71"/>
                    </a:cubicBezTo>
                    <a:cubicBezTo>
                      <a:pt x="81" y="71"/>
                      <a:pt x="80" y="71"/>
                      <a:pt x="80" y="70"/>
                    </a:cubicBezTo>
                    <a:close/>
                    <a:moveTo>
                      <a:pt x="82" y="69"/>
                    </a:moveTo>
                    <a:cubicBezTo>
                      <a:pt x="82" y="69"/>
                      <a:pt x="82" y="69"/>
                      <a:pt x="82" y="69"/>
                    </a:cubicBezTo>
                    <a:cubicBezTo>
                      <a:pt x="82" y="69"/>
                      <a:pt x="83" y="70"/>
                      <a:pt x="83" y="70"/>
                    </a:cubicBezTo>
                    <a:cubicBezTo>
                      <a:pt x="83" y="70"/>
                      <a:pt x="83" y="70"/>
                      <a:pt x="83" y="71"/>
                    </a:cubicBezTo>
                    <a:cubicBezTo>
                      <a:pt x="82" y="71"/>
                      <a:pt x="82" y="71"/>
                      <a:pt x="82" y="71"/>
                    </a:cubicBezTo>
                    <a:cubicBezTo>
                      <a:pt x="82" y="70"/>
                      <a:pt x="82" y="70"/>
                      <a:pt x="82" y="70"/>
                    </a:cubicBezTo>
                    <a:cubicBezTo>
                      <a:pt x="82" y="70"/>
                      <a:pt x="82" y="69"/>
                      <a:pt x="82" y="69"/>
                    </a:cubicBezTo>
                    <a:close/>
                    <a:moveTo>
                      <a:pt x="81" y="66"/>
                    </a:moveTo>
                    <a:cubicBezTo>
                      <a:pt x="82" y="66"/>
                      <a:pt x="83" y="67"/>
                      <a:pt x="83" y="68"/>
                    </a:cubicBezTo>
                    <a:cubicBezTo>
                      <a:pt x="82" y="68"/>
                      <a:pt x="82" y="68"/>
                      <a:pt x="82" y="68"/>
                    </a:cubicBezTo>
                    <a:cubicBezTo>
                      <a:pt x="82" y="68"/>
                      <a:pt x="82" y="68"/>
                      <a:pt x="81" y="68"/>
                    </a:cubicBezTo>
                    <a:cubicBezTo>
                      <a:pt x="81" y="68"/>
                      <a:pt x="81" y="67"/>
                      <a:pt x="81" y="67"/>
                    </a:cubicBezTo>
                    <a:cubicBezTo>
                      <a:pt x="81" y="67"/>
                      <a:pt x="81" y="66"/>
                      <a:pt x="81" y="66"/>
                    </a:cubicBezTo>
                    <a:close/>
                    <a:moveTo>
                      <a:pt x="86" y="63"/>
                    </a:moveTo>
                    <a:cubicBezTo>
                      <a:pt x="86" y="63"/>
                      <a:pt x="86" y="63"/>
                      <a:pt x="86" y="63"/>
                    </a:cubicBezTo>
                    <a:cubicBezTo>
                      <a:pt x="87" y="62"/>
                      <a:pt x="87" y="62"/>
                      <a:pt x="87" y="61"/>
                    </a:cubicBezTo>
                    <a:cubicBezTo>
                      <a:pt x="87" y="61"/>
                      <a:pt x="87" y="61"/>
                      <a:pt x="87" y="61"/>
                    </a:cubicBezTo>
                    <a:cubicBezTo>
                      <a:pt x="87" y="61"/>
                      <a:pt x="87" y="61"/>
                      <a:pt x="87" y="60"/>
                    </a:cubicBezTo>
                    <a:cubicBezTo>
                      <a:pt x="88" y="60"/>
                      <a:pt x="88" y="60"/>
                      <a:pt x="88" y="59"/>
                    </a:cubicBezTo>
                    <a:cubicBezTo>
                      <a:pt x="88" y="59"/>
                      <a:pt x="88" y="59"/>
                      <a:pt x="88" y="59"/>
                    </a:cubicBezTo>
                    <a:cubicBezTo>
                      <a:pt x="88" y="59"/>
                      <a:pt x="88" y="59"/>
                      <a:pt x="87" y="60"/>
                    </a:cubicBezTo>
                    <a:cubicBezTo>
                      <a:pt x="87" y="60"/>
                      <a:pt x="86" y="61"/>
                      <a:pt x="86" y="61"/>
                    </a:cubicBezTo>
                    <a:cubicBezTo>
                      <a:pt x="85" y="61"/>
                      <a:pt x="85" y="62"/>
                      <a:pt x="85" y="62"/>
                    </a:cubicBezTo>
                    <a:cubicBezTo>
                      <a:pt x="84" y="62"/>
                      <a:pt x="82" y="62"/>
                      <a:pt x="82" y="62"/>
                    </a:cubicBezTo>
                    <a:cubicBezTo>
                      <a:pt x="83" y="62"/>
                      <a:pt x="84" y="61"/>
                      <a:pt x="85" y="60"/>
                    </a:cubicBezTo>
                    <a:cubicBezTo>
                      <a:pt x="85" y="60"/>
                      <a:pt x="86" y="59"/>
                      <a:pt x="87" y="58"/>
                    </a:cubicBezTo>
                    <a:cubicBezTo>
                      <a:pt x="87" y="58"/>
                      <a:pt x="88" y="58"/>
                      <a:pt x="88" y="58"/>
                    </a:cubicBezTo>
                    <a:cubicBezTo>
                      <a:pt x="88" y="58"/>
                      <a:pt x="88" y="58"/>
                      <a:pt x="89" y="58"/>
                    </a:cubicBezTo>
                    <a:cubicBezTo>
                      <a:pt x="89" y="58"/>
                      <a:pt x="89" y="57"/>
                      <a:pt x="89" y="57"/>
                    </a:cubicBezTo>
                    <a:cubicBezTo>
                      <a:pt x="89" y="57"/>
                      <a:pt x="89" y="57"/>
                      <a:pt x="90" y="57"/>
                    </a:cubicBezTo>
                    <a:cubicBezTo>
                      <a:pt x="90" y="57"/>
                      <a:pt x="90" y="57"/>
                      <a:pt x="90" y="57"/>
                    </a:cubicBezTo>
                    <a:cubicBezTo>
                      <a:pt x="90" y="58"/>
                      <a:pt x="90" y="58"/>
                      <a:pt x="90" y="58"/>
                    </a:cubicBezTo>
                    <a:cubicBezTo>
                      <a:pt x="90" y="58"/>
                      <a:pt x="90" y="59"/>
                      <a:pt x="90" y="59"/>
                    </a:cubicBezTo>
                    <a:cubicBezTo>
                      <a:pt x="89" y="59"/>
                      <a:pt x="89" y="59"/>
                      <a:pt x="89" y="59"/>
                    </a:cubicBezTo>
                    <a:cubicBezTo>
                      <a:pt x="89" y="60"/>
                      <a:pt x="89" y="60"/>
                      <a:pt x="88" y="61"/>
                    </a:cubicBezTo>
                    <a:cubicBezTo>
                      <a:pt x="88" y="61"/>
                      <a:pt x="88" y="61"/>
                      <a:pt x="88" y="61"/>
                    </a:cubicBezTo>
                    <a:cubicBezTo>
                      <a:pt x="88" y="61"/>
                      <a:pt x="89" y="61"/>
                      <a:pt x="89" y="61"/>
                    </a:cubicBezTo>
                    <a:cubicBezTo>
                      <a:pt x="89" y="61"/>
                      <a:pt x="89" y="61"/>
                      <a:pt x="89" y="62"/>
                    </a:cubicBezTo>
                    <a:cubicBezTo>
                      <a:pt x="88" y="62"/>
                      <a:pt x="87" y="63"/>
                      <a:pt x="86" y="63"/>
                    </a:cubicBezTo>
                    <a:close/>
                    <a:moveTo>
                      <a:pt x="70" y="65"/>
                    </a:moveTo>
                    <a:cubicBezTo>
                      <a:pt x="70" y="65"/>
                      <a:pt x="70" y="65"/>
                      <a:pt x="70" y="65"/>
                    </a:cubicBezTo>
                    <a:cubicBezTo>
                      <a:pt x="70" y="66"/>
                      <a:pt x="70" y="66"/>
                      <a:pt x="71" y="66"/>
                    </a:cubicBezTo>
                    <a:cubicBezTo>
                      <a:pt x="71" y="66"/>
                      <a:pt x="71" y="66"/>
                      <a:pt x="71" y="67"/>
                    </a:cubicBezTo>
                    <a:cubicBezTo>
                      <a:pt x="71" y="67"/>
                      <a:pt x="71" y="67"/>
                      <a:pt x="71" y="68"/>
                    </a:cubicBezTo>
                    <a:cubicBezTo>
                      <a:pt x="71" y="68"/>
                      <a:pt x="70" y="68"/>
                      <a:pt x="70" y="68"/>
                    </a:cubicBezTo>
                    <a:cubicBezTo>
                      <a:pt x="71" y="69"/>
                      <a:pt x="71" y="69"/>
                      <a:pt x="71" y="69"/>
                    </a:cubicBezTo>
                    <a:cubicBezTo>
                      <a:pt x="71" y="70"/>
                      <a:pt x="72" y="71"/>
                      <a:pt x="73" y="71"/>
                    </a:cubicBezTo>
                    <a:cubicBezTo>
                      <a:pt x="73" y="71"/>
                      <a:pt x="73" y="72"/>
                      <a:pt x="73" y="72"/>
                    </a:cubicBezTo>
                    <a:cubicBezTo>
                      <a:pt x="74" y="72"/>
                      <a:pt x="75" y="72"/>
                      <a:pt x="75" y="73"/>
                    </a:cubicBezTo>
                    <a:cubicBezTo>
                      <a:pt x="75" y="73"/>
                      <a:pt x="75" y="73"/>
                      <a:pt x="75" y="73"/>
                    </a:cubicBezTo>
                    <a:cubicBezTo>
                      <a:pt x="75" y="73"/>
                      <a:pt x="74" y="73"/>
                      <a:pt x="74" y="73"/>
                    </a:cubicBezTo>
                    <a:cubicBezTo>
                      <a:pt x="74" y="73"/>
                      <a:pt x="73" y="73"/>
                      <a:pt x="73" y="73"/>
                    </a:cubicBezTo>
                    <a:cubicBezTo>
                      <a:pt x="73" y="74"/>
                      <a:pt x="72" y="73"/>
                      <a:pt x="72" y="73"/>
                    </a:cubicBezTo>
                    <a:cubicBezTo>
                      <a:pt x="71" y="72"/>
                      <a:pt x="71" y="72"/>
                      <a:pt x="70" y="71"/>
                    </a:cubicBezTo>
                    <a:cubicBezTo>
                      <a:pt x="70" y="71"/>
                      <a:pt x="70" y="70"/>
                      <a:pt x="69" y="69"/>
                    </a:cubicBezTo>
                    <a:cubicBezTo>
                      <a:pt x="69" y="69"/>
                      <a:pt x="69" y="69"/>
                      <a:pt x="69" y="69"/>
                    </a:cubicBezTo>
                    <a:cubicBezTo>
                      <a:pt x="68" y="71"/>
                      <a:pt x="67" y="71"/>
                      <a:pt x="66" y="72"/>
                    </a:cubicBezTo>
                    <a:cubicBezTo>
                      <a:pt x="65" y="73"/>
                      <a:pt x="64" y="73"/>
                      <a:pt x="63" y="73"/>
                    </a:cubicBezTo>
                    <a:cubicBezTo>
                      <a:pt x="63" y="73"/>
                      <a:pt x="63" y="73"/>
                      <a:pt x="63" y="73"/>
                    </a:cubicBezTo>
                    <a:cubicBezTo>
                      <a:pt x="63" y="73"/>
                      <a:pt x="63" y="73"/>
                      <a:pt x="63" y="73"/>
                    </a:cubicBezTo>
                    <a:cubicBezTo>
                      <a:pt x="63" y="73"/>
                      <a:pt x="64" y="73"/>
                      <a:pt x="64" y="73"/>
                    </a:cubicBezTo>
                    <a:cubicBezTo>
                      <a:pt x="64" y="73"/>
                      <a:pt x="65" y="72"/>
                      <a:pt x="65" y="72"/>
                    </a:cubicBezTo>
                    <a:cubicBezTo>
                      <a:pt x="66" y="72"/>
                      <a:pt x="66" y="71"/>
                      <a:pt x="66" y="71"/>
                    </a:cubicBezTo>
                    <a:cubicBezTo>
                      <a:pt x="67" y="70"/>
                      <a:pt x="67" y="70"/>
                      <a:pt x="67" y="70"/>
                    </a:cubicBezTo>
                    <a:cubicBezTo>
                      <a:pt x="68" y="69"/>
                      <a:pt x="68" y="68"/>
                      <a:pt x="68" y="68"/>
                    </a:cubicBezTo>
                    <a:cubicBezTo>
                      <a:pt x="68" y="67"/>
                      <a:pt x="67" y="66"/>
                      <a:pt x="67" y="66"/>
                    </a:cubicBezTo>
                    <a:cubicBezTo>
                      <a:pt x="68" y="66"/>
                      <a:pt x="69" y="67"/>
                      <a:pt x="69" y="67"/>
                    </a:cubicBezTo>
                    <a:cubicBezTo>
                      <a:pt x="69" y="67"/>
                      <a:pt x="69" y="67"/>
                      <a:pt x="69" y="67"/>
                    </a:cubicBezTo>
                    <a:cubicBezTo>
                      <a:pt x="69" y="67"/>
                      <a:pt x="69" y="67"/>
                      <a:pt x="69" y="67"/>
                    </a:cubicBezTo>
                    <a:cubicBezTo>
                      <a:pt x="69" y="67"/>
                      <a:pt x="70" y="66"/>
                      <a:pt x="70" y="65"/>
                    </a:cubicBezTo>
                    <a:close/>
                    <a:moveTo>
                      <a:pt x="71" y="64"/>
                    </a:moveTo>
                    <a:cubicBezTo>
                      <a:pt x="71" y="64"/>
                      <a:pt x="71" y="63"/>
                      <a:pt x="71" y="63"/>
                    </a:cubicBezTo>
                    <a:cubicBezTo>
                      <a:pt x="71" y="63"/>
                      <a:pt x="71" y="63"/>
                      <a:pt x="71" y="63"/>
                    </a:cubicBezTo>
                    <a:cubicBezTo>
                      <a:pt x="71" y="63"/>
                      <a:pt x="71" y="63"/>
                      <a:pt x="71" y="63"/>
                    </a:cubicBezTo>
                    <a:cubicBezTo>
                      <a:pt x="70" y="63"/>
                      <a:pt x="70" y="64"/>
                      <a:pt x="69" y="64"/>
                    </a:cubicBezTo>
                    <a:cubicBezTo>
                      <a:pt x="69" y="65"/>
                      <a:pt x="68" y="65"/>
                      <a:pt x="67" y="65"/>
                    </a:cubicBezTo>
                    <a:cubicBezTo>
                      <a:pt x="67" y="65"/>
                      <a:pt x="66" y="66"/>
                      <a:pt x="66" y="65"/>
                    </a:cubicBezTo>
                    <a:cubicBezTo>
                      <a:pt x="66" y="65"/>
                      <a:pt x="66" y="65"/>
                      <a:pt x="66" y="65"/>
                    </a:cubicBezTo>
                    <a:cubicBezTo>
                      <a:pt x="66" y="64"/>
                      <a:pt x="67" y="64"/>
                      <a:pt x="67" y="64"/>
                    </a:cubicBezTo>
                    <a:cubicBezTo>
                      <a:pt x="67" y="64"/>
                      <a:pt x="68" y="63"/>
                      <a:pt x="68" y="63"/>
                    </a:cubicBezTo>
                    <a:cubicBezTo>
                      <a:pt x="68" y="63"/>
                      <a:pt x="68" y="63"/>
                      <a:pt x="68" y="63"/>
                    </a:cubicBezTo>
                    <a:cubicBezTo>
                      <a:pt x="68" y="63"/>
                      <a:pt x="68" y="63"/>
                      <a:pt x="68" y="63"/>
                    </a:cubicBezTo>
                    <a:cubicBezTo>
                      <a:pt x="69" y="63"/>
                      <a:pt x="69" y="63"/>
                      <a:pt x="69" y="63"/>
                    </a:cubicBezTo>
                    <a:cubicBezTo>
                      <a:pt x="70" y="63"/>
                      <a:pt x="71" y="62"/>
                      <a:pt x="72" y="62"/>
                    </a:cubicBezTo>
                    <a:cubicBezTo>
                      <a:pt x="72" y="62"/>
                      <a:pt x="72" y="63"/>
                      <a:pt x="72" y="63"/>
                    </a:cubicBezTo>
                    <a:cubicBezTo>
                      <a:pt x="72" y="63"/>
                      <a:pt x="72" y="63"/>
                      <a:pt x="73" y="63"/>
                    </a:cubicBezTo>
                    <a:cubicBezTo>
                      <a:pt x="73" y="63"/>
                      <a:pt x="72" y="64"/>
                      <a:pt x="72" y="64"/>
                    </a:cubicBezTo>
                    <a:cubicBezTo>
                      <a:pt x="72" y="64"/>
                      <a:pt x="71" y="64"/>
                      <a:pt x="71" y="64"/>
                    </a:cubicBezTo>
                    <a:close/>
                    <a:moveTo>
                      <a:pt x="69" y="58"/>
                    </a:moveTo>
                    <a:cubicBezTo>
                      <a:pt x="69" y="58"/>
                      <a:pt x="71" y="58"/>
                      <a:pt x="71" y="59"/>
                    </a:cubicBezTo>
                    <a:cubicBezTo>
                      <a:pt x="71" y="59"/>
                      <a:pt x="71" y="59"/>
                      <a:pt x="71" y="60"/>
                    </a:cubicBezTo>
                    <a:cubicBezTo>
                      <a:pt x="71" y="60"/>
                      <a:pt x="72" y="60"/>
                      <a:pt x="73" y="59"/>
                    </a:cubicBezTo>
                    <a:cubicBezTo>
                      <a:pt x="73" y="59"/>
                      <a:pt x="73" y="59"/>
                      <a:pt x="73" y="59"/>
                    </a:cubicBezTo>
                    <a:cubicBezTo>
                      <a:pt x="73" y="59"/>
                      <a:pt x="74" y="59"/>
                      <a:pt x="74" y="59"/>
                    </a:cubicBezTo>
                    <a:cubicBezTo>
                      <a:pt x="74" y="59"/>
                      <a:pt x="74" y="59"/>
                      <a:pt x="74" y="60"/>
                    </a:cubicBezTo>
                    <a:cubicBezTo>
                      <a:pt x="74" y="60"/>
                      <a:pt x="74" y="60"/>
                      <a:pt x="74" y="60"/>
                    </a:cubicBezTo>
                    <a:cubicBezTo>
                      <a:pt x="73" y="60"/>
                      <a:pt x="72" y="61"/>
                      <a:pt x="70" y="61"/>
                    </a:cubicBezTo>
                    <a:cubicBezTo>
                      <a:pt x="70" y="61"/>
                      <a:pt x="70" y="61"/>
                      <a:pt x="70" y="61"/>
                    </a:cubicBezTo>
                    <a:cubicBezTo>
                      <a:pt x="71" y="61"/>
                      <a:pt x="71" y="61"/>
                      <a:pt x="71" y="61"/>
                    </a:cubicBezTo>
                    <a:cubicBezTo>
                      <a:pt x="71" y="61"/>
                      <a:pt x="71" y="61"/>
                      <a:pt x="71" y="61"/>
                    </a:cubicBezTo>
                    <a:cubicBezTo>
                      <a:pt x="71" y="61"/>
                      <a:pt x="71" y="61"/>
                      <a:pt x="71" y="61"/>
                    </a:cubicBezTo>
                    <a:cubicBezTo>
                      <a:pt x="71" y="61"/>
                      <a:pt x="70" y="61"/>
                      <a:pt x="70" y="61"/>
                    </a:cubicBezTo>
                    <a:cubicBezTo>
                      <a:pt x="69" y="61"/>
                      <a:pt x="68" y="62"/>
                      <a:pt x="67" y="62"/>
                    </a:cubicBezTo>
                    <a:cubicBezTo>
                      <a:pt x="67" y="61"/>
                      <a:pt x="67" y="61"/>
                      <a:pt x="67" y="61"/>
                    </a:cubicBezTo>
                    <a:cubicBezTo>
                      <a:pt x="68" y="61"/>
                      <a:pt x="69" y="60"/>
                      <a:pt x="69" y="59"/>
                    </a:cubicBezTo>
                    <a:cubicBezTo>
                      <a:pt x="69" y="59"/>
                      <a:pt x="69" y="58"/>
                      <a:pt x="69" y="58"/>
                    </a:cubicBezTo>
                    <a:close/>
                    <a:moveTo>
                      <a:pt x="104" y="59"/>
                    </a:moveTo>
                    <a:cubicBezTo>
                      <a:pt x="105" y="59"/>
                      <a:pt x="105" y="59"/>
                      <a:pt x="105" y="60"/>
                    </a:cubicBezTo>
                    <a:cubicBezTo>
                      <a:pt x="105" y="60"/>
                      <a:pt x="105" y="60"/>
                      <a:pt x="105" y="60"/>
                    </a:cubicBezTo>
                    <a:cubicBezTo>
                      <a:pt x="105" y="61"/>
                      <a:pt x="105" y="61"/>
                      <a:pt x="105" y="61"/>
                    </a:cubicBezTo>
                    <a:cubicBezTo>
                      <a:pt x="105" y="61"/>
                      <a:pt x="104" y="62"/>
                      <a:pt x="104" y="62"/>
                    </a:cubicBezTo>
                    <a:cubicBezTo>
                      <a:pt x="104" y="63"/>
                      <a:pt x="104" y="63"/>
                      <a:pt x="104" y="63"/>
                    </a:cubicBezTo>
                    <a:cubicBezTo>
                      <a:pt x="104" y="63"/>
                      <a:pt x="104" y="63"/>
                      <a:pt x="105" y="63"/>
                    </a:cubicBezTo>
                    <a:cubicBezTo>
                      <a:pt x="105" y="63"/>
                      <a:pt x="105" y="63"/>
                      <a:pt x="105" y="63"/>
                    </a:cubicBezTo>
                    <a:cubicBezTo>
                      <a:pt x="105" y="63"/>
                      <a:pt x="106" y="63"/>
                      <a:pt x="106" y="63"/>
                    </a:cubicBezTo>
                    <a:cubicBezTo>
                      <a:pt x="106" y="63"/>
                      <a:pt x="106" y="63"/>
                      <a:pt x="106" y="63"/>
                    </a:cubicBezTo>
                    <a:cubicBezTo>
                      <a:pt x="106" y="64"/>
                      <a:pt x="106" y="64"/>
                      <a:pt x="106" y="64"/>
                    </a:cubicBezTo>
                    <a:cubicBezTo>
                      <a:pt x="106" y="64"/>
                      <a:pt x="105" y="64"/>
                      <a:pt x="105" y="65"/>
                    </a:cubicBezTo>
                    <a:cubicBezTo>
                      <a:pt x="104" y="65"/>
                      <a:pt x="104" y="65"/>
                      <a:pt x="103" y="65"/>
                    </a:cubicBezTo>
                    <a:cubicBezTo>
                      <a:pt x="103" y="65"/>
                      <a:pt x="102" y="67"/>
                      <a:pt x="102" y="68"/>
                    </a:cubicBezTo>
                    <a:cubicBezTo>
                      <a:pt x="103" y="68"/>
                      <a:pt x="103" y="69"/>
                      <a:pt x="105" y="70"/>
                    </a:cubicBezTo>
                    <a:cubicBezTo>
                      <a:pt x="105" y="70"/>
                      <a:pt x="106" y="70"/>
                      <a:pt x="107" y="70"/>
                    </a:cubicBezTo>
                    <a:cubicBezTo>
                      <a:pt x="107" y="70"/>
                      <a:pt x="107" y="70"/>
                      <a:pt x="107" y="70"/>
                    </a:cubicBezTo>
                    <a:cubicBezTo>
                      <a:pt x="107" y="70"/>
                      <a:pt x="107" y="70"/>
                      <a:pt x="107" y="70"/>
                    </a:cubicBezTo>
                    <a:cubicBezTo>
                      <a:pt x="107" y="71"/>
                      <a:pt x="106" y="71"/>
                      <a:pt x="106" y="71"/>
                    </a:cubicBezTo>
                    <a:cubicBezTo>
                      <a:pt x="106" y="71"/>
                      <a:pt x="106" y="71"/>
                      <a:pt x="106" y="72"/>
                    </a:cubicBezTo>
                    <a:cubicBezTo>
                      <a:pt x="105" y="72"/>
                      <a:pt x="105" y="72"/>
                      <a:pt x="104" y="72"/>
                    </a:cubicBezTo>
                    <a:cubicBezTo>
                      <a:pt x="104" y="71"/>
                      <a:pt x="103" y="71"/>
                      <a:pt x="103" y="71"/>
                    </a:cubicBezTo>
                    <a:cubicBezTo>
                      <a:pt x="103" y="71"/>
                      <a:pt x="103" y="70"/>
                      <a:pt x="102" y="69"/>
                    </a:cubicBezTo>
                    <a:cubicBezTo>
                      <a:pt x="102" y="69"/>
                      <a:pt x="102" y="69"/>
                      <a:pt x="102" y="69"/>
                    </a:cubicBezTo>
                    <a:cubicBezTo>
                      <a:pt x="102" y="68"/>
                      <a:pt x="101" y="68"/>
                      <a:pt x="101" y="68"/>
                    </a:cubicBezTo>
                    <a:cubicBezTo>
                      <a:pt x="101" y="69"/>
                      <a:pt x="100" y="69"/>
                      <a:pt x="100" y="70"/>
                    </a:cubicBezTo>
                    <a:cubicBezTo>
                      <a:pt x="99" y="71"/>
                      <a:pt x="98" y="71"/>
                      <a:pt x="96" y="72"/>
                    </a:cubicBezTo>
                    <a:cubicBezTo>
                      <a:pt x="96" y="73"/>
                      <a:pt x="95" y="73"/>
                      <a:pt x="93" y="73"/>
                    </a:cubicBezTo>
                    <a:cubicBezTo>
                      <a:pt x="93" y="73"/>
                      <a:pt x="93" y="73"/>
                      <a:pt x="93" y="73"/>
                    </a:cubicBezTo>
                    <a:cubicBezTo>
                      <a:pt x="94" y="73"/>
                      <a:pt x="95" y="72"/>
                      <a:pt x="95" y="72"/>
                    </a:cubicBezTo>
                    <a:cubicBezTo>
                      <a:pt x="97" y="71"/>
                      <a:pt x="98" y="69"/>
                      <a:pt x="99" y="68"/>
                    </a:cubicBezTo>
                    <a:cubicBezTo>
                      <a:pt x="100" y="67"/>
                      <a:pt x="100" y="66"/>
                      <a:pt x="100" y="65"/>
                    </a:cubicBezTo>
                    <a:cubicBezTo>
                      <a:pt x="100" y="65"/>
                      <a:pt x="99" y="64"/>
                      <a:pt x="99" y="64"/>
                    </a:cubicBezTo>
                    <a:cubicBezTo>
                      <a:pt x="99" y="64"/>
                      <a:pt x="99" y="64"/>
                      <a:pt x="99" y="64"/>
                    </a:cubicBezTo>
                    <a:cubicBezTo>
                      <a:pt x="100" y="64"/>
                      <a:pt x="101" y="64"/>
                      <a:pt x="102" y="64"/>
                    </a:cubicBezTo>
                    <a:cubicBezTo>
                      <a:pt x="102" y="63"/>
                      <a:pt x="102" y="63"/>
                      <a:pt x="103" y="62"/>
                    </a:cubicBezTo>
                    <a:cubicBezTo>
                      <a:pt x="103" y="62"/>
                      <a:pt x="103" y="61"/>
                      <a:pt x="103" y="61"/>
                    </a:cubicBezTo>
                    <a:cubicBezTo>
                      <a:pt x="103" y="60"/>
                      <a:pt x="104" y="60"/>
                      <a:pt x="104" y="59"/>
                    </a:cubicBezTo>
                    <a:close/>
                    <a:moveTo>
                      <a:pt x="102" y="94"/>
                    </a:moveTo>
                    <a:cubicBezTo>
                      <a:pt x="102" y="89"/>
                      <a:pt x="102" y="89"/>
                      <a:pt x="102" y="89"/>
                    </a:cubicBezTo>
                    <a:cubicBezTo>
                      <a:pt x="127" y="89"/>
                      <a:pt x="127" y="89"/>
                      <a:pt x="127" y="89"/>
                    </a:cubicBezTo>
                    <a:cubicBezTo>
                      <a:pt x="127" y="94"/>
                      <a:pt x="127" y="94"/>
                      <a:pt x="127" y="94"/>
                    </a:cubicBezTo>
                    <a:cubicBezTo>
                      <a:pt x="102" y="94"/>
                      <a:pt x="102" y="94"/>
                      <a:pt x="102" y="94"/>
                    </a:cubicBezTo>
                    <a:close/>
                    <a:moveTo>
                      <a:pt x="112" y="102"/>
                    </a:moveTo>
                    <a:cubicBezTo>
                      <a:pt x="112" y="98"/>
                      <a:pt x="112" y="98"/>
                      <a:pt x="112" y="98"/>
                    </a:cubicBezTo>
                    <a:cubicBezTo>
                      <a:pt x="118" y="98"/>
                      <a:pt x="118" y="98"/>
                      <a:pt x="118" y="98"/>
                    </a:cubicBezTo>
                    <a:cubicBezTo>
                      <a:pt x="118" y="102"/>
                      <a:pt x="118" y="102"/>
                      <a:pt x="118" y="102"/>
                    </a:cubicBezTo>
                    <a:cubicBezTo>
                      <a:pt x="112" y="102"/>
                      <a:pt x="112" y="102"/>
                      <a:pt x="112" y="102"/>
                    </a:cubicBezTo>
                    <a:close/>
                    <a:moveTo>
                      <a:pt x="113" y="20"/>
                    </a:moveTo>
                    <a:cubicBezTo>
                      <a:pt x="113" y="20"/>
                      <a:pt x="113" y="20"/>
                      <a:pt x="113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1"/>
                    </a:cubicBezTo>
                    <a:cubicBezTo>
                      <a:pt x="112" y="21"/>
                      <a:pt x="112" y="21"/>
                      <a:pt x="112" y="21"/>
                    </a:cubicBezTo>
                    <a:cubicBezTo>
                      <a:pt x="112" y="21"/>
                      <a:pt x="111" y="21"/>
                      <a:pt x="111" y="21"/>
                    </a:cubicBezTo>
                    <a:cubicBezTo>
                      <a:pt x="111" y="21"/>
                      <a:pt x="111" y="21"/>
                      <a:pt x="111" y="21"/>
                    </a:cubicBezTo>
                    <a:cubicBezTo>
                      <a:pt x="111" y="21"/>
                      <a:pt x="111" y="21"/>
                      <a:pt x="111" y="21"/>
                    </a:cubicBezTo>
                    <a:cubicBezTo>
                      <a:pt x="111" y="19"/>
                      <a:pt x="111" y="19"/>
                      <a:pt x="111" y="19"/>
                    </a:cubicBezTo>
                    <a:cubicBezTo>
                      <a:pt x="111" y="19"/>
                      <a:pt x="111" y="19"/>
                      <a:pt x="111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lose/>
                    <a:moveTo>
                      <a:pt x="113" y="18"/>
                    </a:move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9"/>
                      <a:pt x="113" y="19"/>
                    </a:cubicBezTo>
                    <a:cubicBezTo>
                      <a:pt x="113" y="19"/>
                      <a:pt x="113" y="19"/>
                      <a:pt x="113" y="19"/>
                    </a:cubicBezTo>
                    <a:cubicBezTo>
                      <a:pt x="113" y="19"/>
                      <a:pt x="113" y="19"/>
                      <a:pt x="113" y="19"/>
                    </a:cubicBezTo>
                    <a:cubicBezTo>
                      <a:pt x="113" y="19"/>
                      <a:pt x="113" y="19"/>
                      <a:pt x="113" y="19"/>
                    </a:cubicBezTo>
                    <a:cubicBezTo>
                      <a:pt x="113" y="19"/>
                      <a:pt x="113" y="19"/>
                      <a:pt x="113" y="19"/>
                    </a:cubicBezTo>
                    <a:cubicBezTo>
                      <a:pt x="113" y="19"/>
                      <a:pt x="113" y="19"/>
                      <a:pt x="113" y="19"/>
                    </a:cubicBezTo>
                    <a:cubicBezTo>
                      <a:pt x="113" y="19"/>
                      <a:pt x="113" y="19"/>
                      <a:pt x="113" y="19"/>
                    </a:cubicBezTo>
                    <a:cubicBezTo>
                      <a:pt x="113" y="19"/>
                      <a:pt x="113" y="19"/>
                      <a:pt x="113" y="19"/>
                    </a:cubicBezTo>
                    <a:cubicBezTo>
                      <a:pt x="113" y="19"/>
                      <a:pt x="113" y="19"/>
                      <a:pt x="113" y="19"/>
                    </a:cubicBezTo>
                    <a:cubicBezTo>
                      <a:pt x="113" y="19"/>
                      <a:pt x="113" y="19"/>
                      <a:pt x="113" y="19"/>
                    </a:cubicBezTo>
                    <a:cubicBezTo>
                      <a:pt x="113" y="19"/>
                      <a:pt x="112" y="19"/>
                      <a:pt x="112" y="19"/>
                    </a:cubicBezTo>
                    <a:cubicBezTo>
                      <a:pt x="112" y="18"/>
                      <a:pt x="112" y="18"/>
                      <a:pt x="111" y="18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7"/>
                      <a:pt x="111" y="17"/>
                      <a:pt x="111" y="17"/>
                    </a:cubicBezTo>
                    <a:cubicBezTo>
                      <a:pt x="111" y="17"/>
                      <a:pt x="112" y="17"/>
                      <a:pt x="112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lose/>
                    <a:moveTo>
                      <a:pt x="92" y="11"/>
                    </a:moveTo>
                    <a:cubicBezTo>
                      <a:pt x="92" y="11"/>
                      <a:pt x="92" y="11"/>
                      <a:pt x="92" y="11"/>
                    </a:cubicBezTo>
                    <a:cubicBezTo>
                      <a:pt x="92" y="11"/>
                      <a:pt x="92" y="11"/>
                      <a:pt x="92" y="11"/>
                    </a:cubicBezTo>
                    <a:cubicBezTo>
                      <a:pt x="92" y="11"/>
                      <a:pt x="92" y="11"/>
                      <a:pt x="92" y="11"/>
                    </a:cubicBezTo>
                    <a:close/>
                    <a:moveTo>
                      <a:pt x="88" y="29"/>
                    </a:move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7" y="29"/>
                      <a:pt x="87" y="29"/>
                      <a:pt x="87" y="29"/>
                    </a:cubicBezTo>
                    <a:cubicBezTo>
                      <a:pt x="87" y="28"/>
                      <a:pt x="87" y="28"/>
                      <a:pt x="87" y="28"/>
                    </a:cubicBezTo>
                    <a:cubicBezTo>
                      <a:pt x="87" y="28"/>
                      <a:pt x="87" y="28"/>
                      <a:pt x="87" y="28"/>
                    </a:cubicBezTo>
                    <a:cubicBezTo>
                      <a:pt x="87" y="28"/>
                      <a:pt x="87" y="27"/>
                      <a:pt x="87" y="27"/>
                    </a:cubicBezTo>
                    <a:cubicBezTo>
                      <a:pt x="87" y="27"/>
                      <a:pt x="87" y="26"/>
                      <a:pt x="87" y="26"/>
                    </a:cubicBezTo>
                    <a:cubicBezTo>
                      <a:pt x="87" y="26"/>
                      <a:pt x="87" y="26"/>
                      <a:pt x="87" y="26"/>
                    </a:cubicBezTo>
                    <a:cubicBezTo>
                      <a:pt x="87" y="26"/>
                      <a:pt x="87" y="25"/>
                      <a:pt x="86" y="25"/>
                    </a:cubicBezTo>
                    <a:cubicBezTo>
                      <a:pt x="86" y="25"/>
                      <a:pt x="86" y="24"/>
                      <a:pt x="86" y="24"/>
                    </a:cubicBezTo>
                    <a:cubicBezTo>
                      <a:pt x="86" y="23"/>
                      <a:pt x="86" y="23"/>
                      <a:pt x="86" y="22"/>
                    </a:cubicBezTo>
                    <a:cubicBezTo>
                      <a:pt x="86" y="22"/>
                      <a:pt x="86" y="21"/>
                      <a:pt x="86" y="21"/>
                    </a:cubicBezTo>
                    <a:cubicBezTo>
                      <a:pt x="86" y="18"/>
                      <a:pt x="86" y="18"/>
                      <a:pt x="86" y="18"/>
                    </a:cubicBezTo>
                    <a:cubicBezTo>
                      <a:pt x="86" y="17"/>
                      <a:pt x="86" y="17"/>
                      <a:pt x="86" y="17"/>
                    </a:cubicBezTo>
                    <a:cubicBezTo>
                      <a:pt x="86" y="16"/>
                      <a:pt x="86" y="16"/>
                      <a:pt x="86" y="16"/>
                    </a:cubicBezTo>
                    <a:cubicBezTo>
                      <a:pt x="86" y="16"/>
                      <a:pt x="86" y="16"/>
                      <a:pt x="86" y="16"/>
                    </a:cubicBezTo>
                    <a:cubicBezTo>
                      <a:pt x="86" y="15"/>
                      <a:pt x="86" y="15"/>
                      <a:pt x="86" y="15"/>
                    </a:cubicBezTo>
                    <a:cubicBezTo>
                      <a:pt x="86" y="14"/>
                      <a:pt x="86" y="14"/>
                      <a:pt x="86" y="14"/>
                    </a:cubicBezTo>
                    <a:cubicBezTo>
                      <a:pt x="86" y="14"/>
                      <a:pt x="86" y="14"/>
                      <a:pt x="86" y="14"/>
                    </a:cubicBezTo>
                    <a:cubicBezTo>
                      <a:pt x="86" y="14"/>
                      <a:pt x="86" y="14"/>
                      <a:pt x="86" y="14"/>
                    </a:cubicBezTo>
                    <a:cubicBezTo>
                      <a:pt x="86" y="14"/>
                      <a:pt x="86" y="14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8" y="13"/>
                    </a:cubicBezTo>
                    <a:cubicBezTo>
                      <a:pt x="88" y="13"/>
                      <a:pt x="88" y="13"/>
                      <a:pt x="88" y="13"/>
                    </a:cubicBezTo>
                    <a:cubicBezTo>
                      <a:pt x="88" y="13"/>
                      <a:pt x="88" y="13"/>
                      <a:pt x="88" y="13"/>
                    </a:cubicBezTo>
                    <a:cubicBezTo>
                      <a:pt x="88" y="13"/>
                      <a:pt x="88" y="13"/>
                      <a:pt x="88" y="13"/>
                    </a:cubicBezTo>
                    <a:cubicBezTo>
                      <a:pt x="88" y="13"/>
                      <a:pt x="88" y="13"/>
                      <a:pt x="88" y="13"/>
                    </a:cubicBezTo>
                    <a:cubicBezTo>
                      <a:pt x="88" y="13"/>
                      <a:pt x="88" y="14"/>
                      <a:pt x="88" y="14"/>
                    </a:cubicBezTo>
                    <a:cubicBezTo>
                      <a:pt x="88" y="14"/>
                      <a:pt x="88" y="14"/>
                      <a:pt x="88" y="14"/>
                    </a:cubicBezTo>
                    <a:cubicBezTo>
                      <a:pt x="88" y="14"/>
                      <a:pt x="88" y="14"/>
                      <a:pt x="88" y="14"/>
                    </a:cubicBezTo>
                    <a:cubicBezTo>
                      <a:pt x="88" y="14"/>
                      <a:pt x="88" y="14"/>
                      <a:pt x="88" y="14"/>
                    </a:cubicBezTo>
                    <a:cubicBezTo>
                      <a:pt x="88" y="14"/>
                      <a:pt x="88" y="15"/>
                      <a:pt x="88" y="16"/>
                    </a:cubicBezTo>
                    <a:cubicBezTo>
                      <a:pt x="88" y="16"/>
                      <a:pt x="88" y="17"/>
                      <a:pt x="88" y="18"/>
                    </a:cubicBezTo>
                    <a:cubicBezTo>
                      <a:pt x="88" y="18"/>
                      <a:pt x="88" y="18"/>
                      <a:pt x="88" y="18"/>
                    </a:cubicBezTo>
                    <a:cubicBezTo>
                      <a:pt x="88" y="20"/>
                      <a:pt x="88" y="20"/>
                      <a:pt x="88" y="20"/>
                    </a:cubicBezTo>
                    <a:cubicBezTo>
                      <a:pt x="88" y="21"/>
                      <a:pt x="88" y="21"/>
                      <a:pt x="88" y="22"/>
                    </a:cubicBezTo>
                    <a:cubicBezTo>
                      <a:pt x="88" y="23"/>
                      <a:pt x="88" y="23"/>
                      <a:pt x="88" y="24"/>
                    </a:cubicBezTo>
                    <a:cubicBezTo>
                      <a:pt x="88" y="24"/>
                      <a:pt x="88" y="24"/>
                      <a:pt x="88" y="25"/>
                    </a:cubicBezTo>
                    <a:cubicBezTo>
                      <a:pt x="88" y="25"/>
                      <a:pt x="88" y="26"/>
                      <a:pt x="88" y="26"/>
                    </a:cubicBezTo>
                    <a:cubicBezTo>
                      <a:pt x="88" y="26"/>
                      <a:pt x="88" y="26"/>
                      <a:pt x="88" y="26"/>
                    </a:cubicBezTo>
                    <a:cubicBezTo>
                      <a:pt x="88" y="26"/>
                      <a:pt x="88" y="27"/>
                      <a:pt x="88" y="27"/>
                    </a:cubicBezTo>
                    <a:cubicBezTo>
                      <a:pt x="88" y="27"/>
                      <a:pt x="88" y="27"/>
                      <a:pt x="88" y="27"/>
                    </a:cubicBezTo>
                    <a:cubicBezTo>
                      <a:pt x="88" y="27"/>
                      <a:pt x="88" y="27"/>
                      <a:pt x="88" y="27"/>
                    </a:cubicBezTo>
                    <a:cubicBezTo>
                      <a:pt x="89" y="28"/>
                      <a:pt x="89" y="28"/>
                      <a:pt x="89" y="28"/>
                    </a:cubicBezTo>
                    <a:cubicBezTo>
                      <a:pt x="89" y="27"/>
                      <a:pt x="90" y="27"/>
                      <a:pt x="90" y="26"/>
                    </a:cubicBezTo>
                    <a:cubicBezTo>
                      <a:pt x="90" y="26"/>
                      <a:pt x="90" y="25"/>
                      <a:pt x="91" y="25"/>
                    </a:cubicBezTo>
                    <a:cubicBezTo>
                      <a:pt x="91" y="25"/>
                      <a:pt x="91" y="25"/>
                      <a:pt x="91" y="25"/>
                    </a:cubicBezTo>
                    <a:cubicBezTo>
                      <a:pt x="91" y="25"/>
                      <a:pt x="91" y="25"/>
                      <a:pt x="91" y="25"/>
                    </a:cubicBezTo>
                    <a:cubicBezTo>
                      <a:pt x="91" y="25"/>
                      <a:pt x="91" y="25"/>
                      <a:pt x="91" y="25"/>
                    </a:cubicBezTo>
                    <a:cubicBezTo>
                      <a:pt x="91" y="24"/>
                      <a:pt x="91" y="24"/>
                      <a:pt x="91" y="24"/>
                    </a:cubicBezTo>
                    <a:cubicBezTo>
                      <a:pt x="91" y="24"/>
                      <a:pt x="91" y="24"/>
                      <a:pt x="91" y="24"/>
                    </a:cubicBezTo>
                    <a:cubicBezTo>
                      <a:pt x="91" y="24"/>
                      <a:pt x="91" y="24"/>
                      <a:pt x="91" y="24"/>
                    </a:cubicBezTo>
                    <a:cubicBezTo>
                      <a:pt x="91" y="23"/>
                      <a:pt x="91" y="23"/>
                      <a:pt x="91" y="23"/>
                    </a:cubicBezTo>
                    <a:cubicBezTo>
                      <a:pt x="91" y="23"/>
                      <a:pt x="91" y="23"/>
                      <a:pt x="91" y="23"/>
                    </a:cubicBezTo>
                    <a:cubicBezTo>
                      <a:pt x="91" y="23"/>
                      <a:pt x="91" y="23"/>
                      <a:pt x="91" y="23"/>
                    </a:cubicBezTo>
                    <a:cubicBezTo>
                      <a:pt x="91" y="22"/>
                      <a:pt x="91" y="22"/>
                      <a:pt x="91" y="22"/>
                    </a:cubicBezTo>
                    <a:cubicBezTo>
                      <a:pt x="91" y="19"/>
                      <a:pt x="91" y="19"/>
                      <a:pt x="91" y="19"/>
                    </a:cubicBezTo>
                    <a:cubicBezTo>
                      <a:pt x="91" y="19"/>
                      <a:pt x="91" y="19"/>
                      <a:pt x="91" y="19"/>
                    </a:cubicBezTo>
                    <a:cubicBezTo>
                      <a:pt x="91" y="15"/>
                      <a:pt x="91" y="15"/>
                      <a:pt x="91" y="15"/>
                    </a:cubicBezTo>
                    <a:cubicBezTo>
                      <a:pt x="91" y="14"/>
                      <a:pt x="91" y="14"/>
                      <a:pt x="91" y="13"/>
                    </a:cubicBezTo>
                    <a:cubicBezTo>
                      <a:pt x="91" y="13"/>
                      <a:pt x="91" y="13"/>
                      <a:pt x="91" y="12"/>
                    </a:cubicBezTo>
                    <a:cubicBezTo>
                      <a:pt x="91" y="12"/>
                      <a:pt x="91" y="12"/>
                      <a:pt x="91" y="12"/>
                    </a:cubicBezTo>
                    <a:cubicBezTo>
                      <a:pt x="91" y="12"/>
                      <a:pt x="91" y="12"/>
                      <a:pt x="91" y="12"/>
                    </a:cubicBezTo>
                    <a:cubicBezTo>
                      <a:pt x="91" y="12"/>
                      <a:pt x="91" y="12"/>
                      <a:pt x="91" y="12"/>
                    </a:cubicBezTo>
                    <a:cubicBezTo>
                      <a:pt x="91" y="12"/>
                      <a:pt x="91" y="12"/>
                      <a:pt x="91" y="12"/>
                    </a:cubicBezTo>
                    <a:cubicBezTo>
                      <a:pt x="91" y="12"/>
                      <a:pt x="91" y="11"/>
                      <a:pt x="91" y="11"/>
                    </a:cubicBezTo>
                    <a:cubicBezTo>
                      <a:pt x="92" y="11"/>
                      <a:pt x="92" y="11"/>
                      <a:pt x="92" y="11"/>
                    </a:cubicBezTo>
                    <a:cubicBezTo>
                      <a:pt x="92" y="11"/>
                      <a:pt x="92" y="11"/>
                      <a:pt x="92" y="11"/>
                    </a:cubicBezTo>
                    <a:cubicBezTo>
                      <a:pt x="92" y="11"/>
                      <a:pt x="92" y="11"/>
                      <a:pt x="92" y="11"/>
                    </a:cubicBezTo>
                    <a:cubicBezTo>
                      <a:pt x="92" y="11"/>
                      <a:pt x="92" y="11"/>
                      <a:pt x="92" y="11"/>
                    </a:cubicBezTo>
                    <a:cubicBezTo>
                      <a:pt x="92" y="11"/>
                      <a:pt x="92" y="11"/>
                      <a:pt x="92" y="11"/>
                    </a:cubicBezTo>
                    <a:cubicBezTo>
                      <a:pt x="92" y="11"/>
                      <a:pt x="92" y="11"/>
                      <a:pt x="92" y="11"/>
                    </a:cubicBezTo>
                    <a:cubicBezTo>
                      <a:pt x="92" y="11"/>
                      <a:pt x="93" y="11"/>
                      <a:pt x="93" y="11"/>
                    </a:cubicBezTo>
                    <a:cubicBezTo>
                      <a:pt x="93" y="11"/>
                      <a:pt x="93" y="11"/>
                      <a:pt x="93" y="11"/>
                    </a:cubicBezTo>
                    <a:cubicBezTo>
                      <a:pt x="93" y="11"/>
                      <a:pt x="93" y="12"/>
                      <a:pt x="93" y="12"/>
                    </a:cubicBezTo>
                    <a:cubicBezTo>
                      <a:pt x="93" y="12"/>
                      <a:pt x="93" y="12"/>
                      <a:pt x="93" y="12"/>
                    </a:cubicBezTo>
                    <a:cubicBezTo>
                      <a:pt x="93" y="12"/>
                      <a:pt x="93" y="13"/>
                      <a:pt x="93" y="13"/>
                    </a:cubicBezTo>
                    <a:cubicBezTo>
                      <a:pt x="93" y="13"/>
                      <a:pt x="93" y="13"/>
                      <a:pt x="93" y="14"/>
                    </a:cubicBezTo>
                    <a:cubicBezTo>
                      <a:pt x="93" y="14"/>
                      <a:pt x="93" y="14"/>
                      <a:pt x="93" y="14"/>
                    </a:cubicBezTo>
                    <a:cubicBezTo>
                      <a:pt x="93" y="18"/>
                      <a:pt x="93" y="18"/>
                      <a:pt x="93" y="18"/>
                    </a:cubicBezTo>
                    <a:cubicBezTo>
                      <a:pt x="93" y="20"/>
                      <a:pt x="93" y="20"/>
                      <a:pt x="93" y="20"/>
                    </a:cubicBezTo>
                    <a:cubicBezTo>
                      <a:pt x="93" y="20"/>
                      <a:pt x="93" y="20"/>
                      <a:pt x="93" y="20"/>
                    </a:cubicBezTo>
                    <a:cubicBezTo>
                      <a:pt x="93" y="21"/>
                      <a:pt x="93" y="21"/>
                      <a:pt x="93" y="21"/>
                    </a:cubicBezTo>
                    <a:cubicBezTo>
                      <a:pt x="93" y="22"/>
                      <a:pt x="93" y="22"/>
                      <a:pt x="93" y="22"/>
                    </a:cubicBezTo>
                    <a:cubicBezTo>
                      <a:pt x="93" y="23"/>
                      <a:pt x="93" y="23"/>
                      <a:pt x="93" y="23"/>
                    </a:cubicBezTo>
                    <a:cubicBezTo>
                      <a:pt x="93" y="23"/>
                      <a:pt x="93" y="23"/>
                      <a:pt x="93" y="23"/>
                    </a:cubicBezTo>
                    <a:cubicBezTo>
                      <a:pt x="93" y="23"/>
                      <a:pt x="93" y="23"/>
                      <a:pt x="93" y="23"/>
                    </a:cubicBezTo>
                    <a:cubicBezTo>
                      <a:pt x="93" y="23"/>
                      <a:pt x="93" y="24"/>
                      <a:pt x="93" y="24"/>
                    </a:cubicBezTo>
                    <a:cubicBezTo>
                      <a:pt x="93" y="24"/>
                      <a:pt x="93" y="24"/>
                      <a:pt x="93" y="24"/>
                    </a:cubicBezTo>
                    <a:cubicBezTo>
                      <a:pt x="93" y="24"/>
                      <a:pt x="93" y="24"/>
                      <a:pt x="93" y="24"/>
                    </a:cubicBezTo>
                    <a:cubicBezTo>
                      <a:pt x="93" y="25"/>
                      <a:pt x="94" y="25"/>
                      <a:pt x="94" y="25"/>
                    </a:cubicBezTo>
                    <a:cubicBezTo>
                      <a:pt x="94" y="25"/>
                      <a:pt x="94" y="26"/>
                      <a:pt x="94" y="26"/>
                    </a:cubicBezTo>
                    <a:cubicBezTo>
                      <a:pt x="94" y="26"/>
                      <a:pt x="94" y="26"/>
                      <a:pt x="95" y="27"/>
                    </a:cubicBezTo>
                    <a:cubicBezTo>
                      <a:pt x="95" y="27"/>
                      <a:pt x="95" y="27"/>
                      <a:pt x="95" y="28"/>
                    </a:cubicBezTo>
                    <a:cubicBezTo>
                      <a:pt x="96" y="28"/>
                      <a:pt x="96" y="28"/>
                      <a:pt x="96" y="28"/>
                    </a:cubicBezTo>
                    <a:cubicBezTo>
                      <a:pt x="96" y="28"/>
                      <a:pt x="96" y="28"/>
                      <a:pt x="96" y="28"/>
                    </a:cubicBezTo>
                    <a:cubicBezTo>
                      <a:pt x="96" y="28"/>
                      <a:pt x="96" y="28"/>
                      <a:pt x="96" y="27"/>
                    </a:cubicBezTo>
                    <a:cubicBezTo>
                      <a:pt x="96" y="27"/>
                      <a:pt x="96" y="27"/>
                      <a:pt x="96" y="27"/>
                    </a:cubicBezTo>
                    <a:cubicBezTo>
                      <a:pt x="96" y="27"/>
                      <a:pt x="96" y="27"/>
                      <a:pt x="96" y="26"/>
                    </a:cubicBezTo>
                    <a:cubicBezTo>
                      <a:pt x="96" y="26"/>
                      <a:pt x="96" y="26"/>
                      <a:pt x="96" y="26"/>
                    </a:cubicBezTo>
                    <a:cubicBezTo>
                      <a:pt x="96" y="26"/>
                      <a:pt x="96" y="26"/>
                      <a:pt x="96" y="25"/>
                    </a:cubicBezTo>
                    <a:cubicBezTo>
                      <a:pt x="96" y="25"/>
                      <a:pt x="96" y="24"/>
                      <a:pt x="96" y="24"/>
                    </a:cubicBezTo>
                    <a:cubicBezTo>
                      <a:pt x="96" y="24"/>
                      <a:pt x="96" y="24"/>
                      <a:pt x="96" y="24"/>
                    </a:cubicBezTo>
                    <a:cubicBezTo>
                      <a:pt x="96" y="18"/>
                      <a:pt x="96" y="18"/>
                      <a:pt x="96" y="18"/>
                    </a:cubicBezTo>
                    <a:cubicBezTo>
                      <a:pt x="96" y="17"/>
                      <a:pt x="96" y="17"/>
                      <a:pt x="96" y="17"/>
                    </a:cubicBezTo>
                    <a:cubicBezTo>
                      <a:pt x="96" y="17"/>
                      <a:pt x="96" y="16"/>
                      <a:pt x="96" y="16"/>
                    </a:cubicBezTo>
                    <a:cubicBezTo>
                      <a:pt x="96" y="14"/>
                      <a:pt x="96" y="14"/>
                      <a:pt x="96" y="14"/>
                    </a:cubicBezTo>
                    <a:cubicBezTo>
                      <a:pt x="96" y="14"/>
                      <a:pt x="96" y="14"/>
                      <a:pt x="96" y="14"/>
                    </a:cubicBezTo>
                    <a:cubicBezTo>
                      <a:pt x="96" y="14"/>
                      <a:pt x="96" y="14"/>
                      <a:pt x="96" y="14"/>
                    </a:cubicBezTo>
                    <a:cubicBezTo>
                      <a:pt x="96" y="14"/>
                      <a:pt x="96" y="13"/>
                      <a:pt x="96" y="13"/>
                    </a:cubicBezTo>
                    <a:cubicBezTo>
                      <a:pt x="96" y="13"/>
                      <a:pt x="96" y="13"/>
                      <a:pt x="96" y="13"/>
                    </a:cubicBezTo>
                    <a:cubicBezTo>
                      <a:pt x="96" y="13"/>
                      <a:pt x="96" y="13"/>
                      <a:pt x="96" y="12"/>
                    </a:cubicBezTo>
                    <a:cubicBezTo>
                      <a:pt x="96" y="12"/>
                      <a:pt x="96" y="12"/>
                      <a:pt x="96" y="12"/>
                    </a:cubicBezTo>
                    <a:cubicBezTo>
                      <a:pt x="96" y="12"/>
                      <a:pt x="97" y="12"/>
                      <a:pt x="97" y="12"/>
                    </a:cubicBezTo>
                    <a:cubicBezTo>
                      <a:pt x="97" y="12"/>
                      <a:pt x="97" y="12"/>
                      <a:pt x="97" y="12"/>
                    </a:cubicBezTo>
                    <a:cubicBezTo>
                      <a:pt x="97" y="12"/>
                      <a:pt x="97" y="12"/>
                      <a:pt x="97" y="12"/>
                    </a:cubicBezTo>
                    <a:cubicBezTo>
                      <a:pt x="97" y="12"/>
                      <a:pt x="97" y="12"/>
                      <a:pt x="97" y="12"/>
                    </a:cubicBezTo>
                    <a:cubicBezTo>
                      <a:pt x="97" y="12"/>
                      <a:pt x="97" y="12"/>
                      <a:pt x="97" y="12"/>
                    </a:cubicBezTo>
                    <a:cubicBezTo>
                      <a:pt x="97" y="12"/>
                      <a:pt x="97" y="12"/>
                      <a:pt x="97" y="12"/>
                    </a:cubicBezTo>
                    <a:cubicBezTo>
                      <a:pt x="97" y="13"/>
                      <a:pt x="97" y="13"/>
                      <a:pt x="97" y="13"/>
                    </a:cubicBezTo>
                    <a:cubicBezTo>
                      <a:pt x="97" y="13"/>
                      <a:pt x="97" y="13"/>
                      <a:pt x="97" y="13"/>
                    </a:cubicBezTo>
                    <a:cubicBezTo>
                      <a:pt x="97" y="14"/>
                      <a:pt x="97" y="14"/>
                      <a:pt x="97" y="14"/>
                    </a:cubicBezTo>
                    <a:cubicBezTo>
                      <a:pt x="97" y="14"/>
                      <a:pt x="97" y="14"/>
                      <a:pt x="97" y="14"/>
                    </a:cubicBezTo>
                    <a:cubicBezTo>
                      <a:pt x="97" y="15"/>
                      <a:pt x="97" y="15"/>
                      <a:pt x="97" y="15"/>
                    </a:cubicBezTo>
                    <a:cubicBezTo>
                      <a:pt x="97" y="17"/>
                      <a:pt x="97" y="17"/>
                      <a:pt x="97" y="17"/>
                    </a:cubicBezTo>
                    <a:cubicBezTo>
                      <a:pt x="97" y="17"/>
                      <a:pt x="97" y="17"/>
                      <a:pt x="97" y="17"/>
                    </a:cubicBezTo>
                    <a:cubicBezTo>
                      <a:pt x="97" y="17"/>
                      <a:pt x="97" y="17"/>
                      <a:pt x="97" y="18"/>
                    </a:cubicBezTo>
                    <a:cubicBezTo>
                      <a:pt x="97" y="19"/>
                      <a:pt x="97" y="19"/>
                      <a:pt x="97" y="20"/>
                    </a:cubicBezTo>
                    <a:cubicBezTo>
                      <a:pt x="97" y="20"/>
                      <a:pt x="97" y="20"/>
                      <a:pt x="97" y="20"/>
                    </a:cubicBezTo>
                    <a:cubicBezTo>
                      <a:pt x="97" y="20"/>
                      <a:pt x="97" y="20"/>
                      <a:pt x="97" y="20"/>
                    </a:cubicBezTo>
                    <a:cubicBezTo>
                      <a:pt x="97" y="20"/>
                      <a:pt x="97" y="20"/>
                      <a:pt x="97" y="20"/>
                    </a:cubicBezTo>
                    <a:cubicBezTo>
                      <a:pt x="97" y="22"/>
                      <a:pt x="97" y="23"/>
                      <a:pt x="97" y="24"/>
                    </a:cubicBezTo>
                    <a:cubicBezTo>
                      <a:pt x="97" y="24"/>
                      <a:pt x="97" y="24"/>
                      <a:pt x="97" y="24"/>
                    </a:cubicBezTo>
                    <a:cubicBezTo>
                      <a:pt x="97" y="24"/>
                      <a:pt x="97" y="24"/>
                      <a:pt x="97" y="25"/>
                    </a:cubicBezTo>
                    <a:cubicBezTo>
                      <a:pt x="97" y="25"/>
                      <a:pt x="97" y="26"/>
                      <a:pt x="97" y="26"/>
                    </a:cubicBezTo>
                    <a:cubicBezTo>
                      <a:pt x="97" y="27"/>
                      <a:pt x="97" y="27"/>
                      <a:pt x="97" y="28"/>
                    </a:cubicBezTo>
                    <a:cubicBezTo>
                      <a:pt x="97" y="28"/>
                      <a:pt x="96" y="29"/>
                      <a:pt x="96" y="29"/>
                    </a:cubicBezTo>
                    <a:cubicBezTo>
                      <a:pt x="96" y="29"/>
                      <a:pt x="95" y="30"/>
                      <a:pt x="94" y="30"/>
                    </a:cubicBezTo>
                    <a:cubicBezTo>
                      <a:pt x="94" y="30"/>
                      <a:pt x="93" y="30"/>
                      <a:pt x="92" y="30"/>
                    </a:cubicBezTo>
                    <a:cubicBezTo>
                      <a:pt x="91" y="30"/>
                      <a:pt x="91" y="30"/>
                      <a:pt x="90" y="30"/>
                    </a:cubicBezTo>
                    <a:cubicBezTo>
                      <a:pt x="90" y="30"/>
                      <a:pt x="90" y="30"/>
                      <a:pt x="90" y="30"/>
                    </a:cubicBezTo>
                    <a:cubicBezTo>
                      <a:pt x="90" y="30"/>
                      <a:pt x="89" y="30"/>
                      <a:pt x="89" y="30"/>
                    </a:cubicBezTo>
                    <a:cubicBezTo>
                      <a:pt x="89" y="30"/>
                      <a:pt x="89" y="30"/>
                      <a:pt x="89" y="30"/>
                    </a:cubicBezTo>
                    <a:cubicBezTo>
                      <a:pt x="89" y="30"/>
                      <a:pt x="89" y="30"/>
                      <a:pt x="88" y="30"/>
                    </a:cubicBezTo>
                    <a:cubicBezTo>
                      <a:pt x="88" y="30"/>
                      <a:pt x="88" y="30"/>
                      <a:pt x="88" y="30"/>
                    </a:cubicBezTo>
                    <a:cubicBezTo>
                      <a:pt x="88" y="29"/>
                      <a:pt x="88" y="29"/>
                      <a:pt x="88" y="29"/>
                    </a:cubicBezTo>
                    <a:close/>
                    <a:moveTo>
                      <a:pt x="94" y="28"/>
                    </a:moveTo>
                    <a:cubicBezTo>
                      <a:pt x="94" y="29"/>
                      <a:pt x="94" y="29"/>
                      <a:pt x="93" y="29"/>
                    </a:cubicBezTo>
                    <a:cubicBezTo>
                      <a:pt x="93" y="29"/>
                      <a:pt x="92" y="29"/>
                      <a:pt x="92" y="29"/>
                    </a:cubicBezTo>
                    <a:cubicBezTo>
                      <a:pt x="91" y="29"/>
                      <a:pt x="91" y="29"/>
                      <a:pt x="91" y="29"/>
                    </a:cubicBezTo>
                    <a:cubicBezTo>
                      <a:pt x="90" y="29"/>
                      <a:pt x="90" y="29"/>
                      <a:pt x="90" y="29"/>
                    </a:cubicBezTo>
                    <a:cubicBezTo>
                      <a:pt x="90" y="29"/>
                      <a:pt x="90" y="29"/>
                      <a:pt x="90" y="29"/>
                    </a:cubicBezTo>
                    <a:cubicBezTo>
                      <a:pt x="90" y="29"/>
                      <a:pt x="90" y="29"/>
                      <a:pt x="90" y="29"/>
                    </a:cubicBezTo>
                    <a:cubicBezTo>
                      <a:pt x="90" y="29"/>
                      <a:pt x="90" y="29"/>
                      <a:pt x="90" y="29"/>
                    </a:cubicBezTo>
                    <a:cubicBezTo>
                      <a:pt x="90" y="28"/>
                      <a:pt x="90" y="27"/>
                      <a:pt x="91" y="27"/>
                    </a:cubicBezTo>
                    <a:cubicBezTo>
                      <a:pt x="91" y="27"/>
                      <a:pt x="91" y="26"/>
                      <a:pt x="91" y="26"/>
                    </a:cubicBezTo>
                    <a:cubicBezTo>
                      <a:pt x="92" y="26"/>
                      <a:pt x="92" y="26"/>
                      <a:pt x="92" y="25"/>
                    </a:cubicBezTo>
                    <a:cubicBezTo>
                      <a:pt x="92" y="25"/>
                      <a:pt x="92" y="25"/>
                      <a:pt x="92" y="25"/>
                    </a:cubicBezTo>
                    <a:cubicBezTo>
                      <a:pt x="92" y="25"/>
                      <a:pt x="92" y="25"/>
                      <a:pt x="92" y="25"/>
                    </a:cubicBezTo>
                    <a:cubicBezTo>
                      <a:pt x="92" y="25"/>
                      <a:pt x="92" y="25"/>
                      <a:pt x="92" y="25"/>
                    </a:cubicBezTo>
                    <a:cubicBezTo>
                      <a:pt x="92" y="25"/>
                      <a:pt x="92" y="25"/>
                      <a:pt x="92" y="25"/>
                    </a:cubicBezTo>
                    <a:cubicBezTo>
                      <a:pt x="93" y="26"/>
                      <a:pt x="93" y="26"/>
                      <a:pt x="93" y="26"/>
                    </a:cubicBezTo>
                    <a:cubicBezTo>
                      <a:pt x="93" y="27"/>
                      <a:pt x="93" y="27"/>
                      <a:pt x="94" y="27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lose/>
                    <a:moveTo>
                      <a:pt x="17" y="113"/>
                    </a:moveTo>
                    <a:cubicBezTo>
                      <a:pt x="15" y="112"/>
                      <a:pt x="17" y="108"/>
                      <a:pt x="20" y="108"/>
                    </a:cubicBezTo>
                    <a:cubicBezTo>
                      <a:pt x="21" y="108"/>
                      <a:pt x="21" y="108"/>
                      <a:pt x="22" y="108"/>
                    </a:cubicBezTo>
                    <a:cubicBezTo>
                      <a:pt x="22" y="107"/>
                      <a:pt x="22" y="106"/>
                      <a:pt x="21" y="106"/>
                    </a:cubicBezTo>
                    <a:cubicBezTo>
                      <a:pt x="15" y="105"/>
                      <a:pt x="16" y="90"/>
                      <a:pt x="23" y="89"/>
                    </a:cubicBezTo>
                    <a:cubicBezTo>
                      <a:pt x="25" y="89"/>
                      <a:pt x="26" y="89"/>
                      <a:pt x="27" y="90"/>
                    </a:cubicBezTo>
                    <a:cubicBezTo>
                      <a:pt x="28" y="91"/>
                      <a:pt x="27" y="92"/>
                      <a:pt x="26" y="91"/>
                    </a:cubicBezTo>
                    <a:cubicBezTo>
                      <a:pt x="25" y="90"/>
                      <a:pt x="25" y="90"/>
                      <a:pt x="24" y="90"/>
                    </a:cubicBezTo>
                    <a:cubicBezTo>
                      <a:pt x="23" y="91"/>
                      <a:pt x="22" y="91"/>
                      <a:pt x="21" y="92"/>
                    </a:cubicBezTo>
                    <a:cubicBezTo>
                      <a:pt x="21" y="92"/>
                      <a:pt x="20" y="94"/>
                      <a:pt x="20" y="94"/>
                    </a:cubicBezTo>
                    <a:cubicBezTo>
                      <a:pt x="20" y="95"/>
                      <a:pt x="20" y="95"/>
                      <a:pt x="21" y="96"/>
                    </a:cubicBezTo>
                    <a:cubicBezTo>
                      <a:pt x="23" y="97"/>
                      <a:pt x="27" y="96"/>
                      <a:pt x="26" y="98"/>
                    </a:cubicBezTo>
                    <a:cubicBezTo>
                      <a:pt x="26" y="99"/>
                      <a:pt x="24" y="99"/>
                      <a:pt x="23" y="98"/>
                    </a:cubicBezTo>
                    <a:cubicBezTo>
                      <a:pt x="21" y="97"/>
                      <a:pt x="20" y="98"/>
                      <a:pt x="19" y="100"/>
                    </a:cubicBezTo>
                    <a:cubicBezTo>
                      <a:pt x="19" y="102"/>
                      <a:pt x="20" y="102"/>
                      <a:pt x="20" y="102"/>
                    </a:cubicBezTo>
                    <a:cubicBezTo>
                      <a:pt x="21" y="102"/>
                      <a:pt x="21" y="102"/>
                      <a:pt x="22" y="102"/>
                    </a:cubicBezTo>
                    <a:cubicBezTo>
                      <a:pt x="22" y="101"/>
                      <a:pt x="23" y="101"/>
                      <a:pt x="24" y="101"/>
                    </a:cubicBezTo>
                    <a:cubicBezTo>
                      <a:pt x="24" y="101"/>
                      <a:pt x="25" y="101"/>
                      <a:pt x="24" y="102"/>
                    </a:cubicBezTo>
                    <a:cubicBezTo>
                      <a:pt x="24" y="103"/>
                      <a:pt x="24" y="104"/>
                      <a:pt x="27" y="105"/>
                    </a:cubicBezTo>
                    <a:cubicBezTo>
                      <a:pt x="27" y="105"/>
                      <a:pt x="27" y="105"/>
                      <a:pt x="27" y="106"/>
                    </a:cubicBezTo>
                    <a:cubicBezTo>
                      <a:pt x="27" y="107"/>
                      <a:pt x="26" y="107"/>
                      <a:pt x="25" y="107"/>
                    </a:cubicBezTo>
                    <a:cubicBezTo>
                      <a:pt x="26" y="110"/>
                      <a:pt x="22" y="111"/>
                      <a:pt x="20" y="110"/>
                    </a:cubicBezTo>
                    <a:cubicBezTo>
                      <a:pt x="18" y="110"/>
                      <a:pt x="18" y="112"/>
                      <a:pt x="17" y="113"/>
                    </a:cubicBezTo>
                    <a:close/>
                    <a:moveTo>
                      <a:pt x="45" y="108"/>
                    </a:moveTo>
                    <a:cubicBezTo>
                      <a:pt x="46" y="107"/>
                      <a:pt x="50" y="109"/>
                      <a:pt x="51" y="110"/>
                    </a:cubicBezTo>
                    <a:cubicBezTo>
                      <a:pt x="51" y="110"/>
                      <a:pt x="51" y="110"/>
                      <a:pt x="51" y="110"/>
                    </a:cubicBezTo>
                    <a:cubicBezTo>
                      <a:pt x="50" y="112"/>
                      <a:pt x="47" y="109"/>
                      <a:pt x="46" y="109"/>
                    </a:cubicBezTo>
                    <a:cubicBezTo>
                      <a:pt x="45" y="110"/>
                      <a:pt x="44" y="109"/>
                      <a:pt x="45" y="108"/>
                    </a:cubicBezTo>
                    <a:close/>
                    <a:moveTo>
                      <a:pt x="25" y="127"/>
                    </a:moveTo>
                    <a:cubicBezTo>
                      <a:pt x="24" y="128"/>
                      <a:pt x="24" y="128"/>
                      <a:pt x="24" y="128"/>
                    </a:cubicBezTo>
                    <a:cubicBezTo>
                      <a:pt x="20" y="129"/>
                      <a:pt x="18" y="126"/>
                      <a:pt x="17" y="125"/>
                    </a:cubicBezTo>
                    <a:cubicBezTo>
                      <a:pt x="16" y="123"/>
                      <a:pt x="18" y="123"/>
                      <a:pt x="17" y="122"/>
                    </a:cubicBezTo>
                    <a:cubicBezTo>
                      <a:pt x="15" y="120"/>
                      <a:pt x="12" y="116"/>
                      <a:pt x="16" y="114"/>
                    </a:cubicBezTo>
                    <a:cubicBezTo>
                      <a:pt x="16" y="114"/>
                      <a:pt x="17" y="115"/>
                      <a:pt x="17" y="116"/>
                    </a:cubicBezTo>
                    <a:cubicBezTo>
                      <a:pt x="17" y="116"/>
                      <a:pt x="16" y="118"/>
                      <a:pt x="17" y="119"/>
                    </a:cubicBezTo>
                    <a:cubicBezTo>
                      <a:pt x="18" y="119"/>
                      <a:pt x="19" y="120"/>
                      <a:pt x="20" y="121"/>
                    </a:cubicBezTo>
                    <a:cubicBezTo>
                      <a:pt x="22" y="122"/>
                      <a:pt x="21" y="123"/>
                      <a:pt x="21" y="124"/>
                    </a:cubicBezTo>
                    <a:cubicBezTo>
                      <a:pt x="22" y="126"/>
                      <a:pt x="23" y="126"/>
                      <a:pt x="25" y="126"/>
                    </a:cubicBezTo>
                    <a:cubicBezTo>
                      <a:pt x="26" y="126"/>
                      <a:pt x="26" y="127"/>
                      <a:pt x="25" y="127"/>
                    </a:cubicBezTo>
                    <a:close/>
                    <a:moveTo>
                      <a:pt x="41" y="96"/>
                    </a:moveTo>
                    <a:cubicBezTo>
                      <a:pt x="41" y="95"/>
                      <a:pt x="42" y="95"/>
                      <a:pt x="41" y="94"/>
                    </a:cubicBezTo>
                    <a:cubicBezTo>
                      <a:pt x="38" y="88"/>
                      <a:pt x="42" y="89"/>
                      <a:pt x="42" y="86"/>
                    </a:cubicBezTo>
                    <a:cubicBezTo>
                      <a:pt x="42" y="85"/>
                      <a:pt x="42" y="85"/>
                      <a:pt x="41" y="85"/>
                    </a:cubicBezTo>
                    <a:cubicBezTo>
                      <a:pt x="40" y="84"/>
                      <a:pt x="39" y="85"/>
                      <a:pt x="38" y="85"/>
                    </a:cubicBezTo>
                    <a:cubicBezTo>
                      <a:pt x="37" y="85"/>
                      <a:pt x="37" y="83"/>
                      <a:pt x="36" y="83"/>
                    </a:cubicBezTo>
                    <a:cubicBezTo>
                      <a:pt x="35" y="83"/>
                      <a:pt x="34" y="84"/>
                      <a:pt x="33" y="83"/>
                    </a:cubicBezTo>
                    <a:cubicBezTo>
                      <a:pt x="31" y="82"/>
                      <a:pt x="32" y="83"/>
                      <a:pt x="29" y="83"/>
                    </a:cubicBezTo>
                    <a:cubicBezTo>
                      <a:pt x="27" y="83"/>
                      <a:pt x="26" y="84"/>
                      <a:pt x="25" y="87"/>
                    </a:cubicBezTo>
                    <a:cubicBezTo>
                      <a:pt x="25" y="88"/>
                      <a:pt x="24" y="88"/>
                      <a:pt x="24" y="88"/>
                    </a:cubicBezTo>
                    <a:cubicBezTo>
                      <a:pt x="24" y="87"/>
                      <a:pt x="23" y="85"/>
                      <a:pt x="25" y="83"/>
                    </a:cubicBezTo>
                    <a:cubicBezTo>
                      <a:pt x="26" y="82"/>
                      <a:pt x="28" y="82"/>
                      <a:pt x="29" y="81"/>
                    </a:cubicBezTo>
                    <a:cubicBezTo>
                      <a:pt x="31" y="80"/>
                      <a:pt x="33" y="80"/>
                      <a:pt x="35" y="81"/>
                    </a:cubicBezTo>
                    <a:cubicBezTo>
                      <a:pt x="37" y="81"/>
                      <a:pt x="38" y="82"/>
                      <a:pt x="39" y="84"/>
                    </a:cubicBezTo>
                    <a:cubicBezTo>
                      <a:pt x="39" y="85"/>
                      <a:pt x="41" y="83"/>
                      <a:pt x="42" y="84"/>
                    </a:cubicBezTo>
                    <a:cubicBezTo>
                      <a:pt x="43" y="84"/>
                      <a:pt x="44" y="84"/>
                      <a:pt x="44" y="86"/>
                    </a:cubicBezTo>
                    <a:cubicBezTo>
                      <a:pt x="45" y="87"/>
                      <a:pt x="44" y="89"/>
                      <a:pt x="43" y="90"/>
                    </a:cubicBezTo>
                    <a:cubicBezTo>
                      <a:pt x="43" y="91"/>
                      <a:pt x="43" y="91"/>
                      <a:pt x="43" y="91"/>
                    </a:cubicBezTo>
                    <a:cubicBezTo>
                      <a:pt x="44" y="93"/>
                      <a:pt x="46" y="90"/>
                      <a:pt x="48" y="88"/>
                    </a:cubicBezTo>
                    <a:cubicBezTo>
                      <a:pt x="49" y="86"/>
                      <a:pt x="50" y="86"/>
                      <a:pt x="51" y="86"/>
                    </a:cubicBezTo>
                    <a:cubicBezTo>
                      <a:pt x="52" y="86"/>
                      <a:pt x="53" y="87"/>
                      <a:pt x="54" y="88"/>
                    </a:cubicBezTo>
                    <a:cubicBezTo>
                      <a:pt x="55" y="89"/>
                      <a:pt x="55" y="90"/>
                      <a:pt x="54" y="90"/>
                    </a:cubicBezTo>
                    <a:cubicBezTo>
                      <a:pt x="52" y="90"/>
                      <a:pt x="51" y="90"/>
                      <a:pt x="49" y="88"/>
                    </a:cubicBezTo>
                    <a:cubicBezTo>
                      <a:pt x="48" y="88"/>
                      <a:pt x="48" y="90"/>
                      <a:pt x="47" y="91"/>
                    </a:cubicBezTo>
                    <a:cubicBezTo>
                      <a:pt x="47" y="94"/>
                      <a:pt x="43" y="94"/>
                      <a:pt x="42" y="98"/>
                    </a:cubicBezTo>
                    <a:cubicBezTo>
                      <a:pt x="42" y="98"/>
                      <a:pt x="42" y="98"/>
                      <a:pt x="41" y="99"/>
                    </a:cubicBezTo>
                    <a:cubicBezTo>
                      <a:pt x="41" y="100"/>
                      <a:pt x="40" y="100"/>
                      <a:pt x="41" y="99"/>
                    </a:cubicBezTo>
                    <a:cubicBezTo>
                      <a:pt x="41" y="97"/>
                      <a:pt x="41" y="98"/>
                      <a:pt x="41" y="97"/>
                    </a:cubicBezTo>
                    <a:cubicBezTo>
                      <a:pt x="41" y="97"/>
                      <a:pt x="41" y="96"/>
                      <a:pt x="41" y="96"/>
                    </a:cubicBezTo>
                    <a:close/>
                    <a:moveTo>
                      <a:pt x="39" y="111"/>
                    </a:moveTo>
                    <a:cubicBezTo>
                      <a:pt x="38" y="111"/>
                      <a:pt x="36" y="110"/>
                      <a:pt x="35" y="109"/>
                    </a:cubicBezTo>
                    <a:cubicBezTo>
                      <a:pt x="35" y="108"/>
                      <a:pt x="34" y="107"/>
                      <a:pt x="34" y="106"/>
                    </a:cubicBezTo>
                    <a:cubicBezTo>
                      <a:pt x="29" y="105"/>
                      <a:pt x="27" y="102"/>
                      <a:pt x="27" y="101"/>
                    </a:cubicBezTo>
                    <a:cubicBezTo>
                      <a:pt x="27" y="101"/>
                      <a:pt x="28" y="101"/>
                      <a:pt x="29" y="102"/>
                    </a:cubicBezTo>
                    <a:cubicBezTo>
                      <a:pt x="30" y="104"/>
                      <a:pt x="34" y="104"/>
                      <a:pt x="34" y="104"/>
                    </a:cubicBezTo>
                    <a:cubicBezTo>
                      <a:pt x="33" y="103"/>
                      <a:pt x="33" y="101"/>
                      <a:pt x="34" y="100"/>
                    </a:cubicBezTo>
                    <a:cubicBezTo>
                      <a:pt x="34" y="99"/>
                      <a:pt x="34" y="99"/>
                      <a:pt x="33" y="99"/>
                    </a:cubicBezTo>
                    <a:cubicBezTo>
                      <a:pt x="31" y="97"/>
                      <a:pt x="29" y="98"/>
                      <a:pt x="28" y="97"/>
                    </a:cubicBezTo>
                    <a:cubicBezTo>
                      <a:pt x="27" y="96"/>
                      <a:pt x="28" y="94"/>
                      <a:pt x="30" y="95"/>
                    </a:cubicBezTo>
                    <a:cubicBezTo>
                      <a:pt x="30" y="95"/>
                      <a:pt x="31" y="96"/>
                      <a:pt x="32" y="96"/>
                    </a:cubicBezTo>
                    <a:cubicBezTo>
                      <a:pt x="33" y="97"/>
                      <a:pt x="33" y="96"/>
                      <a:pt x="33" y="95"/>
                    </a:cubicBezTo>
                    <a:cubicBezTo>
                      <a:pt x="33" y="93"/>
                      <a:pt x="34" y="89"/>
                      <a:pt x="34" y="88"/>
                    </a:cubicBezTo>
                    <a:cubicBezTo>
                      <a:pt x="34" y="87"/>
                      <a:pt x="34" y="87"/>
                      <a:pt x="35" y="87"/>
                    </a:cubicBezTo>
                    <a:cubicBezTo>
                      <a:pt x="36" y="87"/>
                      <a:pt x="37" y="88"/>
                      <a:pt x="38" y="89"/>
                    </a:cubicBezTo>
                    <a:cubicBezTo>
                      <a:pt x="38" y="89"/>
                      <a:pt x="38" y="90"/>
                      <a:pt x="38" y="90"/>
                    </a:cubicBezTo>
                    <a:cubicBezTo>
                      <a:pt x="36" y="93"/>
                      <a:pt x="35" y="94"/>
                      <a:pt x="36" y="96"/>
                    </a:cubicBezTo>
                    <a:cubicBezTo>
                      <a:pt x="36" y="96"/>
                      <a:pt x="36" y="98"/>
                      <a:pt x="36" y="99"/>
                    </a:cubicBezTo>
                    <a:cubicBezTo>
                      <a:pt x="37" y="99"/>
                      <a:pt x="38" y="99"/>
                      <a:pt x="39" y="98"/>
                    </a:cubicBezTo>
                    <a:cubicBezTo>
                      <a:pt x="39" y="97"/>
                      <a:pt x="40" y="98"/>
                      <a:pt x="39" y="99"/>
                    </a:cubicBezTo>
                    <a:cubicBezTo>
                      <a:pt x="39" y="100"/>
                      <a:pt x="37" y="101"/>
                      <a:pt x="37" y="101"/>
                    </a:cubicBezTo>
                    <a:cubicBezTo>
                      <a:pt x="36" y="103"/>
                      <a:pt x="37" y="109"/>
                      <a:pt x="38" y="107"/>
                    </a:cubicBezTo>
                    <a:cubicBezTo>
                      <a:pt x="40" y="105"/>
                      <a:pt x="41" y="103"/>
                      <a:pt x="45" y="104"/>
                    </a:cubicBezTo>
                    <a:cubicBezTo>
                      <a:pt x="45" y="104"/>
                      <a:pt x="45" y="104"/>
                      <a:pt x="45" y="104"/>
                    </a:cubicBezTo>
                    <a:cubicBezTo>
                      <a:pt x="43" y="104"/>
                      <a:pt x="39" y="106"/>
                      <a:pt x="40" y="108"/>
                    </a:cubicBezTo>
                    <a:cubicBezTo>
                      <a:pt x="40" y="109"/>
                      <a:pt x="41" y="109"/>
                      <a:pt x="41" y="110"/>
                    </a:cubicBezTo>
                    <a:cubicBezTo>
                      <a:pt x="40" y="111"/>
                      <a:pt x="40" y="112"/>
                      <a:pt x="39" y="111"/>
                    </a:cubicBezTo>
                    <a:close/>
                    <a:moveTo>
                      <a:pt x="55" y="122"/>
                    </a:moveTo>
                    <a:cubicBezTo>
                      <a:pt x="54" y="121"/>
                      <a:pt x="54" y="121"/>
                      <a:pt x="55" y="120"/>
                    </a:cubicBezTo>
                    <a:cubicBezTo>
                      <a:pt x="55" y="119"/>
                      <a:pt x="57" y="120"/>
                      <a:pt x="58" y="120"/>
                    </a:cubicBezTo>
                    <a:cubicBezTo>
                      <a:pt x="61" y="120"/>
                      <a:pt x="60" y="117"/>
                      <a:pt x="61" y="117"/>
                    </a:cubicBezTo>
                    <a:cubicBezTo>
                      <a:pt x="63" y="114"/>
                      <a:pt x="61" y="125"/>
                      <a:pt x="55" y="122"/>
                    </a:cubicBezTo>
                    <a:close/>
                    <a:moveTo>
                      <a:pt x="58" y="115"/>
                    </a:moveTo>
                    <a:cubicBezTo>
                      <a:pt x="59" y="113"/>
                      <a:pt x="61" y="110"/>
                      <a:pt x="59" y="108"/>
                    </a:cubicBezTo>
                    <a:cubicBezTo>
                      <a:pt x="58" y="108"/>
                      <a:pt x="58" y="106"/>
                      <a:pt x="59" y="106"/>
                    </a:cubicBezTo>
                    <a:cubicBezTo>
                      <a:pt x="61" y="106"/>
                      <a:pt x="64" y="107"/>
                      <a:pt x="64" y="109"/>
                    </a:cubicBezTo>
                    <a:cubicBezTo>
                      <a:pt x="64" y="113"/>
                      <a:pt x="60" y="114"/>
                      <a:pt x="60" y="115"/>
                    </a:cubicBezTo>
                    <a:cubicBezTo>
                      <a:pt x="60" y="116"/>
                      <a:pt x="59" y="116"/>
                      <a:pt x="58" y="116"/>
                    </a:cubicBezTo>
                    <a:cubicBezTo>
                      <a:pt x="57" y="115"/>
                      <a:pt x="57" y="115"/>
                      <a:pt x="58" y="115"/>
                    </a:cubicBezTo>
                    <a:close/>
                    <a:moveTo>
                      <a:pt x="52" y="111"/>
                    </a:moveTo>
                    <a:cubicBezTo>
                      <a:pt x="54" y="106"/>
                      <a:pt x="48" y="101"/>
                      <a:pt x="47" y="101"/>
                    </a:cubicBezTo>
                    <a:cubicBezTo>
                      <a:pt x="46" y="101"/>
                      <a:pt x="47" y="100"/>
                      <a:pt x="47" y="100"/>
                    </a:cubicBezTo>
                    <a:cubicBezTo>
                      <a:pt x="53" y="103"/>
                      <a:pt x="51" y="101"/>
                      <a:pt x="51" y="97"/>
                    </a:cubicBezTo>
                    <a:cubicBezTo>
                      <a:pt x="51" y="95"/>
                      <a:pt x="51" y="92"/>
                      <a:pt x="52" y="92"/>
                    </a:cubicBezTo>
                    <a:cubicBezTo>
                      <a:pt x="52" y="92"/>
                      <a:pt x="51" y="97"/>
                      <a:pt x="53" y="98"/>
                    </a:cubicBezTo>
                    <a:cubicBezTo>
                      <a:pt x="53" y="99"/>
                      <a:pt x="54" y="96"/>
                      <a:pt x="54" y="96"/>
                    </a:cubicBezTo>
                    <a:cubicBezTo>
                      <a:pt x="55" y="95"/>
                      <a:pt x="55" y="96"/>
                      <a:pt x="55" y="97"/>
                    </a:cubicBezTo>
                    <a:cubicBezTo>
                      <a:pt x="54" y="101"/>
                      <a:pt x="56" y="109"/>
                      <a:pt x="54" y="113"/>
                    </a:cubicBezTo>
                    <a:cubicBezTo>
                      <a:pt x="53" y="114"/>
                      <a:pt x="51" y="114"/>
                      <a:pt x="52" y="111"/>
                    </a:cubicBezTo>
                    <a:close/>
                    <a:moveTo>
                      <a:pt x="56" y="107"/>
                    </a:moveTo>
                    <a:cubicBezTo>
                      <a:pt x="55" y="107"/>
                      <a:pt x="55" y="106"/>
                      <a:pt x="55" y="106"/>
                    </a:cubicBezTo>
                    <a:cubicBezTo>
                      <a:pt x="56" y="105"/>
                      <a:pt x="58" y="104"/>
                      <a:pt x="58" y="104"/>
                    </a:cubicBezTo>
                    <a:cubicBezTo>
                      <a:pt x="59" y="103"/>
                      <a:pt x="58" y="103"/>
                      <a:pt x="58" y="102"/>
                    </a:cubicBezTo>
                    <a:cubicBezTo>
                      <a:pt x="58" y="102"/>
                      <a:pt x="57" y="102"/>
                      <a:pt x="57" y="101"/>
                    </a:cubicBezTo>
                    <a:cubicBezTo>
                      <a:pt x="57" y="100"/>
                      <a:pt x="59" y="100"/>
                      <a:pt x="59" y="99"/>
                    </a:cubicBezTo>
                    <a:cubicBezTo>
                      <a:pt x="59" y="96"/>
                      <a:pt x="58" y="97"/>
                      <a:pt x="58" y="95"/>
                    </a:cubicBezTo>
                    <a:cubicBezTo>
                      <a:pt x="58" y="93"/>
                      <a:pt x="56" y="92"/>
                      <a:pt x="56" y="92"/>
                    </a:cubicBezTo>
                    <a:cubicBezTo>
                      <a:pt x="55" y="91"/>
                      <a:pt x="56" y="90"/>
                      <a:pt x="57" y="91"/>
                    </a:cubicBezTo>
                    <a:cubicBezTo>
                      <a:pt x="62" y="92"/>
                      <a:pt x="63" y="96"/>
                      <a:pt x="60" y="99"/>
                    </a:cubicBezTo>
                    <a:cubicBezTo>
                      <a:pt x="62" y="102"/>
                      <a:pt x="59" y="106"/>
                      <a:pt x="56" y="107"/>
                    </a:cubicBezTo>
                    <a:close/>
                    <a:moveTo>
                      <a:pt x="76" y="8"/>
                    </a:moveTo>
                    <a:cubicBezTo>
                      <a:pt x="76" y="54"/>
                      <a:pt x="76" y="54"/>
                      <a:pt x="76" y="54"/>
                    </a:cubicBezTo>
                    <a:cubicBezTo>
                      <a:pt x="76" y="54"/>
                      <a:pt x="76" y="54"/>
                      <a:pt x="76" y="54"/>
                    </a:cubicBezTo>
                    <a:cubicBezTo>
                      <a:pt x="4" y="54"/>
                      <a:pt x="4" y="54"/>
                      <a:pt x="4" y="54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11" y="20"/>
                      <a:pt x="22" y="12"/>
                      <a:pt x="26" y="4"/>
                    </a:cubicBezTo>
                    <a:cubicBezTo>
                      <a:pt x="76" y="4"/>
                      <a:pt x="76" y="4"/>
                      <a:pt x="76" y="4"/>
                    </a:cubicBezTo>
                    <a:cubicBezTo>
                      <a:pt x="125" y="4"/>
                      <a:pt x="125" y="4"/>
                      <a:pt x="125" y="4"/>
                    </a:cubicBezTo>
                    <a:cubicBezTo>
                      <a:pt x="130" y="12"/>
                      <a:pt x="140" y="21"/>
                      <a:pt x="147" y="24"/>
                    </a:cubicBezTo>
                    <a:cubicBezTo>
                      <a:pt x="147" y="39"/>
                      <a:pt x="147" y="39"/>
                      <a:pt x="147" y="39"/>
                    </a:cubicBezTo>
                    <a:cubicBezTo>
                      <a:pt x="131" y="39"/>
                      <a:pt x="131" y="39"/>
                      <a:pt x="131" y="39"/>
                    </a:cubicBezTo>
                    <a:cubicBezTo>
                      <a:pt x="131" y="46"/>
                      <a:pt x="131" y="46"/>
                      <a:pt x="131" y="46"/>
                    </a:cubicBezTo>
                    <a:cubicBezTo>
                      <a:pt x="147" y="46"/>
                      <a:pt x="147" y="46"/>
                      <a:pt x="147" y="46"/>
                    </a:cubicBezTo>
                    <a:cubicBezTo>
                      <a:pt x="147" y="54"/>
                      <a:pt x="147" y="54"/>
                      <a:pt x="147" y="54"/>
                    </a:cubicBezTo>
                    <a:cubicBezTo>
                      <a:pt x="86" y="54"/>
                      <a:pt x="86" y="54"/>
                      <a:pt x="86" y="54"/>
                    </a:cubicBezTo>
                    <a:cubicBezTo>
                      <a:pt x="86" y="46"/>
                      <a:pt x="86" y="46"/>
                      <a:pt x="86" y="46"/>
                    </a:cubicBezTo>
                    <a:cubicBezTo>
                      <a:pt x="102" y="46"/>
                      <a:pt x="102" y="46"/>
                      <a:pt x="102" y="46"/>
                    </a:cubicBezTo>
                    <a:cubicBezTo>
                      <a:pt x="102" y="39"/>
                      <a:pt x="102" y="39"/>
                      <a:pt x="102" y="39"/>
                    </a:cubicBezTo>
                    <a:cubicBezTo>
                      <a:pt x="86" y="39"/>
                      <a:pt x="86" y="39"/>
                      <a:pt x="86" y="39"/>
                    </a:cubicBezTo>
                    <a:cubicBezTo>
                      <a:pt x="86" y="33"/>
                      <a:pt x="86" y="33"/>
                      <a:pt x="86" y="33"/>
                    </a:cubicBezTo>
                    <a:cubicBezTo>
                      <a:pt x="143" y="33"/>
                      <a:pt x="143" y="33"/>
                      <a:pt x="143" y="33"/>
                    </a:cubicBezTo>
                    <a:cubicBezTo>
                      <a:pt x="136" y="30"/>
                      <a:pt x="122" y="20"/>
                      <a:pt x="118" y="8"/>
                    </a:cubicBezTo>
                    <a:cubicBezTo>
                      <a:pt x="76" y="8"/>
                      <a:pt x="76" y="8"/>
                      <a:pt x="76" y="8"/>
                    </a:cubicBezTo>
                    <a:close/>
                    <a:moveTo>
                      <a:pt x="49" y="141"/>
                    </a:moveTo>
                    <a:cubicBezTo>
                      <a:pt x="48" y="142"/>
                      <a:pt x="50" y="143"/>
                      <a:pt x="51" y="143"/>
                    </a:cubicBezTo>
                    <a:cubicBezTo>
                      <a:pt x="54" y="142"/>
                      <a:pt x="60" y="144"/>
                      <a:pt x="59" y="142"/>
                    </a:cubicBezTo>
                    <a:cubicBezTo>
                      <a:pt x="54" y="141"/>
                      <a:pt x="52" y="133"/>
                      <a:pt x="54" y="130"/>
                    </a:cubicBezTo>
                    <a:cubicBezTo>
                      <a:pt x="55" y="127"/>
                      <a:pt x="61" y="127"/>
                      <a:pt x="62" y="123"/>
                    </a:cubicBezTo>
                    <a:cubicBezTo>
                      <a:pt x="62" y="123"/>
                      <a:pt x="62" y="122"/>
                      <a:pt x="61" y="123"/>
                    </a:cubicBezTo>
                    <a:cubicBezTo>
                      <a:pt x="59" y="123"/>
                      <a:pt x="57" y="125"/>
                      <a:pt x="56" y="125"/>
                    </a:cubicBezTo>
                    <a:cubicBezTo>
                      <a:pt x="53" y="125"/>
                      <a:pt x="54" y="122"/>
                      <a:pt x="55" y="118"/>
                    </a:cubicBezTo>
                    <a:cubicBezTo>
                      <a:pt x="55" y="117"/>
                      <a:pt x="56" y="114"/>
                      <a:pt x="56" y="114"/>
                    </a:cubicBezTo>
                    <a:cubicBezTo>
                      <a:pt x="55" y="112"/>
                      <a:pt x="54" y="112"/>
                      <a:pt x="54" y="114"/>
                    </a:cubicBezTo>
                    <a:cubicBezTo>
                      <a:pt x="54" y="115"/>
                      <a:pt x="52" y="120"/>
                      <a:pt x="50" y="119"/>
                    </a:cubicBezTo>
                    <a:cubicBezTo>
                      <a:pt x="47" y="118"/>
                      <a:pt x="47" y="118"/>
                      <a:pt x="47" y="117"/>
                    </a:cubicBezTo>
                    <a:cubicBezTo>
                      <a:pt x="45" y="114"/>
                      <a:pt x="44" y="114"/>
                      <a:pt x="44" y="114"/>
                    </a:cubicBezTo>
                    <a:cubicBezTo>
                      <a:pt x="42" y="114"/>
                      <a:pt x="44" y="116"/>
                      <a:pt x="44" y="117"/>
                    </a:cubicBezTo>
                    <a:cubicBezTo>
                      <a:pt x="44" y="118"/>
                      <a:pt x="42" y="119"/>
                      <a:pt x="41" y="118"/>
                    </a:cubicBezTo>
                    <a:cubicBezTo>
                      <a:pt x="40" y="117"/>
                      <a:pt x="39" y="116"/>
                      <a:pt x="39" y="113"/>
                    </a:cubicBezTo>
                    <a:cubicBezTo>
                      <a:pt x="37" y="111"/>
                      <a:pt x="37" y="111"/>
                      <a:pt x="35" y="112"/>
                    </a:cubicBezTo>
                    <a:cubicBezTo>
                      <a:pt x="33" y="109"/>
                      <a:pt x="29" y="114"/>
                      <a:pt x="30" y="114"/>
                    </a:cubicBezTo>
                    <a:cubicBezTo>
                      <a:pt x="29" y="114"/>
                      <a:pt x="27" y="112"/>
                      <a:pt x="27" y="113"/>
                    </a:cubicBezTo>
                    <a:cubicBezTo>
                      <a:pt x="26" y="113"/>
                      <a:pt x="25" y="113"/>
                      <a:pt x="24" y="111"/>
                    </a:cubicBezTo>
                    <a:cubicBezTo>
                      <a:pt x="24" y="111"/>
                      <a:pt x="24" y="111"/>
                      <a:pt x="24" y="111"/>
                    </a:cubicBezTo>
                    <a:cubicBezTo>
                      <a:pt x="23" y="112"/>
                      <a:pt x="24" y="113"/>
                      <a:pt x="24" y="113"/>
                    </a:cubicBezTo>
                    <a:cubicBezTo>
                      <a:pt x="21" y="114"/>
                      <a:pt x="18" y="115"/>
                      <a:pt x="20" y="119"/>
                    </a:cubicBezTo>
                    <a:cubicBezTo>
                      <a:pt x="24" y="121"/>
                      <a:pt x="24" y="117"/>
                      <a:pt x="24" y="116"/>
                    </a:cubicBezTo>
                    <a:cubicBezTo>
                      <a:pt x="27" y="111"/>
                      <a:pt x="28" y="118"/>
                      <a:pt x="31" y="116"/>
                    </a:cubicBezTo>
                    <a:cubicBezTo>
                      <a:pt x="31" y="116"/>
                      <a:pt x="31" y="116"/>
                      <a:pt x="31" y="115"/>
                    </a:cubicBezTo>
                    <a:cubicBezTo>
                      <a:pt x="30" y="114"/>
                      <a:pt x="33" y="112"/>
                      <a:pt x="34" y="113"/>
                    </a:cubicBezTo>
                    <a:cubicBezTo>
                      <a:pt x="36" y="114"/>
                      <a:pt x="36" y="118"/>
                      <a:pt x="36" y="120"/>
                    </a:cubicBezTo>
                    <a:cubicBezTo>
                      <a:pt x="36" y="121"/>
                      <a:pt x="32" y="120"/>
                      <a:pt x="31" y="118"/>
                    </a:cubicBezTo>
                    <a:cubicBezTo>
                      <a:pt x="30" y="117"/>
                      <a:pt x="31" y="118"/>
                      <a:pt x="31" y="120"/>
                    </a:cubicBezTo>
                    <a:cubicBezTo>
                      <a:pt x="32" y="120"/>
                      <a:pt x="31" y="120"/>
                      <a:pt x="27" y="119"/>
                    </a:cubicBezTo>
                    <a:cubicBezTo>
                      <a:pt x="26" y="119"/>
                      <a:pt x="26" y="120"/>
                      <a:pt x="26" y="120"/>
                    </a:cubicBezTo>
                    <a:cubicBezTo>
                      <a:pt x="28" y="122"/>
                      <a:pt x="33" y="121"/>
                      <a:pt x="33" y="121"/>
                    </a:cubicBezTo>
                    <a:cubicBezTo>
                      <a:pt x="34" y="121"/>
                      <a:pt x="34" y="122"/>
                      <a:pt x="36" y="123"/>
                    </a:cubicBezTo>
                    <a:cubicBezTo>
                      <a:pt x="36" y="124"/>
                      <a:pt x="36" y="124"/>
                      <a:pt x="36" y="125"/>
                    </a:cubicBezTo>
                    <a:cubicBezTo>
                      <a:pt x="35" y="126"/>
                      <a:pt x="34" y="126"/>
                      <a:pt x="34" y="125"/>
                    </a:cubicBezTo>
                    <a:cubicBezTo>
                      <a:pt x="33" y="124"/>
                      <a:pt x="33" y="124"/>
                      <a:pt x="31" y="124"/>
                    </a:cubicBezTo>
                    <a:cubicBezTo>
                      <a:pt x="30" y="124"/>
                      <a:pt x="28" y="124"/>
                      <a:pt x="27" y="125"/>
                    </a:cubicBezTo>
                    <a:cubicBezTo>
                      <a:pt x="25" y="126"/>
                      <a:pt x="26" y="129"/>
                      <a:pt x="27" y="128"/>
                    </a:cubicBezTo>
                    <a:cubicBezTo>
                      <a:pt x="29" y="126"/>
                      <a:pt x="30" y="128"/>
                      <a:pt x="34" y="128"/>
                    </a:cubicBezTo>
                    <a:cubicBezTo>
                      <a:pt x="35" y="128"/>
                      <a:pt x="36" y="132"/>
                      <a:pt x="35" y="137"/>
                    </a:cubicBezTo>
                    <a:cubicBezTo>
                      <a:pt x="35" y="138"/>
                      <a:pt x="35" y="138"/>
                      <a:pt x="35" y="138"/>
                    </a:cubicBezTo>
                    <a:cubicBezTo>
                      <a:pt x="34" y="138"/>
                      <a:pt x="33" y="139"/>
                      <a:pt x="32" y="139"/>
                    </a:cubicBezTo>
                    <a:cubicBezTo>
                      <a:pt x="30" y="140"/>
                      <a:pt x="29" y="142"/>
                      <a:pt x="27" y="141"/>
                    </a:cubicBezTo>
                    <a:cubicBezTo>
                      <a:pt x="17" y="131"/>
                      <a:pt x="8" y="117"/>
                      <a:pt x="5" y="103"/>
                    </a:cubicBezTo>
                    <a:cubicBezTo>
                      <a:pt x="4" y="100"/>
                      <a:pt x="4" y="97"/>
                      <a:pt x="4" y="93"/>
                    </a:cubicBezTo>
                    <a:cubicBezTo>
                      <a:pt x="4" y="76"/>
                      <a:pt x="4" y="76"/>
                      <a:pt x="4" y="76"/>
                    </a:cubicBezTo>
                    <a:cubicBezTo>
                      <a:pt x="66" y="76"/>
                      <a:pt x="66" y="76"/>
                      <a:pt x="66" y="76"/>
                    </a:cubicBezTo>
                    <a:cubicBezTo>
                      <a:pt x="66" y="164"/>
                      <a:pt x="66" y="164"/>
                      <a:pt x="66" y="164"/>
                    </a:cubicBezTo>
                    <a:cubicBezTo>
                      <a:pt x="55" y="162"/>
                      <a:pt x="42" y="155"/>
                      <a:pt x="31" y="144"/>
                    </a:cubicBezTo>
                    <a:cubicBezTo>
                      <a:pt x="30" y="144"/>
                      <a:pt x="29" y="143"/>
                      <a:pt x="29" y="143"/>
                    </a:cubicBezTo>
                    <a:cubicBezTo>
                      <a:pt x="32" y="140"/>
                      <a:pt x="31" y="143"/>
                      <a:pt x="34" y="142"/>
                    </a:cubicBezTo>
                    <a:cubicBezTo>
                      <a:pt x="35" y="142"/>
                      <a:pt x="35" y="142"/>
                      <a:pt x="36" y="143"/>
                    </a:cubicBezTo>
                    <a:cubicBezTo>
                      <a:pt x="36" y="143"/>
                      <a:pt x="38" y="144"/>
                      <a:pt x="38" y="143"/>
                    </a:cubicBezTo>
                    <a:cubicBezTo>
                      <a:pt x="38" y="142"/>
                      <a:pt x="39" y="142"/>
                      <a:pt x="39" y="142"/>
                    </a:cubicBezTo>
                    <a:cubicBezTo>
                      <a:pt x="43" y="144"/>
                      <a:pt x="43" y="140"/>
                      <a:pt x="46" y="141"/>
                    </a:cubicBezTo>
                    <a:cubicBezTo>
                      <a:pt x="48" y="141"/>
                      <a:pt x="50" y="141"/>
                      <a:pt x="48" y="140"/>
                    </a:cubicBezTo>
                    <a:cubicBezTo>
                      <a:pt x="46" y="139"/>
                      <a:pt x="45" y="138"/>
                      <a:pt x="44" y="138"/>
                    </a:cubicBezTo>
                    <a:cubicBezTo>
                      <a:pt x="42" y="138"/>
                      <a:pt x="41" y="139"/>
                      <a:pt x="40" y="136"/>
                    </a:cubicBezTo>
                    <a:cubicBezTo>
                      <a:pt x="40" y="135"/>
                      <a:pt x="40" y="132"/>
                      <a:pt x="40" y="131"/>
                    </a:cubicBezTo>
                    <a:cubicBezTo>
                      <a:pt x="40" y="128"/>
                      <a:pt x="41" y="129"/>
                      <a:pt x="43" y="129"/>
                    </a:cubicBezTo>
                    <a:cubicBezTo>
                      <a:pt x="46" y="129"/>
                      <a:pt x="46" y="129"/>
                      <a:pt x="49" y="128"/>
                    </a:cubicBezTo>
                    <a:cubicBezTo>
                      <a:pt x="49" y="128"/>
                      <a:pt x="49" y="128"/>
                      <a:pt x="50" y="128"/>
                    </a:cubicBezTo>
                    <a:cubicBezTo>
                      <a:pt x="50" y="130"/>
                      <a:pt x="50" y="139"/>
                      <a:pt x="49" y="141"/>
                    </a:cubicBezTo>
                    <a:close/>
                    <a:moveTo>
                      <a:pt x="46" y="127"/>
                    </a:moveTo>
                    <a:cubicBezTo>
                      <a:pt x="43" y="127"/>
                      <a:pt x="44" y="124"/>
                      <a:pt x="44" y="124"/>
                    </a:cubicBezTo>
                    <a:cubicBezTo>
                      <a:pt x="43" y="123"/>
                      <a:pt x="42" y="125"/>
                      <a:pt x="41" y="124"/>
                    </a:cubicBezTo>
                    <a:cubicBezTo>
                      <a:pt x="39" y="124"/>
                      <a:pt x="40" y="123"/>
                      <a:pt x="40" y="122"/>
                    </a:cubicBezTo>
                    <a:cubicBezTo>
                      <a:pt x="39" y="120"/>
                      <a:pt x="39" y="120"/>
                      <a:pt x="41" y="121"/>
                    </a:cubicBezTo>
                    <a:cubicBezTo>
                      <a:pt x="42" y="121"/>
                      <a:pt x="43" y="120"/>
                      <a:pt x="44" y="119"/>
                    </a:cubicBezTo>
                    <a:cubicBezTo>
                      <a:pt x="45" y="118"/>
                      <a:pt x="47" y="119"/>
                      <a:pt x="48" y="121"/>
                    </a:cubicBezTo>
                    <a:cubicBezTo>
                      <a:pt x="49" y="123"/>
                      <a:pt x="48" y="123"/>
                      <a:pt x="47" y="123"/>
                    </a:cubicBezTo>
                    <a:cubicBezTo>
                      <a:pt x="47" y="123"/>
                      <a:pt x="47" y="124"/>
                      <a:pt x="48" y="124"/>
                    </a:cubicBezTo>
                    <a:cubicBezTo>
                      <a:pt x="48" y="124"/>
                      <a:pt x="49" y="124"/>
                      <a:pt x="50" y="125"/>
                    </a:cubicBezTo>
                    <a:cubicBezTo>
                      <a:pt x="50" y="126"/>
                      <a:pt x="49" y="126"/>
                      <a:pt x="49" y="126"/>
                    </a:cubicBezTo>
                    <a:cubicBezTo>
                      <a:pt x="48" y="127"/>
                      <a:pt x="47" y="127"/>
                      <a:pt x="46" y="127"/>
                    </a:cubicBezTo>
                    <a:close/>
                    <a:moveTo>
                      <a:pt x="118" y="143"/>
                    </a:moveTo>
                    <a:cubicBezTo>
                      <a:pt x="117" y="143"/>
                      <a:pt x="117" y="143"/>
                      <a:pt x="117" y="143"/>
                    </a:cubicBezTo>
                    <a:cubicBezTo>
                      <a:pt x="113" y="109"/>
                      <a:pt x="113" y="109"/>
                      <a:pt x="113" y="109"/>
                    </a:cubicBezTo>
                    <a:cubicBezTo>
                      <a:pt x="101" y="138"/>
                      <a:pt x="101" y="138"/>
                      <a:pt x="101" y="138"/>
                    </a:cubicBezTo>
                    <a:cubicBezTo>
                      <a:pt x="100" y="138"/>
                      <a:pt x="100" y="138"/>
                      <a:pt x="100" y="138"/>
                    </a:cubicBezTo>
                    <a:cubicBezTo>
                      <a:pt x="111" y="105"/>
                      <a:pt x="111" y="105"/>
                      <a:pt x="111" y="105"/>
                    </a:cubicBezTo>
                    <a:cubicBezTo>
                      <a:pt x="108" y="105"/>
                      <a:pt x="108" y="105"/>
                      <a:pt x="108" y="105"/>
                    </a:cubicBezTo>
                    <a:cubicBezTo>
                      <a:pt x="108" y="98"/>
                      <a:pt x="108" y="98"/>
                      <a:pt x="108" y="98"/>
                    </a:cubicBezTo>
                    <a:cubicBezTo>
                      <a:pt x="100" y="98"/>
                      <a:pt x="100" y="98"/>
                      <a:pt x="100" y="98"/>
                    </a:cubicBezTo>
                    <a:cubicBezTo>
                      <a:pt x="98" y="96"/>
                      <a:pt x="98" y="96"/>
                      <a:pt x="98" y="96"/>
                    </a:cubicBezTo>
                    <a:cubicBezTo>
                      <a:pt x="98" y="89"/>
                      <a:pt x="98" y="89"/>
                      <a:pt x="98" y="89"/>
                    </a:cubicBezTo>
                    <a:cubicBezTo>
                      <a:pt x="92" y="89"/>
                      <a:pt x="92" y="89"/>
                      <a:pt x="92" y="89"/>
                    </a:cubicBezTo>
                    <a:cubicBezTo>
                      <a:pt x="92" y="85"/>
                      <a:pt x="92" y="85"/>
                      <a:pt x="92" y="85"/>
                    </a:cubicBezTo>
                    <a:cubicBezTo>
                      <a:pt x="138" y="85"/>
                      <a:pt x="138" y="85"/>
                      <a:pt x="138" y="85"/>
                    </a:cubicBezTo>
                    <a:cubicBezTo>
                      <a:pt x="138" y="89"/>
                      <a:pt x="138" y="89"/>
                      <a:pt x="138" y="89"/>
                    </a:cubicBezTo>
                    <a:cubicBezTo>
                      <a:pt x="132" y="89"/>
                      <a:pt x="132" y="89"/>
                      <a:pt x="132" y="89"/>
                    </a:cubicBezTo>
                    <a:cubicBezTo>
                      <a:pt x="132" y="96"/>
                      <a:pt x="132" y="96"/>
                      <a:pt x="132" y="96"/>
                    </a:cubicBezTo>
                    <a:cubicBezTo>
                      <a:pt x="130" y="98"/>
                      <a:pt x="130" y="98"/>
                      <a:pt x="130" y="98"/>
                    </a:cubicBezTo>
                    <a:cubicBezTo>
                      <a:pt x="122" y="98"/>
                      <a:pt x="122" y="98"/>
                      <a:pt x="122" y="98"/>
                    </a:cubicBezTo>
                    <a:cubicBezTo>
                      <a:pt x="122" y="105"/>
                      <a:pt x="122" y="105"/>
                      <a:pt x="122" y="105"/>
                    </a:cubicBezTo>
                    <a:cubicBezTo>
                      <a:pt x="119" y="105"/>
                      <a:pt x="119" y="105"/>
                      <a:pt x="119" y="105"/>
                    </a:cubicBezTo>
                    <a:cubicBezTo>
                      <a:pt x="126" y="134"/>
                      <a:pt x="126" y="134"/>
                      <a:pt x="126" y="134"/>
                    </a:cubicBezTo>
                    <a:cubicBezTo>
                      <a:pt x="125" y="134"/>
                      <a:pt x="125" y="134"/>
                      <a:pt x="125" y="134"/>
                    </a:cubicBezTo>
                    <a:cubicBezTo>
                      <a:pt x="117" y="109"/>
                      <a:pt x="117" y="109"/>
                      <a:pt x="117" y="109"/>
                    </a:cubicBezTo>
                    <a:cubicBezTo>
                      <a:pt x="118" y="143"/>
                      <a:pt x="118" y="143"/>
                      <a:pt x="118" y="143"/>
                    </a:cubicBezTo>
                    <a:close/>
                    <a:moveTo>
                      <a:pt x="86" y="164"/>
                    </a:moveTo>
                    <a:cubicBezTo>
                      <a:pt x="86" y="76"/>
                      <a:pt x="86" y="76"/>
                      <a:pt x="86" y="76"/>
                    </a:cubicBezTo>
                    <a:cubicBezTo>
                      <a:pt x="147" y="76"/>
                      <a:pt x="147" y="76"/>
                      <a:pt x="147" y="76"/>
                    </a:cubicBezTo>
                    <a:cubicBezTo>
                      <a:pt x="147" y="97"/>
                      <a:pt x="147" y="97"/>
                      <a:pt x="147" y="97"/>
                    </a:cubicBezTo>
                    <a:cubicBezTo>
                      <a:pt x="147" y="102"/>
                      <a:pt x="147" y="104"/>
                      <a:pt x="146" y="109"/>
                    </a:cubicBezTo>
                    <a:cubicBezTo>
                      <a:pt x="139" y="135"/>
                      <a:pt x="112" y="158"/>
                      <a:pt x="86" y="164"/>
                    </a:cubicBezTo>
                    <a:close/>
                    <a:moveTo>
                      <a:pt x="11" y="53"/>
                    </a:moveTo>
                    <a:cubicBezTo>
                      <a:pt x="10" y="52"/>
                      <a:pt x="9" y="50"/>
                      <a:pt x="9" y="49"/>
                    </a:cubicBezTo>
                    <a:cubicBezTo>
                      <a:pt x="9" y="48"/>
                      <a:pt x="9" y="47"/>
                      <a:pt x="9" y="47"/>
                    </a:cubicBezTo>
                    <a:cubicBezTo>
                      <a:pt x="17" y="43"/>
                      <a:pt x="31" y="34"/>
                      <a:pt x="39" y="30"/>
                    </a:cubicBezTo>
                    <a:cubicBezTo>
                      <a:pt x="39" y="30"/>
                      <a:pt x="40" y="29"/>
                      <a:pt x="40" y="28"/>
                    </a:cubicBezTo>
                    <a:cubicBezTo>
                      <a:pt x="42" y="27"/>
                      <a:pt x="52" y="21"/>
                      <a:pt x="52" y="20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0"/>
                      <a:pt x="46" y="10"/>
                      <a:pt x="46" y="10"/>
                    </a:cubicBezTo>
                    <a:cubicBezTo>
                      <a:pt x="52" y="7"/>
                      <a:pt x="52" y="7"/>
                      <a:pt x="52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8" y="15"/>
                      <a:pt x="58" y="15"/>
                      <a:pt x="58" y="15"/>
                    </a:cubicBezTo>
                    <a:cubicBezTo>
                      <a:pt x="62" y="15"/>
                      <a:pt x="62" y="15"/>
                      <a:pt x="62" y="15"/>
                    </a:cubicBezTo>
                    <a:cubicBezTo>
                      <a:pt x="66" y="21"/>
                      <a:pt x="66" y="21"/>
                      <a:pt x="66" y="21"/>
                    </a:cubicBezTo>
                    <a:cubicBezTo>
                      <a:pt x="65" y="21"/>
                      <a:pt x="64" y="22"/>
                      <a:pt x="64" y="23"/>
                    </a:cubicBezTo>
                    <a:cubicBezTo>
                      <a:pt x="66" y="27"/>
                      <a:pt x="69" y="33"/>
                      <a:pt x="70" y="38"/>
                    </a:cubicBezTo>
                    <a:cubicBezTo>
                      <a:pt x="70" y="40"/>
                      <a:pt x="69" y="48"/>
                      <a:pt x="66" y="50"/>
                    </a:cubicBezTo>
                    <a:cubicBezTo>
                      <a:pt x="66" y="50"/>
                      <a:pt x="65" y="50"/>
                      <a:pt x="65" y="49"/>
                    </a:cubicBezTo>
                    <a:cubicBezTo>
                      <a:pt x="65" y="42"/>
                      <a:pt x="63" y="35"/>
                      <a:pt x="57" y="27"/>
                    </a:cubicBezTo>
                    <a:cubicBezTo>
                      <a:pt x="56" y="27"/>
                      <a:pt x="35" y="39"/>
                      <a:pt x="34" y="40"/>
                    </a:cubicBezTo>
                    <a:cubicBezTo>
                      <a:pt x="27" y="44"/>
                      <a:pt x="20" y="47"/>
                      <a:pt x="15" y="51"/>
                    </a:cubicBezTo>
                    <a:cubicBezTo>
                      <a:pt x="13" y="52"/>
                      <a:pt x="12" y="52"/>
                      <a:pt x="11" y="53"/>
                    </a:cubicBezTo>
                    <a:close/>
                    <a:moveTo>
                      <a:pt x="114" y="61"/>
                    </a:moveTo>
                    <a:cubicBezTo>
                      <a:pt x="114" y="61"/>
                      <a:pt x="115" y="61"/>
                      <a:pt x="115" y="61"/>
                    </a:cubicBezTo>
                    <a:cubicBezTo>
                      <a:pt x="115" y="62"/>
                      <a:pt x="116" y="62"/>
                      <a:pt x="116" y="62"/>
                    </a:cubicBezTo>
                    <a:cubicBezTo>
                      <a:pt x="116" y="63"/>
                      <a:pt x="116" y="63"/>
                      <a:pt x="116" y="63"/>
                    </a:cubicBezTo>
                    <a:cubicBezTo>
                      <a:pt x="116" y="64"/>
                      <a:pt x="116" y="64"/>
                      <a:pt x="116" y="64"/>
                    </a:cubicBezTo>
                    <a:cubicBezTo>
                      <a:pt x="115" y="64"/>
                      <a:pt x="115" y="64"/>
                      <a:pt x="115" y="64"/>
                    </a:cubicBezTo>
                    <a:cubicBezTo>
                      <a:pt x="115" y="63"/>
                      <a:pt x="114" y="62"/>
                      <a:pt x="114" y="61"/>
                    </a:cubicBezTo>
                    <a:close/>
                    <a:moveTo>
                      <a:pt x="117" y="67"/>
                    </a:moveTo>
                    <a:cubicBezTo>
                      <a:pt x="118" y="67"/>
                      <a:pt x="118" y="67"/>
                      <a:pt x="119" y="67"/>
                    </a:cubicBezTo>
                    <a:cubicBezTo>
                      <a:pt x="119" y="67"/>
                      <a:pt x="119" y="67"/>
                      <a:pt x="120" y="66"/>
                    </a:cubicBezTo>
                    <a:cubicBezTo>
                      <a:pt x="120" y="66"/>
                      <a:pt x="120" y="67"/>
                      <a:pt x="120" y="67"/>
                    </a:cubicBezTo>
                    <a:cubicBezTo>
                      <a:pt x="120" y="67"/>
                      <a:pt x="121" y="67"/>
                      <a:pt x="120" y="67"/>
                    </a:cubicBezTo>
                    <a:cubicBezTo>
                      <a:pt x="120" y="67"/>
                      <a:pt x="120" y="67"/>
                      <a:pt x="120" y="67"/>
                    </a:cubicBezTo>
                    <a:cubicBezTo>
                      <a:pt x="120" y="68"/>
                      <a:pt x="120" y="68"/>
                      <a:pt x="119" y="68"/>
                    </a:cubicBezTo>
                    <a:cubicBezTo>
                      <a:pt x="119" y="68"/>
                      <a:pt x="119" y="68"/>
                      <a:pt x="119" y="68"/>
                    </a:cubicBezTo>
                    <a:cubicBezTo>
                      <a:pt x="119" y="68"/>
                      <a:pt x="119" y="68"/>
                      <a:pt x="119" y="68"/>
                    </a:cubicBezTo>
                    <a:cubicBezTo>
                      <a:pt x="119" y="68"/>
                      <a:pt x="119" y="68"/>
                      <a:pt x="119" y="68"/>
                    </a:cubicBezTo>
                    <a:cubicBezTo>
                      <a:pt x="119" y="68"/>
                      <a:pt x="119" y="68"/>
                      <a:pt x="119" y="68"/>
                    </a:cubicBezTo>
                    <a:cubicBezTo>
                      <a:pt x="119" y="68"/>
                      <a:pt x="119" y="68"/>
                      <a:pt x="119" y="68"/>
                    </a:cubicBezTo>
                    <a:cubicBezTo>
                      <a:pt x="118" y="68"/>
                      <a:pt x="117" y="68"/>
                      <a:pt x="117" y="67"/>
                    </a:cubicBezTo>
                    <a:close/>
                    <a:moveTo>
                      <a:pt x="120" y="69"/>
                    </a:moveTo>
                    <a:cubicBezTo>
                      <a:pt x="120" y="69"/>
                      <a:pt x="120" y="69"/>
                      <a:pt x="120" y="69"/>
                    </a:cubicBezTo>
                    <a:cubicBezTo>
                      <a:pt x="120" y="69"/>
                      <a:pt x="120" y="69"/>
                      <a:pt x="121" y="69"/>
                    </a:cubicBezTo>
                    <a:cubicBezTo>
                      <a:pt x="121" y="69"/>
                      <a:pt x="121" y="69"/>
                      <a:pt x="121" y="69"/>
                    </a:cubicBezTo>
                    <a:cubicBezTo>
                      <a:pt x="120" y="69"/>
                      <a:pt x="120" y="69"/>
                      <a:pt x="120" y="69"/>
                    </a:cubicBezTo>
                    <a:cubicBezTo>
                      <a:pt x="120" y="69"/>
                      <a:pt x="120" y="69"/>
                      <a:pt x="120" y="69"/>
                    </a:cubicBezTo>
                    <a:cubicBezTo>
                      <a:pt x="120" y="69"/>
                      <a:pt x="120" y="70"/>
                      <a:pt x="120" y="70"/>
                    </a:cubicBezTo>
                    <a:cubicBezTo>
                      <a:pt x="120" y="71"/>
                      <a:pt x="120" y="72"/>
                      <a:pt x="120" y="73"/>
                    </a:cubicBezTo>
                    <a:cubicBezTo>
                      <a:pt x="120" y="73"/>
                      <a:pt x="120" y="74"/>
                      <a:pt x="120" y="75"/>
                    </a:cubicBezTo>
                    <a:cubicBezTo>
                      <a:pt x="120" y="75"/>
                      <a:pt x="120" y="75"/>
                      <a:pt x="120" y="75"/>
                    </a:cubicBezTo>
                    <a:cubicBezTo>
                      <a:pt x="120" y="75"/>
                      <a:pt x="119" y="75"/>
                      <a:pt x="119" y="75"/>
                    </a:cubicBezTo>
                    <a:cubicBezTo>
                      <a:pt x="119" y="75"/>
                      <a:pt x="119" y="75"/>
                      <a:pt x="118" y="74"/>
                    </a:cubicBezTo>
                    <a:cubicBezTo>
                      <a:pt x="117" y="74"/>
                      <a:pt x="116" y="73"/>
                      <a:pt x="116" y="73"/>
                    </a:cubicBezTo>
                    <a:cubicBezTo>
                      <a:pt x="115" y="73"/>
                      <a:pt x="115" y="73"/>
                      <a:pt x="115" y="72"/>
                    </a:cubicBezTo>
                    <a:cubicBezTo>
                      <a:pt x="115" y="72"/>
                      <a:pt x="116" y="73"/>
                      <a:pt x="116" y="73"/>
                    </a:cubicBezTo>
                    <a:cubicBezTo>
                      <a:pt x="117" y="73"/>
                      <a:pt x="117" y="73"/>
                      <a:pt x="118" y="73"/>
                    </a:cubicBezTo>
                    <a:cubicBezTo>
                      <a:pt x="118" y="73"/>
                      <a:pt x="119" y="73"/>
                      <a:pt x="119" y="73"/>
                    </a:cubicBezTo>
                    <a:cubicBezTo>
                      <a:pt x="119" y="73"/>
                      <a:pt x="119" y="72"/>
                      <a:pt x="119" y="72"/>
                    </a:cubicBezTo>
                    <a:cubicBezTo>
                      <a:pt x="119" y="71"/>
                      <a:pt x="119" y="70"/>
                      <a:pt x="119" y="69"/>
                    </a:cubicBezTo>
                    <a:cubicBezTo>
                      <a:pt x="119" y="69"/>
                      <a:pt x="119" y="69"/>
                      <a:pt x="119" y="69"/>
                    </a:cubicBezTo>
                    <a:cubicBezTo>
                      <a:pt x="119" y="69"/>
                      <a:pt x="119" y="70"/>
                      <a:pt x="118" y="70"/>
                    </a:cubicBezTo>
                    <a:cubicBezTo>
                      <a:pt x="118" y="70"/>
                      <a:pt x="117" y="71"/>
                      <a:pt x="116" y="71"/>
                    </a:cubicBezTo>
                    <a:cubicBezTo>
                      <a:pt x="115" y="70"/>
                      <a:pt x="115" y="70"/>
                      <a:pt x="115" y="70"/>
                    </a:cubicBezTo>
                    <a:cubicBezTo>
                      <a:pt x="116" y="70"/>
                      <a:pt x="116" y="70"/>
                      <a:pt x="116" y="70"/>
                    </a:cubicBezTo>
                    <a:cubicBezTo>
                      <a:pt x="116" y="70"/>
                      <a:pt x="117" y="69"/>
                      <a:pt x="117" y="69"/>
                    </a:cubicBezTo>
                    <a:cubicBezTo>
                      <a:pt x="118" y="69"/>
                      <a:pt x="118" y="69"/>
                      <a:pt x="119" y="69"/>
                    </a:cubicBezTo>
                    <a:cubicBezTo>
                      <a:pt x="119" y="68"/>
                      <a:pt x="120" y="68"/>
                      <a:pt x="121" y="68"/>
                    </a:cubicBezTo>
                    <a:cubicBezTo>
                      <a:pt x="121" y="68"/>
                      <a:pt x="121" y="68"/>
                      <a:pt x="122" y="68"/>
                    </a:cubicBezTo>
                    <a:cubicBezTo>
                      <a:pt x="122" y="68"/>
                      <a:pt x="122" y="68"/>
                      <a:pt x="123" y="68"/>
                    </a:cubicBezTo>
                    <a:cubicBezTo>
                      <a:pt x="123" y="68"/>
                      <a:pt x="123" y="68"/>
                      <a:pt x="123" y="68"/>
                    </a:cubicBezTo>
                    <a:cubicBezTo>
                      <a:pt x="123" y="68"/>
                      <a:pt x="123" y="69"/>
                      <a:pt x="123" y="69"/>
                    </a:cubicBezTo>
                    <a:cubicBezTo>
                      <a:pt x="122" y="69"/>
                      <a:pt x="121" y="69"/>
                      <a:pt x="120" y="69"/>
                    </a:cubicBezTo>
                    <a:close/>
                    <a:moveTo>
                      <a:pt x="120" y="56"/>
                    </a:moveTo>
                    <a:cubicBezTo>
                      <a:pt x="121" y="56"/>
                      <a:pt x="122" y="56"/>
                      <a:pt x="122" y="57"/>
                    </a:cubicBezTo>
                    <a:cubicBezTo>
                      <a:pt x="122" y="57"/>
                      <a:pt x="122" y="58"/>
                      <a:pt x="121" y="58"/>
                    </a:cubicBezTo>
                    <a:cubicBezTo>
                      <a:pt x="121" y="58"/>
                      <a:pt x="120" y="58"/>
                      <a:pt x="120" y="59"/>
                    </a:cubicBezTo>
                    <a:cubicBezTo>
                      <a:pt x="120" y="59"/>
                      <a:pt x="119" y="59"/>
                      <a:pt x="119" y="59"/>
                    </a:cubicBezTo>
                    <a:cubicBezTo>
                      <a:pt x="119" y="59"/>
                      <a:pt x="119" y="59"/>
                      <a:pt x="119" y="59"/>
                    </a:cubicBezTo>
                    <a:cubicBezTo>
                      <a:pt x="120" y="59"/>
                      <a:pt x="120" y="59"/>
                      <a:pt x="120" y="59"/>
                    </a:cubicBezTo>
                    <a:cubicBezTo>
                      <a:pt x="122" y="58"/>
                      <a:pt x="122" y="58"/>
                      <a:pt x="124" y="58"/>
                    </a:cubicBezTo>
                    <a:cubicBezTo>
                      <a:pt x="124" y="58"/>
                      <a:pt x="125" y="57"/>
                      <a:pt x="125" y="58"/>
                    </a:cubicBezTo>
                    <a:cubicBezTo>
                      <a:pt x="126" y="58"/>
                      <a:pt x="126" y="58"/>
                      <a:pt x="126" y="58"/>
                    </a:cubicBezTo>
                    <a:cubicBezTo>
                      <a:pt x="126" y="59"/>
                      <a:pt x="125" y="59"/>
                      <a:pt x="124" y="60"/>
                    </a:cubicBezTo>
                    <a:cubicBezTo>
                      <a:pt x="124" y="60"/>
                      <a:pt x="123" y="61"/>
                      <a:pt x="122" y="62"/>
                    </a:cubicBezTo>
                    <a:cubicBezTo>
                      <a:pt x="122" y="62"/>
                      <a:pt x="122" y="62"/>
                      <a:pt x="122" y="63"/>
                    </a:cubicBezTo>
                    <a:cubicBezTo>
                      <a:pt x="122" y="63"/>
                      <a:pt x="122" y="63"/>
                      <a:pt x="122" y="64"/>
                    </a:cubicBezTo>
                    <a:cubicBezTo>
                      <a:pt x="122" y="64"/>
                      <a:pt x="122" y="64"/>
                      <a:pt x="122" y="64"/>
                    </a:cubicBezTo>
                    <a:cubicBezTo>
                      <a:pt x="122" y="63"/>
                      <a:pt x="124" y="63"/>
                      <a:pt x="124" y="63"/>
                    </a:cubicBezTo>
                    <a:cubicBezTo>
                      <a:pt x="125" y="63"/>
                      <a:pt x="125" y="63"/>
                      <a:pt x="125" y="63"/>
                    </a:cubicBezTo>
                    <a:cubicBezTo>
                      <a:pt x="126" y="64"/>
                      <a:pt x="125" y="64"/>
                      <a:pt x="124" y="65"/>
                    </a:cubicBezTo>
                    <a:cubicBezTo>
                      <a:pt x="124" y="65"/>
                      <a:pt x="123" y="65"/>
                      <a:pt x="122" y="65"/>
                    </a:cubicBezTo>
                    <a:cubicBezTo>
                      <a:pt x="122" y="65"/>
                      <a:pt x="122" y="66"/>
                      <a:pt x="121" y="66"/>
                    </a:cubicBezTo>
                    <a:cubicBezTo>
                      <a:pt x="120" y="66"/>
                      <a:pt x="120" y="66"/>
                      <a:pt x="119" y="66"/>
                    </a:cubicBezTo>
                    <a:cubicBezTo>
                      <a:pt x="119" y="66"/>
                      <a:pt x="119" y="66"/>
                      <a:pt x="119" y="66"/>
                    </a:cubicBezTo>
                    <a:cubicBezTo>
                      <a:pt x="119" y="66"/>
                      <a:pt x="119" y="66"/>
                      <a:pt x="120" y="66"/>
                    </a:cubicBezTo>
                    <a:cubicBezTo>
                      <a:pt x="121" y="65"/>
                      <a:pt x="122" y="65"/>
                      <a:pt x="123" y="64"/>
                    </a:cubicBezTo>
                    <a:cubicBezTo>
                      <a:pt x="123" y="64"/>
                      <a:pt x="124" y="64"/>
                      <a:pt x="124" y="64"/>
                    </a:cubicBezTo>
                    <a:cubicBezTo>
                      <a:pt x="124" y="64"/>
                      <a:pt x="124" y="64"/>
                      <a:pt x="124" y="64"/>
                    </a:cubicBezTo>
                    <a:cubicBezTo>
                      <a:pt x="124" y="64"/>
                      <a:pt x="124" y="64"/>
                      <a:pt x="123" y="64"/>
                    </a:cubicBezTo>
                    <a:cubicBezTo>
                      <a:pt x="123" y="64"/>
                      <a:pt x="122" y="64"/>
                      <a:pt x="122" y="64"/>
                    </a:cubicBezTo>
                    <a:cubicBezTo>
                      <a:pt x="121" y="64"/>
                      <a:pt x="121" y="64"/>
                      <a:pt x="121" y="64"/>
                    </a:cubicBezTo>
                    <a:cubicBezTo>
                      <a:pt x="121" y="65"/>
                      <a:pt x="121" y="65"/>
                      <a:pt x="120" y="65"/>
                    </a:cubicBezTo>
                    <a:cubicBezTo>
                      <a:pt x="120" y="65"/>
                      <a:pt x="120" y="65"/>
                      <a:pt x="119" y="65"/>
                    </a:cubicBezTo>
                    <a:cubicBezTo>
                      <a:pt x="119" y="65"/>
                      <a:pt x="119" y="65"/>
                      <a:pt x="119" y="65"/>
                    </a:cubicBezTo>
                    <a:cubicBezTo>
                      <a:pt x="118" y="65"/>
                      <a:pt x="117" y="66"/>
                      <a:pt x="116" y="66"/>
                    </a:cubicBezTo>
                    <a:cubicBezTo>
                      <a:pt x="115" y="67"/>
                      <a:pt x="115" y="69"/>
                      <a:pt x="113" y="69"/>
                    </a:cubicBezTo>
                    <a:cubicBezTo>
                      <a:pt x="113" y="69"/>
                      <a:pt x="113" y="69"/>
                      <a:pt x="113" y="69"/>
                    </a:cubicBezTo>
                    <a:cubicBezTo>
                      <a:pt x="113" y="69"/>
                      <a:pt x="113" y="68"/>
                      <a:pt x="113" y="68"/>
                    </a:cubicBezTo>
                    <a:cubicBezTo>
                      <a:pt x="114" y="67"/>
                      <a:pt x="114" y="67"/>
                      <a:pt x="115" y="66"/>
                    </a:cubicBezTo>
                    <a:cubicBezTo>
                      <a:pt x="115" y="66"/>
                      <a:pt x="115" y="65"/>
                      <a:pt x="115" y="65"/>
                    </a:cubicBezTo>
                    <a:cubicBezTo>
                      <a:pt x="115" y="66"/>
                      <a:pt x="115" y="66"/>
                      <a:pt x="115" y="66"/>
                    </a:cubicBezTo>
                    <a:cubicBezTo>
                      <a:pt x="114" y="67"/>
                      <a:pt x="114" y="67"/>
                      <a:pt x="114" y="68"/>
                    </a:cubicBezTo>
                    <a:cubicBezTo>
                      <a:pt x="114" y="68"/>
                      <a:pt x="114" y="68"/>
                      <a:pt x="114" y="68"/>
                    </a:cubicBezTo>
                    <a:cubicBezTo>
                      <a:pt x="114" y="68"/>
                      <a:pt x="114" y="68"/>
                      <a:pt x="115" y="67"/>
                    </a:cubicBezTo>
                    <a:cubicBezTo>
                      <a:pt x="115" y="67"/>
                      <a:pt x="115" y="67"/>
                      <a:pt x="116" y="66"/>
                    </a:cubicBezTo>
                    <a:cubicBezTo>
                      <a:pt x="116" y="66"/>
                      <a:pt x="117" y="65"/>
                      <a:pt x="117" y="65"/>
                    </a:cubicBezTo>
                    <a:cubicBezTo>
                      <a:pt x="118" y="65"/>
                      <a:pt x="118" y="65"/>
                      <a:pt x="119" y="65"/>
                    </a:cubicBezTo>
                    <a:cubicBezTo>
                      <a:pt x="119" y="64"/>
                      <a:pt x="119" y="64"/>
                      <a:pt x="119" y="64"/>
                    </a:cubicBezTo>
                    <a:cubicBezTo>
                      <a:pt x="119" y="64"/>
                      <a:pt x="119" y="64"/>
                      <a:pt x="119" y="64"/>
                    </a:cubicBezTo>
                    <a:cubicBezTo>
                      <a:pt x="119" y="63"/>
                      <a:pt x="118" y="63"/>
                      <a:pt x="118" y="63"/>
                    </a:cubicBezTo>
                    <a:cubicBezTo>
                      <a:pt x="118" y="63"/>
                      <a:pt x="118" y="63"/>
                      <a:pt x="118" y="63"/>
                    </a:cubicBezTo>
                    <a:cubicBezTo>
                      <a:pt x="118" y="63"/>
                      <a:pt x="117" y="64"/>
                      <a:pt x="116" y="64"/>
                    </a:cubicBezTo>
                    <a:cubicBezTo>
                      <a:pt x="116" y="64"/>
                      <a:pt x="116" y="64"/>
                      <a:pt x="116" y="64"/>
                    </a:cubicBezTo>
                    <a:cubicBezTo>
                      <a:pt x="117" y="64"/>
                      <a:pt x="117" y="63"/>
                      <a:pt x="117" y="62"/>
                    </a:cubicBezTo>
                    <a:cubicBezTo>
                      <a:pt x="117" y="62"/>
                      <a:pt x="117" y="62"/>
                      <a:pt x="117" y="62"/>
                    </a:cubicBezTo>
                    <a:cubicBezTo>
                      <a:pt x="117" y="62"/>
                      <a:pt x="116" y="63"/>
                      <a:pt x="116" y="62"/>
                    </a:cubicBezTo>
                    <a:cubicBezTo>
                      <a:pt x="117" y="62"/>
                      <a:pt x="116" y="61"/>
                      <a:pt x="116" y="61"/>
                    </a:cubicBezTo>
                    <a:cubicBezTo>
                      <a:pt x="116" y="61"/>
                      <a:pt x="116" y="60"/>
                      <a:pt x="116" y="60"/>
                    </a:cubicBezTo>
                    <a:cubicBezTo>
                      <a:pt x="116" y="59"/>
                      <a:pt x="116" y="59"/>
                      <a:pt x="116" y="59"/>
                    </a:cubicBezTo>
                    <a:cubicBezTo>
                      <a:pt x="116" y="59"/>
                      <a:pt x="116" y="59"/>
                      <a:pt x="116" y="59"/>
                    </a:cubicBezTo>
                    <a:cubicBezTo>
                      <a:pt x="116" y="59"/>
                      <a:pt x="116" y="59"/>
                      <a:pt x="116" y="59"/>
                    </a:cubicBezTo>
                    <a:cubicBezTo>
                      <a:pt x="116" y="59"/>
                      <a:pt x="117" y="60"/>
                      <a:pt x="117" y="60"/>
                    </a:cubicBezTo>
                    <a:cubicBezTo>
                      <a:pt x="117" y="61"/>
                      <a:pt x="117" y="61"/>
                      <a:pt x="118" y="62"/>
                    </a:cubicBezTo>
                    <a:cubicBezTo>
                      <a:pt x="118" y="62"/>
                      <a:pt x="118" y="62"/>
                      <a:pt x="118" y="62"/>
                    </a:cubicBezTo>
                    <a:cubicBezTo>
                      <a:pt x="118" y="61"/>
                      <a:pt x="118" y="61"/>
                      <a:pt x="119" y="60"/>
                    </a:cubicBezTo>
                    <a:cubicBezTo>
                      <a:pt x="118" y="60"/>
                      <a:pt x="118" y="60"/>
                      <a:pt x="118" y="59"/>
                    </a:cubicBezTo>
                    <a:cubicBezTo>
                      <a:pt x="118" y="59"/>
                      <a:pt x="118" y="59"/>
                      <a:pt x="119" y="59"/>
                    </a:cubicBezTo>
                    <a:cubicBezTo>
                      <a:pt x="119" y="58"/>
                      <a:pt x="120" y="57"/>
                      <a:pt x="121" y="56"/>
                    </a:cubicBezTo>
                    <a:cubicBezTo>
                      <a:pt x="120" y="56"/>
                      <a:pt x="120" y="56"/>
                      <a:pt x="120" y="56"/>
                    </a:cubicBezTo>
                    <a:close/>
                    <a:moveTo>
                      <a:pt x="124" y="58"/>
                    </a:moveTo>
                    <a:cubicBezTo>
                      <a:pt x="124" y="59"/>
                      <a:pt x="124" y="59"/>
                      <a:pt x="124" y="59"/>
                    </a:cubicBezTo>
                    <a:cubicBezTo>
                      <a:pt x="123" y="60"/>
                      <a:pt x="123" y="60"/>
                      <a:pt x="122" y="61"/>
                    </a:cubicBezTo>
                    <a:cubicBezTo>
                      <a:pt x="122" y="61"/>
                      <a:pt x="122" y="61"/>
                      <a:pt x="122" y="62"/>
                    </a:cubicBezTo>
                    <a:cubicBezTo>
                      <a:pt x="122" y="62"/>
                      <a:pt x="122" y="62"/>
                      <a:pt x="122" y="62"/>
                    </a:cubicBezTo>
                    <a:cubicBezTo>
                      <a:pt x="122" y="62"/>
                      <a:pt x="122" y="62"/>
                      <a:pt x="122" y="62"/>
                    </a:cubicBezTo>
                    <a:cubicBezTo>
                      <a:pt x="122" y="60"/>
                      <a:pt x="121" y="60"/>
                      <a:pt x="121" y="59"/>
                    </a:cubicBezTo>
                    <a:cubicBezTo>
                      <a:pt x="121" y="59"/>
                      <a:pt x="121" y="59"/>
                      <a:pt x="121" y="59"/>
                    </a:cubicBezTo>
                    <a:cubicBezTo>
                      <a:pt x="121" y="59"/>
                      <a:pt x="122" y="59"/>
                      <a:pt x="122" y="59"/>
                    </a:cubicBezTo>
                    <a:cubicBezTo>
                      <a:pt x="123" y="59"/>
                      <a:pt x="123" y="58"/>
                      <a:pt x="124" y="58"/>
                    </a:cubicBezTo>
                    <a:close/>
                    <a:moveTo>
                      <a:pt x="122" y="62"/>
                    </a:moveTo>
                    <a:cubicBezTo>
                      <a:pt x="122" y="62"/>
                      <a:pt x="122" y="62"/>
                      <a:pt x="122" y="62"/>
                    </a:cubicBezTo>
                    <a:cubicBezTo>
                      <a:pt x="121" y="63"/>
                      <a:pt x="120" y="63"/>
                      <a:pt x="120" y="64"/>
                    </a:cubicBezTo>
                    <a:cubicBezTo>
                      <a:pt x="120" y="64"/>
                      <a:pt x="120" y="63"/>
                      <a:pt x="120" y="63"/>
                    </a:cubicBezTo>
                    <a:cubicBezTo>
                      <a:pt x="120" y="63"/>
                      <a:pt x="120" y="63"/>
                      <a:pt x="120" y="63"/>
                    </a:cubicBezTo>
                    <a:cubicBezTo>
                      <a:pt x="120" y="63"/>
                      <a:pt x="120" y="63"/>
                      <a:pt x="120" y="63"/>
                    </a:cubicBezTo>
                    <a:cubicBezTo>
                      <a:pt x="120" y="62"/>
                      <a:pt x="122" y="62"/>
                      <a:pt x="122" y="62"/>
                    </a:cubicBezTo>
                    <a:close/>
                    <a:moveTo>
                      <a:pt x="119" y="62"/>
                    </a:moveTo>
                    <a:cubicBezTo>
                      <a:pt x="119" y="62"/>
                      <a:pt x="119" y="62"/>
                      <a:pt x="119" y="62"/>
                    </a:cubicBezTo>
                    <a:cubicBezTo>
                      <a:pt x="119" y="62"/>
                      <a:pt x="119" y="62"/>
                      <a:pt x="119" y="62"/>
                    </a:cubicBezTo>
                    <a:cubicBezTo>
                      <a:pt x="119" y="62"/>
                      <a:pt x="119" y="62"/>
                      <a:pt x="119" y="62"/>
                    </a:cubicBezTo>
                    <a:cubicBezTo>
                      <a:pt x="119" y="62"/>
                      <a:pt x="119" y="62"/>
                      <a:pt x="119" y="62"/>
                    </a:cubicBezTo>
                    <a:cubicBezTo>
                      <a:pt x="119" y="62"/>
                      <a:pt x="120" y="61"/>
                      <a:pt x="120" y="61"/>
                    </a:cubicBezTo>
                    <a:cubicBezTo>
                      <a:pt x="120" y="61"/>
                      <a:pt x="120" y="61"/>
                      <a:pt x="120" y="61"/>
                    </a:cubicBezTo>
                    <a:cubicBezTo>
                      <a:pt x="120" y="60"/>
                      <a:pt x="120" y="60"/>
                      <a:pt x="120" y="60"/>
                    </a:cubicBezTo>
                    <a:cubicBezTo>
                      <a:pt x="120" y="60"/>
                      <a:pt x="120" y="60"/>
                      <a:pt x="120" y="60"/>
                    </a:cubicBezTo>
                    <a:cubicBezTo>
                      <a:pt x="120" y="60"/>
                      <a:pt x="121" y="60"/>
                      <a:pt x="121" y="60"/>
                    </a:cubicBezTo>
                    <a:cubicBezTo>
                      <a:pt x="121" y="60"/>
                      <a:pt x="121" y="61"/>
                      <a:pt x="121" y="61"/>
                    </a:cubicBezTo>
                    <a:cubicBezTo>
                      <a:pt x="121" y="62"/>
                      <a:pt x="120" y="62"/>
                      <a:pt x="120" y="62"/>
                    </a:cubicBezTo>
                    <a:cubicBezTo>
                      <a:pt x="119" y="62"/>
                      <a:pt x="119" y="62"/>
                      <a:pt x="119" y="62"/>
                    </a:cubicBezTo>
                    <a:cubicBezTo>
                      <a:pt x="119" y="62"/>
                      <a:pt x="119" y="62"/>
                      <a:pt x="119" y="62"/>
                    </a:cubicBezTo>
                    <a:cubicBezTo>
                      <a:pt x="119" y="62"/>
                      <a:pt x="119" y="62"/>
                      <a:pt x="119" y="62"/>
                    </a:cubicBezTo>
                    <a:close/>
                    <a:moveTo>
                      <a:pt x="108" y="46"/>
                    </a:moveTo>
                    <a:cubicBezTo>
                      <a:pt x="105" y="46"/>
                      <a:pt x="105" y="46"/>
                      <a:pt x="105" y="46"/>
                    </a:cubicBezTo>
                    <a:cubicBezTo>
                      <a:pt x="105" y="46"/>
                      <a:pt x="105" y="46"/>
                      <a:pt x="105" y="46"/>
                    </a:cubicBezTo>
                    <a:cubicBezTo>
                      <a:pt x="105" y="46"/>
                      <a:pt x="105" y="46"/>
                      <a:pt x="105" y="45"/>
                    </a:cubicBezTo>
                    <a:cubicBezTo>
                      <a:pt x="105" y="41"/>
                      <a:pt x="105" y="41"/>
                      <a:pt x="105" y="41"/>
                    </a:cubicBezTo>
                    <a:cubicBezTo>
                      <a:pt x="105" y="40"/>
                      <a:pt x="105" y="40"/>
                      <a:pt x="105" y="40"/>
                    </a:cubicBezTo>
                    <a:cubicBezTo>
                      <a:pt x="105" y="40"/>
                      <a:pt x="105" y="40"/>
                      <a:pt x="105" y="40"/>
                    </a:cubicBezTo>
                    <a:cubicBezTo>
                      <a:pt x="104" y="40"/>
                      <a:pt x="104" y="40"/>
                      <a:pt x="104" y="40"/>
                    </a:cubicBezTo>
                    <a:cubicBezTo>
                      <a:pt x="104" y="39"/>
                      <a:pt x="104" y="39"/>
                      <a:pt x="104" y="39"/>
                    </a:cubicBezTo>
                    <a:cubicBezTo>
                      <a:pt x="105" y="39"/>
                      <a:pt x="105" y="39"/>
                      <a:pt x="106" y="39"/>
                    </a:cubicBezTo>
                    <a:cubicBezTo>
                      <a:pt x="106" y="39"/>
                      <a:pt x="106" y="39"/>
                      <a:pt x="106" y="39"/>
                    </a:cubicBezTo>
                    <a:cubicBezTo>
                      <a:pt x="107" y="39"/>
                      <a:pt x="107" y="39"/>
                      <a:pt x="107" y="39"/>
                    </a:cubicBezTo>
                    <a:cubicBezTo>
                      <a:pt x="107" y="45"/>
                      <a:pt x="107" y="45"/>
                      <a:pt x="107" y="45"/>
                    </a:cubicBezTo>
                    <a:cubicBezTo>
                      <a:pt x="107" y="45"/>
                      <a:pt x="107" y="46"/>
                      <a:pt x="108" y="46"/>
                    </a:cubicBezTo>
                    <a:cubicBezTo>
                      <a:pt x="108" y="46"/>
                      <a:pt x="108" y="46"/>
                      <a:pt x="108" y="46"/>
                    </a:cubicBezTo>
                    <a:cubicBezTo>
                      <a:pt x="108" y="46"/>
                      <a:pt x="108" y="46"/>
                      <a:pt x="108" y="46"/>
                    </a:cubicBezTo>
                    <a:close/>
                    <a:moveTo>
                      <a:pt x="115" y="44"/>
                    </a:moveTo>
                    <a:cubicBezTo>
                      <a:pt x="115" y="45"/>
                      <a:pt x="115" y="45"/>
                      <a:pt x="114" y="46"/>
                    </a:cubicBezTo>
                    <a:cubicBezTo>
                      <a:pt x="114" y="46"/>
                      <a:pt x="113" y="46"/>
                      <a:pt x="112" y="46"/>
                    </a:cubicBezTo>
                    <a:cubicBezTo>
                      <a:pt x="112" y="46"/>
                      <a:pt x="111" y="46"/>
                      <a:pt x="111" y="46"/>
                    </a:cubicBezTo>
                    <a:cubicBezTo>
                      <a:pt x="110" y="46"/>
                      <a:pt x="110" y="45"/>
                      <a:pt x="110" y="45"/>
                    </a:cubicBezTo>
                    <a:cubicBezTo>
                      <a:pt x="110" y="44"/>
                      <a:pt x="110" y="43"/>
                      <a:pt x="111" y="43"/>
                    </a:cubicBezTo>
                    <a:cubicBezTo>
                      <a:pt x="110" y="42"/>
                      <a:pt x="110" y="41"/>
                      <a:pt x="110" y="41"/>
                    </a:cubicBezTo>
                    <a:cubicBezTo>
                      <a:pt x="110" y="40"/>
                      <a:pt x="110" y="40"/>
                      <a:pt x="111" y="39"/>
                    </a:cubicBezTo>
                    <a:cubicBezTo>
                      <a:pt x="111" y="39"/>
                      <a:pt x="112" y="39"/>
                      <a:pt x="112" y="39"/>
                    </a:cubicBezTo>
                    <a:cubicBezTo>
                      <a:pt x="113" y="39"/>
                      <a:pt x="114" y="39"/>
                      <a:pt x="114" y="39"/>
                    </a:cubicBezTo>
                    <a:cubicBezTo>
                      <a:pt x="115" y="39"/>
                      <a:pt x="115" y="40"/>
                      <a:pt x="115" y="40"/>
                    </a:cubicBezTo>
                    <a:cubicBezTo>
                      <a:pt x="115" y="41"/>
                      <a:pt x="114" y="42"/>
                      <a:pt x="114" y="42"/>
                    </a:cubicBezTo>
                    <a:cubicBezTo>
                      <a:pt x="115" y="43"/>
                      <a:pt x="115" y="44"/>
                      <a:pt x="115" y="44"/>
                    </a:cubicBezTo>
                    <a:close/>
                    <a:moveTo>
                      <a:pt x="113" y="40"/>
                    </a:moveTo>
                    <a:cubicBezTo>
                      <a:pt x="113" y="41"/>
                      <a:pt x="113" y="41"/>
                      <a:pt x="113" y="42"/>
                    </a:cubicBezTo>
                    <a:cubicBezTo>
                      <a:pt x="113" y="41"/>
                      <a:pt x="112" y="41"/>
                      <a:pt x="112" y="41"/>
                    </a:cubicBezTo>
                    <a:cubicBezTo>
                      <a:pt x="112" y="40"/>
                      <a:pt x="112" y="40"/>
                      <a:pt x="112" y="40"/>
                    </a:cubicBezTo>
                    <a:cubicBezTo>
                      <a:pt x="112" y="40"/>
                      <a:pt x="112" y="39"/>
                      <a:pt x="112" y="39"/>
                    </a:cubicBezTo>
                    <a:cubicBezTo>
                      <a:pt x="112" y="39"/>
                      <a:pt x="112" y="39"/>
                      <a:pt x="112" y="39"/>
                    </a:cubicBezTo>
                    <a:cubicBezTo>
                      <a:pt x="113" y="39"/>
                      <a:pt x="113" y="39"/>
                      <a:pt x="113" y="40"/>
                    </a:cubicBezTo>
                    <a:close/>
                    <a:moveTo>
                      <a:pt x="113" y="45"/>
                    </a:moveTo>
                    <a:cubicBezTo>
                      <a:pt x="113" y="45"/>
                      <a:pt x="113" y="46"/>
                      <a:pt x="113" y="46"/>
                    </a:cubicBezTo>
                    <a:cubicBezTo>
                      <a:pt x="113" y="46"/>
                      <a:pt x="113" y="46"/>
                      <a:pt x="112" y="46"/>
                    </a:cubicBezTo>
                    <a:cubicBezTo>
                      <a:pt x="112" y="46"/>
                      <a:pt x="112" y="46"/>
                      <a:pt x="112" y="46"/>
                    </a:cubicBezTo>
                    <a:cubicBezTo>
                      <a:pt x="111" y="45"/>
                      <a:pt x="111" y="45"/>
                      <a:pt x="111" y="45"/>
                    </a:cubicBezTo>
                    <a:cubicBezTo>
                      <a:pt x="111" y="44"/>
                      <a:pt x="112" y="43"/>
                      <a:pt x="112" y="43"/>
                    </a:cubicBezTo>
                    <a:cubicBezTo>
                      <a:pt x="112" y="43"/>
                      <a:pt x="113" y="44"/>
                      <a:pt x="113" y="44"/>
                    </a:cubicBezTo>
                    <a:cubicBezTo>
                      <a:pt x="113" y="44"/>
                      <a:pt x="113" y="44"/>
                      <a:pt x="113" y="44"/>
                    </a:cubicBezTo>
                    <a:cubicBezTo>
                      <a:pt x="113" y="45"/>
                      <a:pt x="113" y="45"/>
                      <a:pt x="113" y="45"/>
                    </a:cubicBezTo>
                    <a:close/>
                    <a:moveTo>
                      <a:pt x="122" y="42"/>
                    </a:moveTo>
                    <a:cubicBezTo>
                      <a:pt x="122" y="44"/>
                      <a:pt x="122" y="45"/>
                      <a:pt x="121" y="45"/>
                    </a:cubicBezTo>
                    <a:cubicBezTo>
                      <a:pt x="121" y="46"/>
                      <a:pt x="120" y="46"/>
                      <a:pt x="119" y="46"/>
                    </a:cubicBezTo>
                    <a:cubicBezTo>
                      <a:pt x="118" y="46"/>
                      <a:pt x="118" y="46"/>
                      <a:pt x="117" y="46"/>
                    </a:cubicBezTo>
                    <a:cubicBezTo>
                      <a:pt x="117" y="46"/>
                      <a:pt x="117" y="45"/>
                      <a:pt x="117" y="45"/>
                    </a:cubicBezTo>
                    <a:cubicBezTo>
                      <a:pt x="117" y="45"/>
                      <a:pt x="117" y="44"/>
                      <a:pt x="117" y="44"/>
                    </a:cubicBezTo>
                    <a:cubicBezTo>
                      <a:pt x="117" y="44"/>
                      <a:pt x="118" y="44"/>
                      <a:pt x="118" y="44"/>
                    </a:cubicBezTo>
                    <a:cubicBezTo>
                      <a:pt x="118" y="44"/>
                      <a:pt x="118" y="44"/>
                      <a:pt x="119" y="44"/>
                    </a:cubicBezTo>
                    <a:cubicBezTo>
                      <a:pt x="119" y="44"/>
                      <a:pt x="119" y="45"/>
                      <a:pt x="119" y="45"/>
                    </a:cubicBezTo>
                    <a:cubicBezTo>
                      <a:pt x="119" y="45"/>
                      <a:pt x="119" y="45"/>
                      <a:pt x="119" y="45"/>
                    </a:cubicBezTo>
                    <a:cubicBezTo>
                      <a:pt x="119" y="46"/>
                      <a:pt x="118" y="46"/>
                      <a:pt x="118" y="46"/>
                    </a:cubicBezTo>
                    <a:cubicBezTo>
                      <a:pt x="118" y="46"/>
                      <a:pt x="118" y="46"/>
                      <a:pt x="119" y="46"/>
                    </a:cubicBezTo>
                    <a:cubicBezTo>
                      <a:pt x="119" y="46"/>
                      <a:pt x="119" y="46"/>
                      <a:pt x="119" y="46"/>
                    </a:cubicBezTo>
                    <a:cubicBezTo>
                      <a:pt x="120" y="46"/>
                      <a:pt x="120" y="44"/>
                      <a:pt x="120" y="43"/>
                    </a:cubicBezTo>
                    <a:cubicBezTo>
                      <a:pt x="120" y="43"/>
                      <a:pt x="119" y="43"/>
                      <a:pt x="119" y="43"/>
                    </a:cubicBezTo>
                    <a:cubicBezTo>
                      <a:pt x="118" y="43"/>
                      <a:pt x="118" y="43"/>
                      <a:pt x="117" y="43"/>
                    </a:cubicBezTo>
                    <a:cubicBezTo>
                      <a:pt x="117" y="42"/>
                      <a:pt x="117" y="42"/>
                      <a:pt x="117" y="41"/>
                    </a:cubicBezTo>
                    <a:cubicBezTo>
                      <a:pt x="117" y="40"/>
                      <a:pt x="117" y="40"/>
                      <a:pt x="117" y="39"/>
                    </a:cubicBezTo>
                    <a:cubicBezTo>
                      <a:pt x="118" y="39"/>
                      <a:pt x="119" y="39"/>
                      <a:pt x="119" y="39"/>
                    </a:cubicBezTo>
                    <a:cubicBezTo>
                      <a:pt x="120" y="39"/>
                      <a:pt x="121" y="39"/>
                      <a:pt x="121" y="40"/>
                    </a:cubicBezTo>
                    <a:cubicBezTo>
                      <a:pt x="122" y="40"/>
                      <a:pt x="122" y="41"/>
                      <a:pt x="122" y="42"/>
                    </a:cubicBezTo>
                    <a:close/>
                    <a:moveTo>
                      <a:pt x="120" y="43"/>
                    </a:moveTo>
                    <a:cubicBezTo>
                      <a:pt x="120" y="43"/>
                      <a:pt x="120" y="43"/>
                      <a:pt x="119" y="43"/>
                    </a:cubicBezTo>
                    <a:cubicBezTo>
                      <a:pt x="119" y="43"/>
                      <a:pt x="119" y="43"/>
                      <a:pt x="119" y="41"/>
                    </a:cubicBezTo>
                    <a:cubicBezTo>
                      <a:pt x="119" y="41"/>
                      <a:pt x="119" y="40"/>
                      <a:pt x="119" y="40"/>
                    </a:cubicBezTo>
                    <a:cubicBezTo>
                      <a:pt x="119" y="39"/>
                      <a:pt x="119" y="39"/>
                      <a:pt x="119" y="39"/>
                    </a:cubicBezTo>
                    <a:cubicBezTo>
                      <a:pt x="120" y="39"/>
                      <a:pt x="120" y="40"/>
                      <a:pt x="120" y="41"/>
                    </a:cubicBezTo>
                    <a:cubicBezTo>
                      <a:pt x="120" y="42"/>
                      <a:pt x="120" y="42"/>
                      <a:pt x="120" y="43"/>
                    </a:cubicBezTo>
                    <a:close/>
                    <a:moveTo>
                      <a:pt x="129" y="44"/>
                    </a:moveTo>
                    <a:cubicBezTo>
                      <a:pt x="129" y="45"/>
                      <a:pt x="128" y="45"/>
                      <a:pt x="128" y="46"/>
                    </a:cubicBezTo>
                    <a:cubicBezTo>
                      <a:pt x="128" y="46"/>
                      <a:pt x="127" y="46"/>
                      <a:pt x="126" y="46"/>
                    </a:cubicBezTo>
                    <a:cubicBezTo>
                      <a:pt x="125" y="46"/>
                      <a:pt x="125" y="46"/>
                      <a:pt x="124" y="45"/>
                    </a:cubicBezTo>
                    <a:cubicBezTo>
                      <a:pt x="124" y="45"/>
                      <a:pt x="124" y="44"/>
                      <a:pt x="124" y="43"/>
                    </a:cubicBezTo>
                    <a:cubicBezTo>
                      <a:pt x="124" y="41"/>
                      <a:pt x="124" y="41"/>
                      <a:pt x="124" y="40"/>
                    </a:cubicBezTo>
                    <a:cubicBezTo>
                      <a:pt x="125" y="39"/>
                      <a:pt x="126" y="39"/>
                      <a:pt x="127" y="39"/>
                    </a:cubicBezTo>
                    <a:cubicBezTo>
                      <a:pt x="127" y="39"/>
                      <a:pt x="128" y="39"/>
                      <a:pt x="128" y="39"/>
                    </a:cubicBezTo>
                    <a:cubicBezTo>
                      <a:pt x="128" y="39"/>
                      <a:pt x="129" y="40"/>
                      <a:pt x="129" y="40"/>
                    </a:cubicBezTo>
                    <a:cubicBezTo>
                      <a:pt x="129" y="40"/>
                      <a:pt x="128" y="41"/>
                      <a:pt x="128" y="41"/>
                    </a:cubicBezTo>
                    <a:cubicBezTo>
                      <a:pt x="128" y="41"/>
                      <a:pt x="128" y="41"/>
                      <a:pt x="128" y="41"/>
                    </a:cubicBezTo>
                    <a:cubicBezTo>
                      <a:pt x="127" y="41"/>
                      <a:pt x="127" y="41"/>
                      <a:pt x="127" y="41"/>
                    </a:cubicBezTo>
                    <a:cubicBezTo>
                      <a:pt x="127" y="41"/>
                      <a:pt x="126" y="40"/>
                      <a:pt x="126" y="40"/>
                    </a:cubicBezTo>
                    <a:cubicBezTo>
                      <a:pt x="126" y="40"/>
                      <a:pt x="127" y="40"/>
                      <a:pt x="127" y="40"/>
                    </a:cubicBezTo>
                    <a:cubicBezTo>
                      <a:pt x="127" y="39"/>
                      <a:pt x="127" y="39"/>
                      <a:pt x="127" y="39"/>
                    </a:cubicBezTo>
                    <a:cubicBezTo>
                      <a:pt x="127" y="39"/>
                      <a:pt x="127" y="39"/>
                      <a:pt x="127" y="39"/>
                    </a:cubicBezTo>
                    <a:cubicBezTo>
                      <a:pt x="126" y="39"/>
                      <a:pt x="125" y="40"/>
                      <a:pt x="125" y="42"/>
                    </a:cubicBezTo>
                    <a:cubicBezTo>
                      <a:pt x="126" y="42"/>
                      <a:pt x="126" y="42"/>
                      <a:pt x="127" y="42"/>
                    </a:cubicBezTo>
                    <a:cubicBezTo>
                      <a:pt x="127" y="42"/>
                      <a:pt x="128" y="42"/>
                      <a:pt x="128" y="42"/>
                    </a:cubicBezTo>
                    <a:cubicBezTo>
                      <a:pt x="128" y="43"/>
                      <a:pt x="129" y="43"/>
                      <a:pt x="129" y="44"/>
                    </a:cubicBezTo>
                    <a:close/>
                    <a:moveTo>
                      <a:pt x="127" y="44"/>
                    </a:moveTo>
                    <a:cubicBezTo>
                      <a:pt x="127" y="44"/>
                      <a:pt x="127" y="45"/>
                      <a:pt x="127" y="45"/>
                    </a:cubicBezTo>
                    <a:cubicBezTo>
                      <a:pt x="127" y="46"/>
                      <a:pt x="127" y="46"/>
                      <a:pt x="126" y="46"/>
                    </a:cubicBezTo>
                    <a:cubicBezTo>
                      <a:pt x="126" y="46"/>
                      <a:pt x="125" y="45"/>
                      <a:pt x="125" y="44"/>
                    </a:cubicBezTo>
                    <a:cubicBezTo>
                      <a:pt x="125" y="44"/>
                      <a:pt x="125" y="43"/>
                      <a:pt x="125" y="43"/>
                    </a:cubicBezTo>
                    <a:cubicBezTo>
                      <a:pt x="125" y="43"/>
                      <a:pt x="125" y="42"/>
                      <a:pt x="125" y="42"/>
                    </a:cubicBezTo>
                    <a:cubicBezTo>
                      <a:pt x="126" y="42"/>
                      <a:pt x="126" y="42"/>
                      <a:pt x="126" y="42"/>
                    </a:cubicBezTo>
                    <a:cubicBezTo>
                      <a:pt x="127" y="42"/>
                      <a:pt x="127" y="43"/>
                      <a:pt x="127" y="4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 dirty="0"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43" name="íšḻidé"/>
              <p:cNvSpPr/>
              <p:nvPr/>
            </p:nvSpPr>
            <p:spPr bwMode="auto">
              <a:xfrm>
                <a:off x="9196100" y="1691088"/>
                <a:ext cx="3421214" cy="3875236"/>
              </a:xfrm>
              <a:custGeom>
                <a:avLst/>
                <a:gdLst>
                  <a:gd name="T0" fmla="*/ 136 w 159"/>
                  <a:gd name="T1" fmla="*/ 0 h 178"/>
                  <a:gd name="T2" fmla="*/ 159 w 159"/>
                  <a:gd name="T3" fmla="*/ 22 h 178"/>
                  <a:gd name="T4" fmla="*/ 159 w 159"/>
                  <a:gd name="T5" fmla="*/ 94 h 178"/>
                  <a:gd name="T6" fmla="*/ 158 w 159"/>
                  <a:gd name="T7" fmla="*/ 110 h 178"/>
                  <a:gd name="T8" fmla="*/ 80 w 159"/>
                  <a:gd name="T9" fmla="*/ 178 h 178"/>
                  <a:gd name="T10" fmla="*/ 1 w 159"/>
                  <a:gd name="T11" fmla="*/ 106 h 178"/>
                  <a:gd name="T12" fmla="*/ 0 w 159"/>
                  <a:gd name="T13" fmla="*/ 94 h 178"/>
                  <a:gd name="T14" fmla="*/ 0 w 159"/>
                  <a:gd name="T15" fmla="*/ 22 h 178"/>
                  <a:gd name="T16" fmla="*/ 23 w 159"/>
                  <a:gd name="T17" fmla="*/ 0 h 178"/>
                  <a:gd name="T18" fmla="*/ 136 w 159"/>
                  <a:gd name="T19" fmla="*/ 0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9" h="178">
                    <a:moveTo>
                      <a:pt x="136" y="0"/>
                    </a:moveTo>
                    <a:cubicBezTo>
                      <a:pt x="141" y="10"/>
                      <a:pt x="149" y="18"/>
                      <a:pt x="159" y="22"/>
                    </a:cubicBezTo>
                    <a:cubicBezTo>
                      <a:pt x="159" y="94"/>
                      <a:pt x="159" y="94"/>
                      <a:pt x="159" y="94"/>
                    </a:cubicBezTo>
                    <a:cubicBezTo>
                      <a:pt x="159" y="99"/>
                      <a:pt x="159" y="105"/>
                      <a:pt x="158" y="110"/>
                    </a:cubicBezTo>
                    <a:cubicBezTo>
                      <a:pt x="150" y="152"/>
                      <a:pt x="109" y="173"/>
                      <a:pt x="80" y="178"/>
                    </a:cubicBezTo>
                    <a:cubicBezTo>
                      <a:pt x="41" y="171"/>
                      <a:pt x="8" y="144"/>
                      <a:pt x="1" y="106"/>
                    </a:cubicBezTo>
                    <a:cubicBezTo>
                      <a:pt x="0" y="102"/>
                      <a:pt x="0" y="98"/>
                      <a:pt x="0" y="94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11" y="17"/>
                      <a:pt x="18" y="10"/>
                      <a:pt x="23" y="0"/>
                    </a:cubicBezTo>
                    <a:lnTo>
                      <a:pt x="136" y="0"/>
                    </a:lnTo>
                    <a:close/>
                  </a:path>
                </a:pathLst>
              </a:custGeom>
              <a:noFill/>
              <a:ln w="6350" cap="flat">
                <a:solidFill>
                  <a:schemeClr val="bg1">
                    <a:alpha val="83000"/>
                  </a:scheme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</p:grpSp>
        <p:sp>
          <p:nvSpPr>
            <p:cNvPr id="23" name="ïsḻíďê"/>
            <p:cNvSpPr/>
            <p:nvPr/>
          </p:nvSpPr>
          <p:spPr bwMode="auto">
            <a:xfrm>
              <a:off x="4625816" y="4828942"/>
              <a:ext cx="5773424" cy="379865"/>
            </a:xfrm>
            <a:custGeom>
              <a:avLst/>
              <a:gdLst>
                <a:gd name="T0" fmla="*/ 11 w 410"/>
                <a:gd name="T1" fmla="*/ 14 h 27"/>
                <a:gd name="T2" fmla="*/ 11 w 410"/>
                <a:gd name="T3" fmla="*/ 1 h 27"/>
                <a:gd name="T4" fmla="*/ 8 w 410"/>
                <a:gd name="T5" fmla="*/ 10 h 27"/>
                <a:gd name="T6" fmla="*/ 24 w 410"/>
                <a:gd name="T7" fmla="*/ 22 h 27"/>
                <a:gd name="T8" fmla="*/ 21 w 410"/>
                <a:gd name="T9" fmla="*/ 9 h 27"/>
                <a:gd name="T10" fmla="*/ 40 w 410"/>
                <a:gd name="T11" fmla="*/ 22 h 27"/>
                <a:gd name="T12" fmla="*/ 39 w 410"/>
                <a:gd name="T13" fmla="*/ 19 h 27"/>
                <a:gd name="T14" fmla="*/ 53 w 410"/>
                <a:gd name="T15" fmla="*/ 8 h 27"/>
                <a:gd name="T16" fmla="*/ 55 w 410"/>
                <a:gd name="T17" fmla="*/ 15 h 27"/>
                <a:gd name="T18" fmla="*/ 57 w 410"/>
                <a:gd name="T19" fmla="*/ 22 h 27"/>
                <a:gd name="T20" fmla="*/ 66 w 410"/>
                <a:gd name="T21" fmla="*/ 21 h 27"/>
                <a:gd name="T22" fmla="*/ 99 w 410"/>
                <a:gd name="T23" fmla="*/ 6 h 27"/>
                <a:gd name="T24" fmla="*/ 90 w 410"/>
                <a:gd name="T25" fmla="*/ 6 h 27"/>
                <a:gd name="T26" fmla="*/ 114 w 410"/>
                <a:gd name="T27" fmla="*/ 7 h 27"/>
                <a:gd name="T28" fmla="*/ 115 w 410"/>
                <a:gd name="T29" fmla="*/ 18 h 27"/>
                <a:gd name="T30" fmla="*/ 111 w 410"/>
                <a:gd name="T31" fmla="*/ 8 h 27"/>
                <a:gd name="T32" fmla="*/ 119 w 410"/>
                <a:gd name="T33" fmla="*/ 17 h 27"/>
                <a:gd name="T34" fmla="*/ 127 w 410"/>
                <a:gd name="T35" fmla="*/ 16 h 27"/>
                <a:gd name="T36" fmla="*/ 129 w 410"/>
                <a:gd name="T37" fmla="*/ 10 h 27"/>
                <a:gd name="T38" fmla="*/ 129 w 410"/>
                <a:gd name="T39" fmla="*/ 14 h 27"/>
                <a:gd name="T40" fmla="*/ 132 w 410"/>
                <a:gd name="T41" fmla="*/ 8 h 27"/>
                <a:gd name="T42" fmla="*/ 136 w 410"/>
                <a:gd name="T43" fmla="*/ 17 h 27"/>
                <a:gd name="T44" fmla="*/ 160 w 410"/>
                <a:gd name="T45" fmla="*/ 16 h 27"/>
                <a:gd name="T46" fmla="*/ 156 w 410"/>
                <a:gd name="T47" fmla="*/ 18 h 27"/>
                <a:gd name="T48" fmla="*/ 165 w 410"/>
                <a:gd name="T49" fmla="*/ 6 h 27"/>
                <a:gd name="T50" fmla="*/ 179 w 410"/>
                <a:gd name="T51" fmla="*/ 13 h 27"/>
                <a:gd name="T52" fmla="*/ 180 w 410"/>
                <a:gd name="T53" fmla="*/ 21 h 27"/>
                <a:gd name="T54" fmla="*/ 182 w 410"/>
                <a:gd name="T55" fmla="*/ 11 h 27"/>
                <a:gd name="T56" fmla="*/ 175 w 410"/>
                <a:gd name="T57" fmla="*/ 6 h 27"/>
                <a:gd name="T58" fmla="*/ 200 w 410"/>
                <a:gd name="T59" fmla="*/ 20 h 27"/>
                <a:gd name="T60" fmla="*/ 195 w 410"/>
                <a:gd name="T61" fmla="*/ 8 h 27"/>
                <a:gd name="T62" fmla="*/ 207 w 410"/>
                <a:gd name="T63" fmla="*/ 8 h 27"/>
                <a:gd name="T64" fmla="*/ 209 w 410"/>
                <a:gd name="T65" fmla="*/ 15 h 27"/>
                <a:gd name="T66" fmla="*/ 211 w 410"/>
                <a:gd name="T67" fmla="*/ 22 h 27"/>
                <a:gd name="T68" fmla="*/ 227 w 410"/>
                <a:gd name="T69" fmla="*/ 14 h 27"/>
                <a:gd name="T70" fmla="*/ 244 w 410"/>
                <a:gd name="T71" fmla="*/ 21 h 27"/>
                <a:gd name="T72" fmla="*/ 234 w 410"/>
                <a:gd name="T73" fmla="*/ 6 h 27"/>
                <a:gd name="T74" fmla="*/ 259 w 410"/>
                <a:gd name="T75" fmla="*/ 8 h 27"/>
                <a:gd name="T76" fmla="*/ 254 w 410"/>
                <a:gd name="T77" fmla="*/ 24 h 27"/>
                <a:gd name="T78" fmla="*/ 252 w 410"/>
                <a:gd name="T79" fmla="*/ 19 h 27"/>
                <a:gd name="T80" fmla="*/ 263 w 410"/>
                <a:gd name="T81" fmla="*/ 19 h 27"/>
                <a:gd name="T82" fmla="*/ 276 w 410"/>
                <a:gd name="T83" fmla="*/ 17 h 27"/>
                <a:gd name="T84" fmla="*/ 287 w 410"/>
                <a:gd name="T85" fmla="*/ 18 h 27"/>
                <a:gd name="T86" fmla="*/ 308 w 410"/>
                <a:gd name="T87" fmla="*/ 21 h 27"/>
                <a:gd name="T88" fmla="*/ 296 w 410"/>
                <a:gd name="T89" fmla="*/ 21 h 27"/>
                <a:gd name="T90" fmla="*/ 313 w 410"/>
                <a:gd name="T91" fmla="*/ 21 h 27"/>
                <a:gd name="T92" fmla="*/ 327 w 410"/>
                <a:gd name="T93" fmla="*/ 21 h 27"/>
                <a:gd name="T94" fmla="*/ 337 w 410"/>
                <a:gd name="T95" fmla="*/ 8 h 27"/>
                <a:gd name="T96" fmla="*/ 345 w 410"/>
                <a:gd name="T97" fmla="*/ 19 h 27"/>
                <a:gd name="T98" fmla="*/ 346 w 410"/>
                <a:gd name="T99" fmla="*/ 12 h 27"/>
                <a:gd name="T100" fmla="*/ 361 w 410"/>
                <a:gd name="T101" fmla="*/ 9 h 27"/>
                <a:gd name="T102" fmla="*/ 355 w 410"/>
                <a:gd name="T103" fmla="*/ 8 h 27"/>
                <a:gd name="T104" fmla="*/ 364 w 410"/>
                <a:gd name="T105" fmla="*/ 17 h 27"/>
                <a:gd name="T106" fmla="*/ 370 w 410"/>
                <a:gd name="T107" fmla="*/ 15 h 27"/>
                <a:gd name="T108" fmla="*/ 374 w 410"/>
                <a:gd name="T109" fmla="*/ 10 h 27"/>
                <a:gd name="T110" fmla="*/ 375 w 410"/>
                <a:gd name="T111" fmla="*/ 17 h 27"/>
                <a:gd name="T112" fmla="*/ 381 w 410"/>
                <a:gd name="T113" fmla="*/ 3 h 27"/>
                <a:gd name="T114" fmla="*/ 385 w 410"/>
                <a:gd name="T115" fmla="*/ 6 h 27"/>
                <a:gd name="T116" fmla="*/ 390 w 410"/>
                <a:gd name="T117" fmla="*/ 18 h 27"/>
                <a:gd name="T118" fmla="*/ 401 w 410"/>
                <a:gd name="T1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10" h="27">
                  <a:moveTo>
                    <a:pt x="7" y="22"/>
                  </a:moveTo>
                  <a:cubicBezTo>
                    <a:pt x="6" y="22"/>
                    <a:pt x="4" y="21"/>
                    <a:pt x="3" y="21"/>
                  </a:cubicBezTo>
                  <a:cubicBezTo>
                    <a:pt x="2" y="21"/>
                    <a:pt x="1" y="20"/>
                    <a:pt x="0" y="20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2" y="18"/>
                    <a:pt x="4" y="19"/>
                  </a:cubicBezTo>
                  <a:cubicBezTo>
                    <a:pt x="5" y="19"/>
                    <a:pt x="6" y="19"/>
                    <a:pt x="7" y="19"/>
                  </a:cubicBezTo>
                  <a:cubicBezTo>
                    <a:pt x="8" y="19"/>
                    <a:pt x="9" y="19"/>
                    <a:pt x="10" y="18"/>
                  </a:cubicBezTo>
                  <a:cubicBezTo>
                    <a:pt x="11" y="18"/>
                    <a:pt x="11" y="17"/>
                    <a:pt x="11" y="16"/>
                  </a:cubicBezTo>
                  <a:cubicBezTo>
                    <a:pt x="11" y="15"/>
                    <a:pt x="11" y="14"/>
                    <a:pt x="11" y="14"/>
                  </a:cubicBezTo>
                  <a:cubicBezTo>
                    <a:pt x="10" y="13"/>
                    <a:pt x="10" y="13"/>
                    <a:pt x="9" y="13"/>
                  </a:cubicBezTo>
                  <a:cubicBezTo>
                    <a:pt x="8" y="13"/>
                    <a:pt x="8" y="12"/>
                    <a:pt x="7" y="12"/>
                  </a:cubicBezTo>
                  <a:cubicBezTo>
                    <a:pt x="7" y="12"/>
                    <a:pt x="6" y="12"/>
                    <a:pt x="5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1"/>
                    <a:pt x="2" y="10"/>
                  </a:cubicBezTo>
                  <a:cubicBezTo>
                    <a:pt x="1" y="10"/>
                    <a:pt x="1" y="9"/>
                    <a:pt x="1" y="8"/>
                  </a:cubicBezTo>
                  <a:cubicBezTo>
                    <a:pt x="1" y="8"/>
                    <a:pt x="1" y="7"/>
                    <a:pt x="1" y="6"/>
                  </a:cubicBezTo>
                  <a:cubicBezTo>
                    <a:pt x="1" y="5"/>
                    <a:pt x="1" y="3"/>
                    <a:pt x="2" y="2"/>
                  </a:cubicBezTo>
                  <a:cubicBezTo>
                    <a:pt x="4" y="1"/>
                    <a:pt x="5" y="1"/>
                    <a:pt x="7" y="1"/>
                  </a:cubicBezTo>
                  <a:cubicBezTo>
                    <a:pt x="8" y="1"/>
                    <a:pt x="10" y="1"/>
                    <a:pt x="11" y="1"/>
                  </a:cubicBezTo>
                  <a:cubicBezTo>
                    <a:pt x="12" y="1"/>
                    <a:pt x="13" y="2"/>
                    <a:pt x="13" y="2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5"/>
                    <a:pt x="12" y="4"/>
                    <a:pt x="11" y="4"/>
                  </a:cubicBezTo>
                  <a:cubicBezTo>
                    <a:pt x="10" y="3"/>
                    <a:pt x="9" y="3"/>
                    <a:pt x="8" y="3"/>
                  </a:cubicBezTo>
                  <a:cubicBezTo>
                    <a:pt x="6" y="3"/>
                    <a:pt x="5" y="3"/>
                    <a:pt x="5" y="4"/>
                  </a:cubicBezTo>
                  <a:cubicBezTo>
                    <a:pt x="4" y="4"/>
                    <a:pt x="3" y="5"/>
                    <a:pt x="3" y="6"/>
                  </a:cubicBezTo>
                  <a:cubicBezTo>
                    <a:pt x="3" y="7"/>
                    <a:pt x="4" y="8"/>
                    <a:pt x="4" y="8"/>
                  </a:cubicBezTo>
                  <a:cubicBezTo>
                    <a:pt x="4" y="9"/>
                    <a:pt x="5" y="9"/>
                    <a:pt x="6" y="9"/>
                  </a:cubicBezTo>
                  <a:cubicBezTo>
                    <a:pt x="7" y="9"/>
                    <a:pt x="7" y="10"/>
                    <a:pt x="8" y="10"/>
                  </a:cubicBezTo>
                  <a:cubicBezTo>
                    <a:pt x="9" y="10"/>
                    <a:pt x="10" y="10"/>
                    <a:pt x="10" y="10"/>
                  </a:cubicBezTo>
                  <a:cubicBezTo>
                    <a:pt x="12" y="11"/>
                    <a:pt x="13" y="11"/>
                    <a:pt x="13" y="12"/>
                  </a:cubicBezTo>
                  <a:cubicBezTo>
                    <a:pt x="14" y="13"/>
                    <a:pt x="14" y="14"/>
                    <a:pt x="14" y="15"/>
                  </a:cubicBezTo>
                  <a:cubicBezTo>
                    <a:pt x="14" y="16"/>
                    <a:pt x="14" y="17"/>
                    <a:pt x="14" y="18"/>
                  </a:cubicBezTo>
                  <a:cubicBezTo>
                    <a:pt x="13" y="19"/>
                    <a:pt x="13" y="19"/>
                    <a:pt x="12" y="20"/>
                  </a:cubicBezTo>
                  <a:cubicBezTo>
                    <a:pt x="12" y="20"/>
                    <a:pt x="11" y="21"/>
                    <a:pt x="10" y="21"/>
                  </a:cubicBezTo>
                  <a:cubicBezTo>
                    <a:pt x="9" y="21"/>
                    <a:pt x="8" y="22"/>
                    <a:pt x="7" y="22"/>
                  </a:cubicBezTo>
                  <a:close/>
                  <a:moveTo>
                    <a:pt x="31" y="14"/>
                  </a:moveTo>
                  <a:cubicBezTo>
                    <a:pt x="31" y="16"/>
                    <a:pt x="30" y="18"/>
                    <a:pt x="29" y="20"/>
                  </a:cubicBezTo>
                  <a:cubicBezTo>
                    <a:pt x="28" y="21"/>
                    <a:pt x="26" y="22"/>
                    <a:pt x="24" y="22"/>
                  </a:cubicBezTo>
                  <a:cubicBezTo>
                    <a:pt x="22" y="22"/>
                    <a:pt x="20" y="21"/>
                    <a:pt x="19" y="19"/>
                  </a:cubicBezTo>
                  <a:cubicBezTo>
                    <a:pt x="18" y="18"/>
                    <a:pt x="17" y="16"/>
                    <a:pt x="17" y="14"/>
                  </a:cubicBezTo>
                  <a:cubicBezTo>
                    <a:pt x="17" y="11"/>
                    <a:pt x="18" y="9"/>
                    <a:pt x="19" y="8"/>
                  </a:cubicBezTo>
                  <a:cubicBezTo>
                    <a:pt x="21" y="6"/>
                    <a:pt x="22" y="6"/>
                    <a:pt x="24" y="6"/>
                  </a:cubicBezTo>
                  <a:cubicBezTo>
                    <a:pt x="26" y="6"/>
                    <a:pt x="28" y="6"/>
                    <a:pt x="29" y="8"/>
                  </a:cubicBezTo>
                  <a:cubicBezTo>
                    <a:pt x="30" y="9"/>
                    <a:pt x="31" y="11"/>
                    <a:pt x="31" y="14"/>
                  </a:cubicBezTo>
                  <a:close/>
                  <a:moveTo>
                    <a:pt x="28" y="14"/>
                  </a:moveTo>
                  <a:cubicBezTo>
                    <a:pt x="28" y="12"/>
                    <a:pt x="28" y="10"/>
                    <a:pt x="27" y="9"/>
                  </a:cubicBezTo>
                  <a:cubicBezTo>
                    <a:pt x="27" y="8"/>
                    <a:pt x="26" y="8"/>
                    <a:pt x="24" y="8"/>
                  </a:cubicBezTo>
                  <a:cubicBezTo>
                    <a:pt x="23" y="8"/>
                    <a:pt x="22" y="8"/>
                    <a:pt x="21" y="9"/>
                  </a:cubicBezTo>
                  <a:cubicBezTo>
                    <a:pt x="20" y="10"/>
                    <a:pt x="20" y="12"/>
                    <a:pt x="20" y="14"/>
                  </a:cubicBezTo>
                  <a:cubicBezTo>
                    <a:pt x="20" y="16"/>
                    <a:pt x="20" y="17"/>
                    <a:pt x="21" y="18"/>
                  </a:cubicBezTo>
                  <a:cubicBezTo>
                    <a:pt x="22" y="19"/>
                    <a:pt x="23" y="19"/>
                    <a:pt x="24" y="19"/>
                  </a:cubicBezTo>
                  <a:cubicBezTo>
                    <a:pt x="26" y="19"/>
                    <a:pt x="27" y="19"/>
                    <a:pt x="27" y="18"/>
                  </a:cubicBezTo>
                  <a:cubicBezTo>
                    <a:pt x="28" y="17"/>
                    <a:pt x="28" y="16"/>
                    <a:pt x="28" y="14"/>
                  </a:cubicBezTo>
                  <a:close/>
                  <a:moveTo>
                    <a:pt x="47" y="21"/>
                  </a:moveTo>
                  <a:cubicBezTo>
                    <a:pt x="45" y="21"/>
                    <a:pt x="45" y="21"/>
                    <a:pt x="45" y="21"/>
                  </a:cubicBezTo>
                  <a:cubicBezTo>
                    <a:pt x="45" y="20"/>
                    <a:pt x="45" y="20"/>
                    <a:pt x="45" y="20"/>
                  </a:cubicBezTo>
                  <a:cubicBezTo>
                    <a:pt x="44" y="20"/>
                    <a:pt x="43" y="21"/>
                    <a:pt x="42" y="21"/>
                  </a:cubicBezTo>
                  <a:cubicBezTo>
                    <a:pt x="42" y="21"/>
                    <a:pt x="41" y="22"/>
                    <a:pt x="40" y="22"/>
                  </a:cubicBezTo>
                  <a:cubicBezTo>
                    <a:pt x="39" y="22"/>
                    <a:pt x="39" y="22"/>
                    <a:pt x="38" y="21"/>
                  </a:cubicBezTo>
                  <a:cubicBezTo>
                    <a:pt x="38" y="21"/>
                    <a:pt x="37" y="21"/>
                    <a:pt x="37" y="20"/>
                  </a:cubicBezTo>
                  <a:cubicBezTo>
                    <a:pt x="36" y="20"/>
                    <a:pt x="36" y="19"/>
                    <a:pt x="36" y="19"/>
                  </a:cubicBezTo>
                  <a:cubicBezTo>
                    <a:pt x="35" y="18"/>
                    <a:pt x="35" y="17"/>
                    <a:pt x="35" y="16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8" y="6"/>
                    <a:pt x="38" y="6"/>
                    <a:pt x="38" y="6"/>
                  </a:cubicBezTo>
                  <a:cubicBezTo>
                    <a:pt x="38" y="15"/>
                    <a:pt x="38" y="15"/>
                    <a:pt x="38" y="15"/>
                  </a:cubicBezTo>
                  <a:cubicBezTo>
                    <a:pt x="38" y="15"/>
                    <a:pt x="38" y="16"/>
                    <a:pt x="38" y="17"/>
                  </a:cubicBezTo>
                  <a:cubicBezTo>
                    <a:pt x="38" y="17"/>
                    <a:pt x="38" y="18"/>
                    <a:pt x="38" y="18"/>
                  </a:cubicBezTo>
                  <a:cubicBezTo>
                    <a:pt x="38" y="18"/>
                    <a:pt x="39" y="19"/>
                    <a:pt x="39" y="19"/>
                  </a:cubicBezTo>
                  <a:cubicBezTo>
                    <a:pt x="39" y="19"/>
                    <a:pt x="40" y="19"/>
                    <a:pt x="41" y="19"/>
                  </a:cubicBezTo>
                  <a:cubicBezTo>
                    <a:pt x="41" y="19"/>
                    <a:pt x="42" y="19"/>
                    <a:pt x="43" y="19"/>
                  </a:cubicBezTo>
                  <a:cubicBezTo>
                    <a:pt x="43" y="18"/>
                    <a:pt x="44" y="18"/>
                    <a:pt x="45" y="17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7" y="21"/>
                    <a:pt x="47" y="21"/>
                    <a:pt x="47" y="21"/>
                  </a:cubicBezTo>
                  <a:close/>
                  <a:moveTo>
                    <a:pt x="57" y="22"/>
                  </a:moveTo>
                  <a:cubicBezTo>
                    <a:pt x="56" y="22"/>
                    <a:pt x="55" y="21"/>
                    <a:pt x="54" y="20"/>
                  </a:cubicBezTo>
                  <a:cubicBezTo>
                    <a:pt x="53" y="20"/>
                    <a:pt x="53" y="18"/>
                    <a:pt x="53" y="17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6"/>
                    <a:pt x="51" y="6"/>
                    <a:pt x="51" y="6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3" y="2"/>
                    <a:pt x="53" y="2"/>
                    <a:pt x="53" y="2"/>
                  </a:cubicBezTo>
                  <a:cubicBezTo>
                    <a:pt x="55" y="2"/>
                    <a:pt x="55" y="2"/>
                    <a:pt x="55" y="2"/>
                  </a:cubicBezTo>
                  <a:cubicBezTo>
                    <a:pt x="55" y="6"/>
                    <a:pt x="55" y="6"/>
                    <a:pt x="55" y="6"/>
                  </a:cubicBezTo>
                  <a:cubicBezTo>
                    <a:pt x="60" y="6"/>
                    <a:pt x="60" y="6"/>
                    <a:pt x="60" y="6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55" y="8"/>
                    <a:pt x="55" y="8"/>
                    <a:pt x="55" y="8"/>
                  </a:cubicBezTo>
                  <a:cubicBezTo>
                    <a:pt x="55" y="15"/>
                    <a:pt x="55" y="15"/>
                    <a:pt x="55" y="15"/>
                  </a:cubicBezTo>
                  <a:cubicBezTo>
                    <a:pt x="55" y="16"/>
                    <a:pt x="55" y="17"/>
                    <a:pt x="55" y="17"/>
                  </a:cubicBezTo>
                  <a:cubicBezTo>
                    <a:pt x="55" y="18"/>
                    <a:pt x="56" y="18"/>
                    <a:pt x="56" y="18"/>
                  </a:cubicBezTo>
                  <a:cubicBezTo>
                    <a:pt x="56" y="19"/>
                    <a:pt x="56" y="19"/>
                    <a:pt x="56" y="19"/>
                  </a:cubicBezTo>
                  <a:cubicBezTo>
                    <a:pt x="57" y="19"/>
                    <a:pt x="57" y="19"/>
                    <a:pt x="58" y="19"/>
                  </a:cubicBezTo>
                  <a:cubicBezTo>
                    <a:pt x="58" y="19"/>
                    <a:pt x="59" y="19"/>
                    <a:pt x="59" y="19"/>
                  </a:cubicBezTo>
                  <a:cubicBezTo>
                    <a:pt x="59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21"/>
                    <a:pt x="60" y="21"/>
                    <a:pt x="60" y="21"/>
                  </a:cubicBezTo>
                  <a:cubicBezTo>
                    <a:pt x="60" y="21"/>
                    <a:pt x="59" y="21"/>
                    <a:pt x="59" y="21"/>
                  </a:cubicBezTo>
                  <a:cubicBezTo>
                    <a:pt x="58" y="21"/>
                    <a:pt x="58" y="22"/>
                    <a:pt x="57" y="22"/>
                  </a:cubicBezTo>
                  <a:close/>
                  <a:moveTo>
                    <a:pt x="76" y="21"/>
                  </a:moveTo>
                  <a:cubicBezTo>
                    <a:pt x="73" y="21"/>
                    <a:pt x="73" y="21"/>
                    <a:pt x="73" y="21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1"/>
                    <a:pt x="73" y="11"/>
                  </a:cubicBezTo>
                  <a:cubicBezTo>
                    <a:pt x="73" y="10"/>
                    <a:pt x="73" y="10"/>
                    <a:pt x="73" y="9"/>
                  </a:cubicBezTo>
                  <a:cubicBezTo>
                    <a:pt x="72" y="9"/>
                    <a:pt x="72" y="9"/>
                    <a:pt x="72" y="8"/>
                  </a:cubicBezTo>
                  <a:cubicBezTo>
                    <a:pt x="71" y="8"/>
                    <a:pt x="71" y="8"/>
                    <a:pt x="70" y="8"/>
                  </a:cubicBezTo>
                  <a:cubicBezTo>
                    <a:pt x="70" y="8"/>
                    <a:pt x="69" y="8"/>
                    <a:pt x="68" y="9"/>
                  </a:cubicBezTo>
                  <a:cubicBezTo>
                    <a:pt x="68" y="9"/>
                    <a:pt x="67" y="9"/>
                    <a:pt x="66" y="10"/>
                  </a:cubicBezTo>
                  <a:cubicBezTo>
                    <a:pt x="66" y="21"/>
                    <a:pt x="66" y="21"/>
                    <a:pt x="66" y="21"/>
                  </a:cubicBezTo>
                  <a:cubicBezTo>
                    <a:pt x="64" y="21"/>
                    <a:pt x="64" y="21"/>
                    <a:pt x="64" y="21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67" y="7"/>
                    <a:pt x="68" y="7"/>
                    <a:pt x="68" y="6"/>
                  </a:cubicBezTo>
                  <a:cubicBezTo>
                    <a:pt x="69" y="6"/>
                    <a:pt x="70" y="6"/>
                    <a:pt x="71" y="6"/>
                  </a:cubicBezTo>
                  <a:cubicBezTo>
                    <a:pt x="72" y="6"/>
                    <a:pt x="73" y="6"/>
                    <a:pt x="74" y="7"/>
                  </a:cubicBezTo>
                  <a:cubicBezTo>
                    <a:pt x="75" y="8"/>
                    <a:pt x="76" y="10"/>
                    <a:pt x="76" y="11"/>
                  </a:cubicBezTo>
                  <a:cubicBezTo>
                    <a:pt x="76" y="21"/>
                    <a:pt x="76" y="21"/>
                    <a:pt x="76" y="21"/>
                  </a:cubicBezTo>
                  <a:close/>
                  <a:moveTo>
                    <a:pt x="99" y="6"/>
                  </a:moveTo>
                  <a:cubicBezTo>
                    <a:pt x="95" y="21"/>
                    <a:pt x="95" y="21"/>
                    <a:pt x="95" y="21"/>
                  </a:cubicBezTo>
                  <a:cubicBezTo>
                    <a:pt x="93" y="21"/>
                    <a:pt x="93" y="21"/>
                    <a:pt x="93" y="2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6" y="21"/>
                    <a:pt x="86" y="21"/>
                    <a:pt x="86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79" y="6"/>
                    <a:pt x="79" y="6"/>
                    <a:pt x="79" y="6"/>
                  </a:cubicBezTo>
                  <a:cubicBezTo>
                    <a:pt x="82" y="6"/>
                    <a:pt x="82" y="6"/>
                    <a:pt x="82" y="6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8" y="6"/>
                    <a:pt x="88" y="6"/>
                    <a:pt x="88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7" y="6"/>
                    <a:pt x="97" y="6"/>
                    <a:pt x="97" y="6"/>
                  </a:cubicBezTo>
                  <a:cubicBezTo>
                    <a:pt x="99" y="6"/>
                    <a:pt x="99" y="6"/>
                    <a:pt x="99" y="6"/>
                  </a:cubicBezTo>
                  <a:close/>
                  <a:moveTo>
                    <a:pt x="110" y="22"/>
                  </a:moveTo>
                  <a:cubicBezTo>
                    <a:pt x="107" y="22"/>
                    <a:pt x="105" y="21"/>
                    <a:pt x="104" y="20"/>
                  </a:cubicBezTo>
                  <a:cubicBezTo>
                    <a:pt x="103" y="18"/>
                    <a:pt x="102" y="16"/>
                    <a:pt x="102" y="14"/>
                  </a:cubicBezTo>
                  <a:cubicBezTo>
                    <a:pt x="102" y="11"/>
                    <a:pt x="103" y="9"/>
                    <a:pt x="104" y="8"/>
                  </a:cubicBezTo>
                  <a:cubicBezTo>
                    <a:pt x="105" y="6"/>
                    <a:pt x="107" y="6"/>
                    <a:pt x="109" y="6"/>
                  </a:cubicBezTo>
                  <a:cubicBezTo>
                    <a:pt x="110" y="6"/>
                    <a:pt x="111" y="6"/>
                    <a:pt x="112" y="6"/>
                  </a:cubicBezTo>
                  <a:cubicBezTo>
                    <a:pt x="112" y="6"/>
                    <a:pt x="113" y="7"/>
                    <a:pt x="114" y="7"/>
                  </a:cubicBezTo>
                  <a:cubicBezTo>
                    <a:pt x="114" y="8"/>
                    <a:pt x="115" y="9"/>
                    <a:pt x="115" y="9"/>
                  </a:cubicBezTo>
                  <a:cubicBezTo>
                    <a:pt x="115" y="10"/>
                    <a:pt x="115" y="11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05" y="14"/>
                    <a:pt x="105" y="14"/>
                    <a:pt x="105" y="14"/>
                  </a:cubicBezTo>
                  <a:cubicBezTo>
                    <a:pt x="105" y="16"/>
                    <a:pt x="105" y="17"/>
                    <a:pt x="106" y="18"/>
                  </a:cubicBezTo>
                  <a:cubicBezTo>
                    <a:pt x="107" y="19"/>
                    <a:pt x="108" y="19"/>
                    <a:pt x="110" y="19"/>
                  </a:cubicBezTo>
                  <a:cubicBezTo>
                    <a:pt x="110" y="19"/>
                    <a:pt x="111" y="19"/>
                    <a:pt x="111" y="19"/>
                  </a:cubicBezTo>
                  <a:cubicBezTo>
                    <a:pt x="112" y="19"/>
                    <a:pt x="112" y="19"/>
                    <a:pt x="113" y="19"/>
                  </a:cubicBezTo>
                  <a:cubicBezTo>
                    <a:pt x="113" y="18"/>
                    <a:pt x="114" y="18"/>
                    <a:pt x="114" y="18"/>
                  </a:cubicBezTo>
                  <a:cubicBezTo>
                    <a:pt x="114" y="18"/>
                    <a:pt x="115" y="18"/>
                    <a:pt x="115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0"/>
                    <a:pt x="114" y="21"/>
                    <a:pt x="114" y="21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2" y="21"/>
                    <a:pt x="112" y="21"/>
                    <a:pt x="111" y="21"/>
                  </a:cubicBezTo>
                  <a:cubicBezTo>
                    <a:pt x="111" y="22"/>
                    <a:pt x="110" y="22"/>
                    <a:pt x="110" y="22"/>
                  </a:cubicBezTo>
                  <a:close/>
                  <a:moveTo>
                    <a:pt x="113" y="12"/>
                  </a:moveTo>
                  <a:cubicBezTo>
                    <a:pt x="113" y="11"/>
                    <a:pt x="113" y="11"/>
                    <a:pt x="113" y="10"/>
                  </a:cubicBezTo>
                  <a:cubicBezTo>
                    <a:pt x="112" y="10"/>
                    <a:pt x="112" y="9"/>
                    <a:pt x="112" y="9"/>
                  </a:cubicBezTo>
                  <a:cubicBezTo>
                    <a:pt x="112" y="9"/>
                    <a:pt x="111" y="8"/>
                    <a:pt x="111" y="8"/>
                  </a:cubicBezTo>
                  <a:cubicBezTo>
                    <a:pt x="110" y="8"/>
                    <a:pt x="110" y="8"/>
                    <a:pt x="109" y="8"/>
                  </a:cubicBezTo>
                  <a:cubicBezTo>
                    <a:pt x="108" y="8"/>
                    <a:pt x="108" y="8"/>
                    <a:pt x="107" y="8"/>
                  </a:cubicBezTo>
                  <a:cubicBezTo>
                    <a:pt x="107" y="8"/>
                    <a:pt x="106" y="9"/>
                    <a:pt x="106" y="9"/>
                  </a:cubicBezTo>
                  <a:cubicBezTo>
                    <a:pt x="106" y="9"/>
                    <a:pt x="105" y="10"/>
                    <a:pt x="105" y="10"/>
                  </a:cubicBezTo>
                  <a:cubicBezTo>
                    <a:pt x="105" y="11"/>
                    <a:pt x="105" y="11"/>
                    <a:pt x="105" y="12"/>
                  </a:cubicBezTo>
                  <a:cubicBezTo>
                    <a:pt x="113" y="12"/>
                    <a:pt x="113" y="12"/>
                    <a:pt x="113" y="12"/>
                  </a:cubicBezTo>
                  <a:close/>
                  <a:moveTo>
                    <a:pt x="124" y="22"/>
                  </a:moveTo>
                  <a:cubicBezTo>
                    <a:pt x="123" y="22"/>
                    <a:pt x="122" y="21"/>
                    <a:pt x="121" y="21"/>
                  </a:cubicBezTo>
                  <a:cubicBezTo>
                    <a:pt x="120" y="21"/>
                    <a:pt x="119" y="21"/>
                    <a:pt x="119" y="20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19" y="18"/>
                    <a:pt x="119" y="18"/>
                    <a:pt x="120" y="18"/>
                  </a:cubicBezTo>
                  <a:cubicBezTo>
                    <a:pt x="120" y="18"/>
                    <a:pt x="120" y="18"/>
                    <a:pt x="121" y="19"/>
                  </a:cubicBezTo>
                  <a:cubicBezTo>
                    <a:pt x="121" y="19"/>
                    <a:pt x="122" y="19"/>
                    <a:pt x="122" y="19"/>
                  </a:cubicBezTo>
                  <a:cubicBezTo>
                    <a:pt x="123" y="19"/>
                    <a:pt x="123" y="19"/>
                    <a:pt x="124" y="19"/>
                  </a:cubicBezTo>
                  <a:cubicBezTo>
                    <a:pt x="124" y="19"/>
                    <a:pt x="125" y="19"/>
                    <a:pt x="125" y="19"/>
                  </a:cubicBezTo>
                  <a:cubicBezTo>
                    <a:pt x="126" y="19"/>
                    <a:pt x="126" y="19"/>
                    <a:pt x="126" y="19"/>
                  </a:cubicBezTo>
                  <a:cubicBezTo>
                    <a:pt x="126" y="19"/>
                    <a:pt x="127" y="18"/>
                    <a:pt x="127" y="18"/>
                  </a:cubicBezTo>
                  <a:cubicBezTo>
                    <a:pt x="127" y="18"/>
                    <a:pt x="127" y="18"/>
                    <a:pt x="127" y="17"/>
                  </a:cubicBezTo>
                  <a:cubicBezTo>
                    <a:pt x="127" y="17"/>
                    <a:pt x="127" y="16"/>
                    <a:pt x="127" y="16"/>
                  </a:cubicBezTo>
                  <a:cubicBezTo>
                    <a:pt x="126" y="16"/>
                    <a:pt x="126" y="15"/>
                    <a:pt x="125" y="15"/>
                  </a:cubicBezTo>
                  <a:cubicBezTo>
                    <a:pt x="124" y="15"/>
                    <a:pt x="124" y="15"/>
                    <a:pt x="123" y="15"/>
                  </a:cubicBezTo>
                  <a:cubicBezTo>
                    <a:pt x="123" y="15"/>
                    <a:pt x="122" y="15"/>
                    <a:pt x="122" y="14"/>
                  </a:cubicBezTo>
                  <a:cubicBezTo>
                    <a:pt x="121" y="14"/>
                    <a:pt x="120" y="14"/>
                    <a:pt x="119" y="13"/>
                  </a:cubicBezTo>
                  <a:cubicBezTo>
                    <a:pt x="119" y="12"/>
                    <a:pt x="119" y="11"/>
                    <a:pt x="119" y="10"/>
                  </a:cubicBezTo>
                  <a:cubicBezTo>
                    <a:pt x="119" y="9"/>
                    <a:pt x="119" y="8"/>
                    <a:pt x="120" y="7"/>
                  </a:cubicBezTo>
                  <a:cubicBezTo>
                    <a:pt x="121" y="6"/>
                    <a:pt x="123" y="6"/>
                    <a:pt x="124" y="6"/>
                  </a:cubicBezTo>
                  <a:cubicBezTo>
                    <a:pt x="125" y="6"/>
                    <a:pt x="126" y="6"/>
                    <a:pt x="127" y="6"/>
                  </a:cubicBezTo>
                  <a:cubicBezTo>
                    <a:pt x="128" y="6"/>
                    <a:pt x="128" y="6"/>
                    <a:pt x="129" y="7"/>
                  </a:cubicBezTo>
                  <a:cubicBezTo>
                    <a:pt x="129" y="10"/>
                    <a:pt x="129" y="10"/>
                    <a:pt x="129" y="10"/>
                  </a:cubicBezTo>
                  <a:cubicBezTo>
                    <a:pt x="129" y="10"/>
                    <a:pt x="129" y="10"/>
                    <a:pt x="129" y="10"/>
                  </a:cubicBezTo>
                  <a:cubicBezTo>
                    <a:pt x="128" y="9"/>
                    <a:pt x="128" y="9"/>
                    <a:pt x="127" y="8"/>
                  </a:cubicBezTo>
                  <a:cubicBezTo>
                    <a:pt x="126" y="8"/>
                    <a:pt x="125" y="8"/>
                    <a:pt x="124" y="8"/>
                  </a:cubicBezTo>
                  <a:cubicBezTo>
                    <a:pt x="123" y="8"/>
                    <a:pt x="123" y="8"/>
                    <a:pt x="122" y="8"/>
                  </a:cubicBezTo>
                  <a:cubicBezTo>
                    <a:pt x="122" y="9"/>
                    <a:pt x="121" y="9"/>
                    <a:pt x="121" y="10"/>
                  </a:cubicBezTo>
                  <a:cubicBezTo>
                    <a:pt x="121" y="11"/>
                    <a:pt x="121" y="11"/>
                    <a:pt x="122" y="11"/>
                  </a:cubicBezTo>
                  <a:cubicBezTo>
                    <a:pt x="122" y="12"/>
                    <a:pt x="123" y="12"/>
                    <a:pt x="123" y="12"/>
                  </a:cubicBezTo>
                  <a:cubicBezTo>
                    <a:pt x="124" y="12"/>
                    <a:pt x="124" y="12"/>
                    <a:pt x="125" y="12"/>
                  </a:cubicBezTo>
                  <a:cubicBezTo>
                    <a:pt x="125" y="13"/>
                    <a:pt x="126" y="13"/>
                    <a:pt x="126" y="13"/>
                  </a:cubicBezTo>
                  <a:cubicBezTo>
                    <a:pt x="127" y="13"/>
                    <a:pt x="128" y="14"/>
                    <a:pt x="129" y="14"/>
                  </a:cubicBezTo>
                  <a:cubicBezTo>
                    <a:pt x="129" y="15"/>
                    <a:pt x="130" y="16"/>
                    <a:pt x="130" y="17"/>
                  </a:cubicBezTo>
                  <a:cubicBezTo>
                    <a:pt x="130" y="17"/>
                    <a:pt x="129" y="18"/>
                    <a:pt x="129" y="19"/>
                  </a:cubicBezTo>
                  <a:cubicBezTo>
                    <a:pt x="129" y="19"/>
                    <a:pt x="129" y="20"/>
                    <a:pt x="128" y="20"/>
                  </a:cubicBezTo>
                  <a:cubicBezTo>
                    <a:pt x="128" y="21"/>
                    <a:pt x="127" y="21"/>
                    <a:pt x="126" y="21"/>
                  </a:cubicBezTo>
                  <a:cubicBezTo>
                    <a:pt x="126" y="21"/>
                    <a:pt x="125" y="22"/>
                    <a:pt x="124" y="22"/>
                  </a:cubicBezTo>
                  <a:close/>
                  <a:moveTo>
                    <a:pt x="138" y="22"/>
                  </a:moveTo>
                  <a:cubicBezTo>
                    <a:pt x="137" y="22"/>
                    <a:pt x="136" y="21"/>
                    <a:pt x="135" y="20"/>
                  </a:cubicBezTo>
                  <a:cubicBezTo>
                    <a:pt x="134" y="20"/>
                    <a:pt x="134" y="18"/>
                    <a:pt x="134" y="17"/>
                  </a:cubicBezTo>
                  <a:cubicBezTo>
                    <a:pt x="134" y="8"/>
                    <a:pt x="134" y="8"/>
                    <a:pt x="134" y="8"/>
                  </a:cubicBezTo>
                  <a:cubicBezTo>
                    <a:pt x="132" y="8"/>
                    <a:pt x="132" y="8"/>
                    <a:pt x="132" y="8"/>
                  </a:cubicBezTo>
                  <a:cubicBezTo>
                    <a:pt x="132" y="6"/>
                    <a:pt x="132" y="6"/>
                    <a:pt x="132" y="6"/>
                  </a:cubicBezTo>
                  <a:cubicBezTo>
                    <a:pt x="134" y="6"/>
                    <a:pt x="134" y="6"/>
                    <a:pt x="134" y="6"/>
                  </a:cubicBezTo>
                  <a:cubicBezTo>
                    <a:pt x="134" y="2"/>
                    <a:pt x="134" y="2"/>
                    <a:pt x="134" y="2"/>
                  </a:cubicBezTo>
                  <a:cubicBezTo>
                    <a:pt x="136" y="2"/>
                    <a:pt x="136" y="2"/>
                    <a:pt x="136" y="2"/>
                  </a:cubicBezTo>
                  <a:cubicBezTo>
                    <a:pt x="136" y="6"/>
                    <a:pt x="136" y="6"/>
                    <a:pt x="136" y="6"/>
                  </a:cubicBezTo>
                  <a:cubicBezTo>
                    <a:pt x="141" y="6"/>
                    <a:pt x="141" y="6"/>
                    <a:pt x="141" y="6"/>
                  </a:cubicBezTo>
                  <a:cubicBezTo>
                    <a:pt x="141" y="8"/>
                    <a:pt x="141" y="8"/>
                    <a:pt x="141" y="8"/>
                  </a:cubicBezTo>
                  <a:cubicBezTo>
                    <a:pt x="136" y="8"/>
                    <a:pt x="136" y="8"/>
                    <a:pt x="136" y="8"/>
                  </a:cubicBezTo>
                  <a:cubicBezTo>
                    <a:pt x="136" y="15"/>
                    <a:pt x="136" y="15"/>
                    <a:pt x="136" y="15"/>
                  </a:cubicBezTo>
                  <a:cubicBezTo>
                    <a:pt x="136" y="16"/>
                    <a:pt x="136" y="17"/>
                    <a:pt x="136" y="17"/>
                  </a:cubicBezTo>
                  <a:cubicBezTo>
                    <a:pt x="137" y="18"/>
                    <a:pt x="137" y="18"/>
                    <a:pt x="137" y="18"/>
                  </a:cubicBezTo>
                  <a:cubicBezTo>
                    <a:pt x="137" y="19"/>
                    <a:pt x="137" y="19"/>
                    <a:pt x="138" y="19"/>
                  </a:cubicBezTo>
                  <a:cubicBezTo>
                    <a:pt x="138" y="19"/>
                    <a:pt x="138" y="19"/>
                    <a:pt x="139" y="19"/>
                  </a:cubicBezTo>
                  <a:cubicBezTo>
                    <a:pt x="139" y="19"/>
                    <a:pt x="140" y="19"/>
                    <a:pt x="140" y="19"/>
                  </a:cubicBezTo>
                  <a:cubicBezTo>
                    <a:pt x="141" y="19"/>
                    <a:pt x="141" y="19"/>
                    <a:pt x="141" y="19"/>
                  </a:cubicBezTo>
                  <a:cubicBezTo>
                    <a:pt x="141" y="19"/>
                    <a:pt x="141" y="19"/>
                    <a:pt x="141" y="19"/>
                  </a:cubicBezTo>
                  <a:cubicBezTo>
                    <a:pt x="141" y="21"/>
                    <a:pt x="141" y="21"/>
                    <a:pt x="141" y="21"/>
                  </a:cubicBezTo>
                  <a:cubicBezTo>
                    <a:pt x="141" y="21"/>
                    <a:pt x="140" y="21"/>
                    <a:pt x="140" y="21"/>
                  </a:cubicBezTo>
                  <a:cubicBezTo>
                    <a:pt x="139" y="21"/>
                    <a:pt x="139" y="22"/>
                    <a:pt x="138" y="22"/>
                  </a:cubicBezTo>
                  <a:close/>
                  <a:moveTo>
                    <a:pt x="160" y="16"/>
                  </a:moveTo>
                  <a:cubicBezTo>
                    <a:pt x="160" y="18"/>
                    <a:pt x="159" y="19"/>
                    <a:pt x="158" y="20"/>
                  </a:cubicBezTo>
                  <a:cubicBezTo>
                    <a:pt x="157" y="21"/>
                    <a:pt x="155" y="22"/>
                    <a:pt x="154" y="22"/>
                  </a:cubicBezTo>
                  <a:cubicBezTo>
                    <a:pt x="153" y="22"/>
                    <a:pt x="153" y="21"/>
                    <a:pt x="152" y="21"/>
                  </a:cubicBezTo>
                  <a:cubicBezTo>
                    <a:pt x="151" y="21"/>
                    <a:pt x="151" y="21"/>
                    <a:pt x="150" y="21"/>
                  </a:cubicBezTo>
                  <a:cubicBezTo>
                    <a:pt x="150" y="19"/>
                    <a:pt x="150" y="19"/>
                    <a:pt x="150" y="19"/>
                  </a:cubicBezTo>
                  <a:cubicBezTo>
                    <a:pt x="150" y="19"/>
                    <a:pt x="150" y="19"/>
                    <a:pt x="150" y="19"/>
                  </a:cubicBezTo>
                  <a:cubicBezTo>
                    <a:pt x="151" y="19"/>
                    <a:pt x="151" y="19"/>
                    <a:pt x="152" y="19"/>
                  </a:cubicBezTo>
                  <a:cubicBezTo>
                    <a:pt x="152" y="19"/>
                    <a:pt x="153" y="19"/>
                    <a:pt x="153" y="19"/>
                  </a:cubicBezTo>
                  <a:cubicBezTo>
                    <a:pt x="154" y="19"/>
                    <a:pt x="155" y="19"/>
                    <a:pt x="155" y="19"/>
                  </a:cubicBezTo>
                  <a:cubicBezTo>
                    <a:pt x="156" y="19"/>
                    <a:pt x="156" y="18"/>
                    <a:pt x="156" y="18"/>
                  </a:cubicBezTo>
                  <a:cubicBezTo>
                    <a:pt x="157" y="18"/>
                    <a:pt x="157" y="17"/>
                    <a:pt x="157" y="17"/>
                  </a:cubicBezTo>
                  <a:cubicBezTo>
                    <a:pt x="157" y="16"/>
                    <a:pt x="157" y="16"/>
                    <a:pt x="157" y="15"/>
                  </a:cubicBezTo>
                  <a:cubicBezTo>
                    <a:pt x="157" y="3"/>
                    <a:pt x="157" y="3"/>
                    <a:pt x="157" y="3"/>
                  </a:cubicBezTo>
                  <a:cubicBezTo>
                    <a:pt x="153" y="3"/>
                    <a:pt x="153" y="3"/>
                    <a:pt x="153" y="3"/>
                  </a:cubicBezTo>
                  <a:cubicBezTo>
                    <a:pt x="153" y="1"/>
                    <a:pt x="153" y="1"/>
                    <a:pt x="153" y="1"/>
                  </a:cubicBezTo>
                  <a:cubicBezTo>
                    <a:pt x="160" y="1"/>
                    <a:pt x="160" y="1"/>
                    <a:pt x="160" y="1"/>
                  </a:cubicBezTo>
                  <a:cubicBezTo>
                    <a:pt x="160" y="16"/>
                    <a:pt x="160" y="16"/>
                    <a:pt x="160" y="16"/>
                  </a:cubicBezTo>
                  <a:close/>
                  <a:moveTo>
                    <a:pt x="168" y="21"/>
                  </a:moveTo>
                  <a:cubicBezTo>
                    <a:pt x="165" y="21"/>
                    <a:pt x="165" y="21"/>
                    <a:pt x="165" y="21"/>
                  </a:cubicBezTo>
                  <a:cubicBezTo>
                    <a:pt x="165" y="6"/>
                    <a:pt x="165" y="6"/>
                    <a:pt x="165" y="6"/>
                  </a:cubicBezTo>
                  <a:cubicBezTo>
                    <a:pt x="168" y="6"/>
                    <a:pt x="168" y="6"/>
                    <a:pt x="168" y="6"/>
                  </a:cubicBezTo>
                  <a:cubicBezTo>
                    <a:pt x="168" y="21"/>
                    <a:pt x="168" y="21"/>
                    <a:pt x="168" y="21"/>
                  </a:cubicBezTo>
                  <a:close/>
                  <a:moveTo>
                    <a:pt x="168" y="3"/>
                  </a:moveTo>
                  <a:cubicBezTo>
                    <a:pt x="165" y="3"/>
                    <a:pt x="165" y="3"/>
                    <a:pt x="165" y="3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8" y="1"/>
                    <a:pt x="168" y="1"/>
                    <a:pt x="168" y="1"/>
                  </a:cubicBezTo>
                  <a:cubicBezTo>
                    <a:pt x="168" y="3"/>
                    <a:pt x="168" y="3"/>
                    <a:pt x="168" y="3"/>
                  </a:cubicBezTo>
                  <a:close/>
                  <a:moveTo>
                    <a:pt x="182" y="17"/>
                  </a:moveTo>
                  <a:cubicBezTo>
                    <a:pt x="182" y="13"/>
                    <a:pt x="182" y="13"/>
                    <a:pt x="182" y="13"/>
                  </a:cubicBezTo>
                  <a:cubicBezTo>
                    <a:pt x="181" y="13"/>
                    <a:pt x="180" y="13"/>
                    <a:pt x="179" y="13"/>
                  </a:cubicBezTo>
                  <a:cubicBezTo>
                    <a:pt x="178" y="14"/>
                    <a:pt x="178" y="14"/>
                    <a:pt x="177" y="14"/>
                  </a:cubicBezTo>
                  <a:cubicBezTo>
                    <a:pt x="176" y="14"/>
                    <a:pt x="176" y="14"/>
                    <a:pt x="175" y="15"/>
                  </a:cubicBezTo>
                  <a:cubicBezTo>
                    <a:pt x="175" y="15"/>
                    <a:pt x="175" y="16"/>
                    <a:pt x="175" y="17"/>
                  </a:cubicBezTo>
                  <a:cubicBezTo>
                    <a:pt x="175" y="18"/>
                    <a:pt x="175" y="18"/>
                    <a:pt x="175" y="19"/>
                  </a:cubicBezTo>
                  <a:cubicBezTo>
                    <a:pt x="176" y="19"/>
                    <a:pt x="177" y="19"/>
                    <a:pt x="178" y="19"/>
                  </a:cubicBezTo>
                  <a:cubicBezTo>
                    <a:pt x="178" y="19"/>
                    <a:pt x="179" y="19"/>
                    <a:pt x="180" y="19"/>
                  </a:cubicBezTo>
                  <a:cubicBezTo>
                    <a:pt x="180" y="18"/>
                    <a:pt x="181" y="18"/>
                    <a:pt x="182" y="17"/>
                  </a:cubicBezTo>
                  <a:close/>
                  <a:moveTo>
                    <a:pt x="182" y="20"/>
                  </a:moveTo>
                  <a:cubicBezTo>
                    <a:pt x="181" y="20"/>
                    <a:pt x="181" y="20"/>
                    <a:pt x="181" y="20"/>
                  </a:cubicBezTo>
                  <a:cubicBezTo>
                    <a:pt x="180" y="21"/>
                    <a:pt x="180" y="21"/>
                    <a:pt x="180" y="21"/>
                  </a:cubicBezTo>
                  <a:cubicBezTo>
                    <a:pt x="179" y="21"/>
                    <a:pt x="179" y="21"/>
                    <a:pt x="178" y="21"/>
                  </a:cubicBezTo>
                  <a:cubicBezTo>
                    <a:pt x="178" y="22"/>
                    <a:pt x="177" y="22"/>
                    <a:pt x="177" y="22"/>
                  </a:cubicBezTo>
                  <a:cubicBezTo>
                    <a:pt x="176" y="22"/>
                    <a:pt x="176" y="22"/>
                    <a:pt x="175" y="21"/>
                  </a:cubicBezTo>
                  <a:cubicBezTo>
                    <a:pt x="174" y="21"/>
                    <a:pt x="174" y="21"/>
                    <a:pt x="173" y="20"/>
                  </a:cubicBezTo>
                  <a:cubicBezTo>
                    <a:pt x="173" y="20"/>
                    <a:pt x="173" y="19"/>
                    <a:pt x="172" y="19"/>
                  </a:cubicBezTo>
                  <a:cubicBezTo>
                    <a:pt x="172" y="18"/>
                    <a:pt x="172" y="17"/>
                    <a:pt x="172" y="17"/>
                  </a:cubicBezTo>
                  <a:cubicBezTo>
                    <a:pt x="172" y="16"/>
                    <a:pt x="172" y="15"/>
                    <a:pt x="173" y="14"/>
                  </a:cubicBezTo>
                  <a:cubicBezTo>
                    <a:pt x="173" y="13"/>
                    <a:pt x="174" y="13"/>
                    <a:pt x="175" y="12"/>
                  </a:cubicBezTo>
                  <a:cubicBezTo>
                    <a:pt x="176" y="12"/>
                    <a:pt x="177" y="12"/>
                    <a:pt x="178" y="12"/>
                  </a:cubicBezTo>
                  <a:cubicBezTo>
                    <a:pt x="179" y="11"/>
                    <a:pt x="180" y="11"/>
                    <a:pt x="182" y="11"/>
                  </a:cubicBezTo>
                  <a:cubicBezTo>
                    <a:pt x="182" y="11"/>
                    <a:pt x="182" y="11"/>
                    <a:pt x="182" y="11"/>
                  </a:cubicBezTo>
                  <a:cubicBezTo>
                    <a:pt x="182" y="10"/>
                    <a:pt x="182" y="10"/>
                    <a:pt x="181" y="9"/>
                  </a:cubicBezTo>
                  <a:cubicBezTo>
                    <a:pt x="181" y="9"/>
                    <a:pt x="181" y="9"/>
                    <a:pt x="181" y="8"/>
                  </a:cubicBezTo>
                  <a:cubicBezTo>
                    <a:pt x="180" y="8"/>
                    <a:pt x="180" y="8"/>
                    <a:pt x="179" y="8"/>
                  </a:cubicBezTo>
                  <a:cubicBezTo>
                    <a:pt x="179" y="8"/>
                    <a:pt x="178" y="8"/>
                    <a:pt x="178" y="8"/>
                  </a:cubicBezTo>
                  <a:cubicBezTo>
                    <a:pt x="177" y="8"/>
                    <a:pt x="177" y="8"/>
                    <a:pt x="176" y="8"/>
                  </a:cubicBezTo>
                  <a:cubicBezTo>
                    <a:pt x="175" y="8"/>
                    <a:pt x="174" y="9"/>
                    <a:pt x="174" y="9"/>
                  </a:cubicBezTo>
                  <a:cubicBezTo>
                    <a:pt x="173" y="9"/>
                    <a:pt x="173" y="9"/>
                    <a:pt x="173" y="9"/>
                  </a:cubicBezTo>
                  <a:cubicBezTo>
                    <a:pt x="173" y="6"/>
                    <a:pt x="173" y="6"/>
                    <a:pt x="173" y="6"/>
                  </a:cubicBezTo>
                  <a:cubicBezTo>
                    <a:pt x="174" y="6"/>
                    <a:pt x="174" y="6"/>
                    <a:pt x="175" y="6"/>
                  </a:cubicBezTo>
                  <a:cubicBezTo>
                    <a:pt x="176" y="6"/>
                    <a:pt x="177" y="6"/>
                    <a:pt x="178" y="6"/>
                  </a:cubicBezTo>
                  <a:cubicBezTo>
                    <a:pt x="179" y="6"/>
                    <a:pt x="180" y="6"/>
                    <a:pt x="181" y="6"/>
                  </a:cubicBezTo>
                  <a:cubicBezTo>
                    <a:pt x="181" y="6"/>
                    <a:pt x="182" y="6"/>
                    <a:pt x="183" y="7"/>
                  </a:cubicBezTo>
                  <a:cubicBezTo>
                    <a:pt x="183" y="7"/>
                    <a:pt x="184" y="8"/>
                    <a:pt x="184" y="8"/>
                  </a:cubicBezTo>
                  <a:cubicBezTo>
                    <a:pt x="184" y="9"/>
                    <a:pt x="184" y="10"/>
                    <a:pt x="184" y="11"/>
                  </a:cubicBezTo>
                  <a:cubicBezTo>
                    <a:pt x="184" y="21"/>
                    <a:pt x="184" y="21"/>
                    <a:pt x="184" y="21"/>
                  </a:cubicBezTo>
                  <a:cubicBezTo>
                    <a:pt x="182" y="21"/>
                    <a:pt x="182" y="21"/>
                    <a:pt x="182" y="21"/>
                  </a:cubicBezTo>
                  <a:cubicBezTo>
                    <a:pt x="182" y="20"/>
                    <a:pt x="182" y="20"/>
                    <a:pt x="182" y="20"/>
                  </a:cubicBezTo>
                  <a:close/>
                  <a:moveTo>
                    <a:pt x="202" y="14"/>
                  </a:moveTo>
                  <a:cubicBezTo>
                    <a:pt x="202" y="16"/>
                    <a:pt x="201" y="18"/>
                    <a:pt x="200" y="20"/>
                  </a:cubicBezTo>
                  <a:cubicBezTo>
                    <a:pt x="199" y="21"/>
                    <a:pt x="197" y="22"/>
                    <a:pt x="195" y="22"/>
                  </a:cubicBezTo>
                  <a:cubicBezTo>
                    <a:pt x="193" y="22"/>
                    <a:pt x="191" y="21"/>
                    <a:pt x="190" y="19"/>
                  </a:cubicBezTo>
                  <a:cubicBezTo>
                    <a:pt x="189" y="18"/>
                    <a:pt x="188" y="16"/>
                    <a:pt x="188" y="14"/>
                  </a:cubicBezTo>
                  <a:cubicBezTo>
                    <a:pt x="188" y="11"/>
                    <a:pt x="189" y="9"/>
                    <a:pt x="190" y="8"/>
                  </a:cubicBezTo>
                  <a:cubicBezTo>
                    <a:pt x="192" y="6"/>
                    <a:pt x="193" y="6"/>
                    <a:pt x="195" y="6"/>
                  </a:cubicBezTo>
                  <a:cubicBezTo>
                    <a:pt x="197" y="6"/>
                    <a:pt x="199" y="6"/>
                    <a:pt x="200" y="8"/>
                  </a:cubicBezTo>
                  <a:cubicBezTo>
                    <a:pt x="201" y="9"/>
                    <a:pt x="202" y="11"/>
                    <a:pt x="202" y="14"/>
                  </a:cubicBezTo>
                  <a:close/>
                  <a:moveTo>
                    <a:pt x="199" y="14"/>
                  </a:moveTo>
                  <a:cubicBezTo>
                    <a:pt x="199" y="12"/>
                    <a:pt x="199" y="10"/>
                    <a:pt x="198" y="9"/>
                  </a:cubicBezTo>
                  <a:cubicBezTo>
                    <a:pt x="198" y="8"/>
                    <a:pt x="197" y="8"/>
                    <a:pt x="195" y="8"/>
                  </a:cubicBezTo>
                  <a:cubicBezTo>
                    <a:pt x="194" y="8"/>
                    <a:pt x="193" y="8"/>
                    <a:pt x="192" y="9"/>
                  </a:cubicBezTo>
                  <a:cubicBezTo>
                    <a:pt x="191" y="10"/>
                    <a:pt x="191" y="12"/>
                    <a:pt x="191" y="14"/>
                  </a:cubicBezTo>
                  <a:cubicBezTo>
                    <a:pt x="191" y="16"/>
                    <a:pt x="191" y="17"/>
                    <a:pt x="192" y="18"/>
                  </a:cubicBezTo>
                  <a:cubicBezTo>
                    <a:pt x="193" y="19"/>
                    <a:pt x="194" y="19"/>
                    <a:pt x="195" y="19"/>
                  </a:cubicBezTo>
                  <a:cubicBezTo>
                    <a:pt x="197" y="19"/>
                    <a:pt x="198" y="19"/>
                    <a:pt x="198" y="18"/>
                  </a:cubicBezTo>
                  <a:cubicBezTo>
                    <a:pt x="199" y="17"/>
                    <a:pt x="199" y="16"/>
                    <a:pt x="199" y="14"/>
                  </a:cubicBezTo>
                  <a:close/>
                  <a:moveTo>
                    <a:pt x="211" y="22"/>
                  </a:moveTo>
                  <a:cubicBezTo>
                    <a:pt x="210" y="22"/>
                    <a:pt x="208" y="21"/>
                    <a:pt x="208" y="20"/>
                  </a:cubicBezTo>
                  <a:cubicBezTo>
                    <a:pt x="207" y="20"/>
                    <a:pt x="207" y="18"/>
                    <a:pt x="207" y="17"/>
                  </a:cubicBezTo>
                  <a:cubicBezTo>
                    <a:pt x="207" y="8"/>
                    <a:pt x="207" y="8"/>
                    <a:pt x="207" y="8"/>
                  </a:cubicBezTo>
                  <a:cubicBezTo>
                    <a:pt x="205" y="8"/>
                    <a:pt x="205" y="8"/>
                    <a:pt x="205" y="8"/>
                  </a:cubicBezTo>
                  <a:cubicBezTo>
                    <a:pt x="205" y="6"/>
                    <a:pt x="205" y="6"/>
                    <a:pt x="205" y="6"/>
                  </a:cubicBezTo>
                  <a:cubicBezTo>
                    <a:pt x="207" y="6"/>
                    <a:pt x="207" y="6"/>
                    <a:pt x="207" y="6"/>
                  </a:cubicBezTo>
                  <a:cubicBezTo>
                    <a:pt x="207" y="2"/>
                    <a:pt x="207" y="2"/>
                    <a:pt x="207" y="2"/>
                  </a:cubicBezTo>
                  <a:cubicBezTo>
                    <a:pt x="209" y="2"/>
                    <a:pt x="209" y="2"/>
                    <a:pt x="209" y="2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14" y="6"/>
                    <a:pt x="214" y="6"/>
                    <a:pt x="214" y="6"/>
                  </a:cubicBezTo>
                  <a:cubicBezTo>
                    <a:pt x="214" y="8"/>
                    <a:pt x="214" y="8"/>
                    <a:pt x="214" y="8"/>
                  </a:cubicBezTo>
                  <a:cubicBezTo>
                    <a:pt x="209" y="8"/>
                    <a:pt x="209" y="8"/>
                    <a:pt x="209" y="8"/>
                  </a:cubicBezTo>
                  <a:cubicBezTo>
                    <a:pt x="209" y="15"/>
                    <a:pt x="209" y="15"/>
                    <a:pt x="209" y="15"/>
                  </a:cubicBezTo>
                  <a:cubicBezTo>
                    <a:pt x="209" y="16"/>
                    <a:pt x="209" y="17"/>
                    <a:pt x="209" y="17"/>
                  </a:cubicBezTo>
                  <a:cubicBezTo>
                    <a:pt x="209" y="18"/>
                    <a:pt x="209" y="18"/>
                    <a:pt x="209" y="18"/>
                  </a:cubicBezTo>
                  <a:cubicBezTo>
                    <a:pt x="210" y="19"/>
                    <a:pt x="210" y="19"/>
                    <a:pt x="210" y="19"/>
                  </a:cubicBezTo>
                  <a:cubicBezTo>
                    <a:pt x="211" y="19"/>
                    <a:pt x="211" y="19"/>
                    <a:pt x="212" y="19"/>
                  </a:cubicBezTo>
                  <a:cubicBezTo>
                    <a:pt x="212" y="19"/>
                    <a:pt x="212" y="19"/>
                    <a:pt x="213" y="19"/>
                  </a:cubicBezTo>
                  <a:cubicBezTo>
                    <a:pt x="213" y="19"/>
                    <a:pt x="213" y="19"/>
                    <a:pt x="214" y="19"/>
                  </a:cubicBezTo>
                  <a:cubicBezTo>
                    <a:pt x="214" y="19"/>
                    <a:pt x="214" y="19"/>
                    <a:pt x="214" y="19"/>
                  </a:cubicBezTo>
                  <a:cubicBezTo>
                    <a:pt x="214" y="21"/>
                    <a:pt x="214" y="21"/>
                    <a:pt x="214" y="21"/>
                  </a:cubicBezTo>
                  <a:cubicBezTo>
                    <a:pt x="213" y="21"/>
                    <a:pt x="213" y="21"/>
                    <a:pt x="212" y="21"/>
                  </a:cubicBezTo>
                  <a:cubicBezTo>
                    <a:pt x="212" y="21"/>
                    <a:pt x="211" y="22"/>
                    <a:pt x="211" y="22"/>
                  </a:cubicBezTo>
                  <a:close/>
                  <a:moveTo>
                    <a:pt x="230" y="14"/>
                  </a:moveTo>
                  <a:cubicBezTo>
                    <a:pt x="230" y="16"/>
                    <a:pt x="229" y="18"/>
                    <a:pt x="228" y="20"/>
                  </a:cubicBezTo>
                  <a:cubicBezTo>
                    <a:pt x="227" y="21"/>
                    <a:pt x="225" y="22"/>
                    <a:pt x="223" y="22"/>
                  </a:cubicBezTo>
                  <a:cubicBezTo>
                    <a:pt x="221" y="22"/>
                    <a:pt x="219" y="21"/>
                    <a:pt x="218" y="19"/>
                  </a:cubicBezTo>
                  <a:cubicBezTo>
                    <a:pt x="217" y="18"/>
                    <a:pt x="216" y="16"/>
                    <a:pt x="216" y="14"/>
                  </a:cubicBezTo>
                  <a:cubicBezTo>
                    <a:pt x="216" y="11"/>
                    <a:pt x="217" y="9"/>
                    <a:pt x="218" y="8"/>
                  </a:cubicBezTo>
                  <a:cubicBezTo>
                    <a:pt x="219" y="6"/>
                    <a:pt x="221" y="6"/>
                    <a:pt x="223" y="6"/>
                  </a:cubicBezTo>
                  <a:cubicBezTo>
                    <a:pt x="225" y="6"/>
                    <a:pt x="227" y="6"/>
                    <a:pt x="228" y="8"/>
                  </a:cubicBezTo>
                  <a:cubicBezTo>
                    <a:pt x="229" y="9"/>
                    <a:pt x="230" y="11"/>
                    <a:pt x="230" y="14"/>
                  </a:cubicBezTo>
                  <a:close/>
                  <a:moveTo>
                    <a:pt x="227" y="14"/>
                  </a:moveTo>
                  <a:cubicBezTo>
                    <a:pt x="227" y="12"/>
                    <a:pt x="227" y="10"/>
                    <a:pt x="226" y="9"/>
                  </a:cubicBezTo>
                  <a:cubicBezTo>
                    <a:pt x="225" y="8"/>
                    <a:pt x="224" y="8"/>
                    <a:pt x="223" y="8"/>
                  </a:cubicBezTo>
                  <a:cubicBezTo>
                    <a:pt x="222" y="8"/>
                    <a:pt x="221" y="8"/>
                    <a:pt x="220" y="9"/>
                  </a:cubicBezTo>
                  <a:cubicBezTo>
                    <a:pt x="219" y="10"/>
                    <a:pt x="219" y="12"/>
                    <a:pt x="219" y="14"/>
                  </a:cubicBezTo>
                  <a:cubicBezTo>
                    <a:pt x="219" y="16"/>
                    <a:pt x="219" y="17"/>
                    <a:pt x="220" y="18"/>
                  </a:cubicBezTo>
                  <a:cubicBezTo>
                    <a:pt x="221" y="19"/>
                    <a:pt x="222" y="19"/>
                    <a:pt x="223" y="19"/>
                  </a:cubicBezTo>
                  <a:cubicBezTo>
                    <a:pt x="224" y="19"/>
                    <a:pt x="225" y="19"/>
                    <a:pt x="226" y="18"/>
                  </a:cubicBezTo>
                  <a:cubicBezTo>
                    <a:pt x="227" y="17"/>
                    <a:pt x="227" y="16"/>
                    <a:pt x="227" y="14"/>
                  </a:cubicBezTo>
                  <a:close/>
                  <a:moveTo>
                    <a:pt x="246" y="21"/>
                  </a:moveTo>
                  <a:cubicBezTo>
                    <a:pt x="244" y="21"/>
                    <a:pt x="244" y="21"/>
                    <a:pt x="244" y="21"/>
                  </a:cubicBezTo>
                  <a:cubicBezTo>
                    <a:pt x="244" y="13"/>
                    <a:pt x="244" y="13"/>
                    <a:pt x="244" y="13"/>
                  </a:cubicBezTo>
                  <a:cubicBezTo>
                    <a:pt x="244" y="12"/>
                    <a:pt x="244" y="11"/>
                    <a:pt x="244" y="11"/>
                  </a:cubicBezTo>
                  <a:cubicBezTo>
                    <a:pt x="243" y="10"/>
                    <a:pt x="243" y="10"/>
                    <a:pt x="243" y="9"/>
                  </a:cubicBezTo>
                  <a:cubicBezTo>
                    <a:pt x="243" y="9"/>
                    <a:pt x="243" y="9"/>
                    <a:pt x="242" y="8"/>
                  </a:cubicBezTo>
                  <a:cubicBezTo>
                    <a:pt x="242" y="8"/>
                    <a:pt x="241" y="8"/>
                    <a:pt x="241" y="8"/>
                  </a:cubicBezTo>
                  <a:cubicBezTo>
                    <a:pt x="240" y="8"/>
                    <a:pt x="239" y="8"/>
                    <a:pt x="239" y="9"/>
                  </a:cubicBezTo>
                  <a:cubicBezTo>
                    <a:pt x="238" y="9"/>
                    <a:pt x="237" y="9"/>
                    <a:pt x="237" y="10"/>
                  </a:cubicBezTo>
                  <a:cubicBezTo>
                    <a:pt x="237" y="21"/>
                    <a:pt x="237" y="21"/>
                    <a:pt x="237" y="21"/>
                  </a:cubicBezTo>
                  <a:cubicBezTo>
                    <a:pt x="234" y="21"/>
                    <a:pt x="234" y="21"/>
                    <a:pt x="234" y="21"/>
                  </a:cubicBezTo>
                  <a:cubicBezTo>
                    <a:pt x="234" y="6"/>
                    <a:pt x="234" y="6"/>
                    <a:pt x="234" y="6"/>
                  </a:cubicBezTo>
                  <a:cubicBezTo>
                    <a:pt x="237" y="6"/>
                    <a:pt x="237" y="6"/>
                    <a:pt x="237" y="6"/>
                  </a:cubicBezTo>
                  <a:cubicBezTo>
                    <a:pt x="237" y="8"/>
                    <a:pt x="237" y="8"/>
                    <a:pt x="237" y="8"/>
                  </a:cubicBezTo>
                  <a:cubicBezTo>
                    <a:pt x="238" y="7"/>
                    <a:pt x="238" y="7"/>
                    <a:pt x="239" y="6"/>
                  </a:cubicBezTo>
                  <a:cubicBezTo>
                    <a:pt x="240" y="6"/>
                    <a:pt x="241" y="6"/>
                    <a:pt x="241" y="6"/>
                  </a:cubicBezTo>
                  <a:cubicBezTo>
                    <a:pt x="243" y="6"/>
                    <a:pt x="244" y="6"/>
                    <a:pt x="245" y="7"/>
                  </a:cubicBezTo>
                  <a:cubicBezTo>
                    <a:pt x="246" y="8"/>
                    <a:pt x="246" y="10"/>
                    <a:pt x="246" y="11"/>
                  </a:cubicBezTo>
                  <a:cubicBezTo>
                    <a:pt x="246" y="21"/>
                    <a:pt x="246" y="21"/>
                    <a:pt x="246" y="21"/>
                  </a:cubicBezTo>
                  <a:close/>
                  <a:moveTo>
                    <a:pt x="261" y="17"/>
                  </a:moveTo>
                  <a:cubicBezTo>
                    <a:pt x="261" y="9"/>
                    <a:pt x="261" y="9"/>
                    <a:pt x="261" y="9"/>
                  </a:cubicBezTo>
                  <a:cubicBezTo>
                    <a:pt x="260" y="8"/>
                    <a:pt x="259" y="8"/>
                    <a:pt x="259" y="8"/>
                  </a:cubicBezTo>
                  <a:cubicBezTo>
                    <a:pt x="258" y="8"/>
                    <a:pt x="258" y="8"/>
                    <a:pt x="257" y="8"/>
                  </a:cubicBezTo>
                  <a:cubicBezTo>
                    <a:pt x="256" y="8"/>
                    <a:pt x="255" y="8"/>
                    <a:pt x="254" y="9"/>
                  </a:cubicBezTo>
                  <a:cubicBezTo>
                    <a:pt x="253" y="10"/>
                    <a:pt x="253" y="12"/>
                    <a:pt x="253" y="13"/>
                  </a:cubicBezTo>
                  <a:cubicBezTo>
                    <a:pt x="253" y="15"/>
                    <a:pt x="253" y="16"/>
                    <a:pt x="254" y="17"/>
                  </a:cubicBezTo>
                  <a:cubicBezTo>
                    <a:pt x="255" y="18"/>
                    <a:pt x="255" y="19"/>
                    <a:pt x="257" y="19"/>
                  </a:cubicBezTo>
                  <a:cubicBezTo>
                    <a:pt x="257" y="19"/>
                    <a:pt x="258" y="18"/>
                    <a:pt x="259" y="18"/>
                  </a:cubicBezTo>
                  <a:cubicBezTo>
                    <a:pt x="259" y="18"/>
                    <a:pt x="260" y="18"/>
                    <a:pt x="261" y="17"/>
                  </a:cubicBezTo>
                  <a:close/>
                  <a:moveTo>
                    <a:pt x="252" y="24"/>
                  </a:moveTo>
                  <a:cubicBezTo>
                    <a:pt x="252" y="24"/>
                    <a:pt x="253" y="24"/>
                    <a:pt x="253" y="24"/>
                  </a:cubicBezTo>
                  <a:cubicBezTo>
                    <a:pt x="253" y="24"/>
                    <a:pt x="254" y="24"/>
                    <a:pt x="254" y="24"/>
                  </a:cubicBezTo>
                  <a:cubicBezTo>
                    <a:pt x="254" y="24"/>
                    <a:pt x="255" y="25"/>
                    <a:pt x="255" y="25"/>
                  </a:cubicBezTo>
                  <a:cubicBezTo>
                    <a:pt x="256" y="25"/>
                    <a:pt x="256" y="25"/>
                    <a:pt x="257" y="25"/>
                  </a:cubicBezTo>
                  <a:cubicBezTo>
                    <a:pt x="257" y="25"/>
                    <a:pt x="258" y="25"/>
                    <a:pt x="259" y="24"/>
                  </a:cubicBezTo>
                  <a:cubicBezTo>
                    <a:pt x="259" y="24"/>
                    <a:pt x="260" y="24"/>
                    <a:pt x="260" y="24"/>
                  </a:cubicBezTo>
                  <a:cubicBezTo>
                    <a:pt x="260" y="23"/>
                    <a:pt x="260" y="23"/>
                    <a:pt x="260" y="22"/>
                  </a:cubicBezTo>
                  <a:cubicBezTo>
                    <a:pt x="261" y="22"/>
                    <a:pt x="261" y="21"/>
                    <a:pt x="261" y="21"/>
                  </a:cubicBezTo>
                  <a:cubicBezTo>
                    <a:pt x="261" y="19"/>
                    <a:pt x="261" y="19"/>
                    <a:pt x="261" y="19"/>
                  </a:cubicBezTo>
                  <a:cubicBezTo>
                    <a:pt x="260" y="20"/>
                    <a:pt x="259" y="20"/>
                    <a:pt x="259" y="21"/>
                  </a:cubicBezTo>
                  <a:cubicBezTo>
                    <a:pt x="258" y="21"/>
                    <a:pt x="257" y="21"/>
                    <a:pt x="256" y="21"/>
                  </a:cubicBezTo>
                  <a:cubicBezTo>
                    <a:pt x="254" y="21"/>
                    <a:pt x="253" y="20"/>
                    <a:pt x="252" y="19"/>
                  </a:cubicBezTo>
                  <a:cubicBezTo>
                    <a:pt x="251" y="18"/>
                    <a:pt x="250" y="16"/>
                    <a:pt x="250" y="13"/>
                  </a:cubicBezTo>
                  <a:cubicBezTo>
                    <a:pt x="250" y="12"/>
                    <a:pt x="251" y="11"/>
                    <a:pt x="251" y="10"/>
                  </a:cubicBezTo>
                  <a:cubicBezTo>
                    <a:pt x="251" y="9"/>
                    <a:pt x="252" y="8"/>
                    <a:pt x="252" y="8"/>
                  </a:cubicBezTo>
                  <a:cubicBezTo>
                    <a:pt x="253" y="7"/>
                    <a:pt x="254" y="7"/>
                    <a:pt x="254" y="6"/>
                  </a:cubicBezTo>
                  <a:cubicBezTo>
                    <a:pt x="255" y="6"/>
                    <a:pt x="256" y="6"/>
                    <a:pt x="257" y="6"/>
                  </a:cubicBezTo>
                  <a:cubicBezTo>
                    <a:pt x="258" y="6"/>
                    <a:pt x="258" y="6"/>
                    <a:pt x="259" y="6"/>
                  </a:cubicBezTo>
                  <a:cubicBezTo>
                    <a:pt x="260" y="6"/>
                    <a:pt x="260" y="6"/>
                    <a:pt x="261" y="7"/>
                  </a:cubicBezTo>
                  <a:cubicBezTo>
                    <a:pt x="261" y="6"/>
                    <a:pt x="261" y="6"/>
                    <a:pt x="261" y="6"/>
                  </a:cubicBezTo>
                  <a:cubicBezTo>
                    <a:pt x="263" y="6"/>
                    <a:pt x="263" y="6"/>
                    <a:pt x="263" y="6"/>
                  </a:cubicBezTo>
                  <a:cubicBezTo>
                    <a:pt x="263" y="19"/>
                    <a:pt x="263" y="19"/>
                    <a:pt x="263" y="19"/>
                  </a:cubicBezTo>
                  <a:cubicBezTo>
                    <a:pt x="263" y="22"/>
                    <a:pt x="263" y="24"/>
                    <a:pt x="262" y="25"/>
                  </a:cubicBezTo>
                  <a:cubicBezTo>
                    <a:pt x="260" y="26"/>
                    <a:pt x="259" y="27"/>
                    <a:pt x="256" y="27"/>
                  </a:cubicBezTo>
                  <a:cubicBezTo>
                    <a:pt x="256" y="27"/>
                    <a:pt x="255" y="27"/>
                    <a:pt x="254" y="27"/>
                  </a:cubicBezTo>
                  <a:cubicBezTo>
                    <a:pt x="253" y="27"/>
                    <a:pt x="253" y="27"/>
                    <a:pt x="252" y="26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lose/>
                  <a:moveTo>
                    <a:pt x="283" y="22"/>
                  </a:moveTo>
                  <a:cubicBezTo>
                    <a:pt x="282" y="22"/>
                    <a:pt x="281" y="21"/>
                    <a:pt x="280" y="21"/>
                  </a:cubicBezTo>
                  <a:cubicBezTo>
                    <a:pt x="279" y="21"/>
                    <a:pt x="278" y="20"/>
                    <a:pt x="278" y="20"/>
                  </a:cubicBezTo>
                  <a:cubicBezTo>
                    <a:pt x="277" y="19"/>
                    <a:pt x="276" y="18"/>
                    <a:pt x="276" y="17"/>
                  </a:cubicBezTo>
                  <a:cubicBezTo>
                    <a:pt x="276" y="16"/>
                    <a:pt x="276" y="15"/>
                    <a:pt x="276" y="14"/>
                  </a:cubicBezTo>
                  <a:cubicBezTo>
                    <a:pt x="276" y="1"/>
                    <a:pt x="276" y="1"/>
                    <a:pt x="276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14"/>
                    <a:pt x="278" y="14"/>
                    <a:pt x="278" y="14"/>
                  </a:cubicBezTo>
                  <a:cubicBezTo>
                    <a:pt x="278" y="15"/>
                    <a:pt x="278" y="15"/>
                    <a:pt x="278" y="16"/>
                  </a:cubicBezTo>
                  <a:cubicBezTo>
                    <a:pt x="279" y="17"/>
                    <a:pt x="279" y="17"/>
                    <a:pt x="279" y="18"/>
                  </a:cubicBezTo>
                  <a:cubicBezTo>
                    <a:pt x="280" y="18"/>
                    <a:pt x="280" y="19"/>
                    <a:pt x="281" y="19"/>
                  </a:cubicBezTo>
                  <a:cubicBezTo>
                    <a:pt x="281" y="19"/>
                    <a:pt x="282" y="19"/>
                    <a:pt x="283" y="19"/>
                  </a:cubicBezTo>
                  <a:cubicBezTo>
                    <a:pt x="284" y="19"/>
                    <a:pt x="284" y="19"/>
                    <a:pt x="285" y="19"/>
                  </a:cubicBezTo>
                  <a:cubicBezTo>
                    <a:pt x="286" y="19"/>
                    <a:pt x="286" y="18"/>
                    <a:pt x="287" y="18"/>
                  </a:cubicBezTo>
                  <a:cubicBezTo>
                    <a:pt x="287" y="17"/>
                    <a:pt x="287" y="17"/>
                    <a:pt x="287" y="16"/>
                  </a:cubicBezTo>
                  <a:cubicBezTo>
                    <a:pt x="287" y="15"/>
                    <a:pt x="288" y="15"/>
                    <a:pt x="288" y="14"/>
                  </a:cubicBezTo>
                  <a:cubicBezTo>
                    <a:pt x="288" y="1"/>
                    <a:pt x="288" y="1"/>
                    <a:pt x="288" y="1"/>
                  </a:cubicBezTo>
                  <a:cubicBezTo>
                    <a:pt x="290" y="1"/>
                    <a:pt x="290" y="1"/>
                    <a:pt x="290" y="1"/>
                  </a:cubicBezTo>
                  <a:cubicBezTo>
                    <a:pt x="290" y="14"/>
                    <a:pt x="290" y="14"/>
                    <a:pt x="290" y="14"/>
                  </a:cubicBezTo>
                  <a:cubicBezTo>
                    <a:pt x="290" y="15"/>
                    <a:pt x="290" y="16"/>
                    <a:pt x="290" y="17"/>
                  </a:cubicBezTo>
                  <a:cubicBezTo>
                    <a:pt x="289" y="18"/>
                    <a:pt x="289" y="19"/>
                    <a:pt x="288" y="20"/>
                  </a:cubicBezTo>
                  <a:cubicBezTo>
                    <a:pt x="288" y="20"/>
                    <a:pt x="287" y="21"/>
                    <a:pt x="286" y="21"/>
                  </a:cubicBezTo>
                  <a:cubicBezTo>
                    <a:pt x="285" y="21"/>
                    <a:pt x="284" y="22"/>
                    <a:pt x="283" y="22"/>
                  </a:cubicBezTo>
                  <a:close/>
                  <a:moveTo>
                    <a:pt x="308" y="21"/>
                  </a:moveTo>
                  <a:cubicBezTo>
                    <a:pt x="305" y="21"/>
                    <a:pt x="305" y="21"/>
                    <a:pt x="305" y="21"/>
                  </a:cubicBezTo>
                  <a:cubicBezTo>
                    <a:pt x="305" y="13"/>
                    <a:pt x="305" y="13"/>
                    <a:pt x="305" y="13"/>
                  </a:cubicBezTo>
                  <a:cubicBezTo>
                    <a:pt x="305" y="12"/>
                    <a:pt x="305" y="11"/>
                    <a:pt x="305" y="11"/>
                  </a:cubicBezTo>
                  <a:cubicBezTo>
                    <a:pt x="305" y="10"/>
                    <a:pt x="305" y="10"/>
                    <a:pt x="304" y="9"/>
                  </a:cubicBezTo>
                  <a:cubicBezTo>
                    <a:pt x="304" y="9"/>
                    <a:pt x="304" y="9"/>
                    <a:pt x="304" y="8"/>
                  </a:cubicBezTo>
                  <a:cubicBezTo>
                    <a:pt x="303" y="8"/>
                    <a:pt x="303" y="8"/>
                    <a:pt x="302" y="8"/>
                  </a:cubicBezTo>
                  <a:cubicBezTo>
                    <a:pt x="301" y="8"/>
                    <a:pt x="301" y="8"/>
                    <a:pt x="300" y="9"/>
                  </a:cubicBezTo>
                  <a:cubicBezTo>
                    <a:pt x="299" y="9"/>
                    <a:pt x="299" y="9"/>
                    <a:pt x="298" y="10"/>
                  </a:cubicBezTo>
                  <a:cubicBezTo>
                    <a:pt x="298" y="21"/>
                    <a:pt x="298" y="21"/>
                    <a:pt x="298" y="21"/>
                  </a:cubicBezTo>
                  <a:cubicBezTo>
                    <a:pt x="296" y="21"/>
                    <a:pt x="296" y="21"/>
                    <a:pt x="296" y="21"/>
                  </a:cubicBezTo>
                  <a:cubicBezTo>
                    <a:pt x="296" y="6"/>
                    <a:pt x="296" y="6"/>
                    <a:pt x="296" y="6"/>
                  </a:cubicBezTo>
                  <a:cubicBezTo>
                    <a:pt x="298" y="6"/>
                    <a:pt x="298" y="6"/>
                    <a:pt x="298" y="6"/>
                  </a:cubicBezTo>
                  <a:cubicBezTo>
                    <a:pt x="298" y="8"/>
                    <a:pt x="298" y="8"/>
                    <a:pt x="298" y="8"/>
                  </a:cubicBezTo>
                  <a:cubicBezTo>
                    <a:pt x="299" y="7"/>
                    <a:pt x="300" y="7"/>
                    <a:pt x="300" y="6"/>
                  </a:cubicBezTo>
                  <a:cubicBezTo>
                    <a:pt x="301" y="6"/>
                    <a:pt x="302" y="6"/>
                    <a:pt x="303" y="6"/>
                  </a:cubicBezTo>
                  <a:cubicBezTo>
                    <a:pt x="304" y="6"/>
                    <a:pt x="305" y="6"/>
                    <a:pt x="306" y="7"/>
                  </a:cubicBezTo>
                  <a:cubicBezTo>
                    <a:pt x="307" y="8"/>
                    <a:pt x="308" y="10"/>
                    <a:pt x="308" y="11"/>
                  </a:cubicBezTo>
                  <a:cubicBezTo>
                    <a:pt x="308" y="21"/>
                    <a:pt x="308" y="21"/>
                    <a:pt x="308" y="21"/>
                  </a:cubicBezTo>
                  <a:close/>
                  <a:moveTo>
                    <a:pt x="315" y="21"/>
                  </a:moveTo>
                  <a:cubicBezTo>
                    <a:pt x="313" y="21"/>
                    <a:pt x="313" y="21"/>
                    <a:pt x="313" y="21"/>
                  </a:cubicBezTo>
                  <a:cubicBezTo>
                    <a:pt x="313" y="6"/>
                    <a:pt x="313" y="6"/>
                    <a:pt x="313" y="6"/>
                  </a:cubicBezTo>
                  <a:cubicBezTo>
                    <a:pt x="315" y="6"/>
                    <a:pt x="315" y="6"/>
                    <a:pt x="315" y="6"/>
                  </a:cubicBezTo>
                  <a:cubicBezTo>
                    <a:pt x="315" y="21"/>
                    <a:pt x="315" y="21"/>
                    <a:pt x="315" y="21"/>
                  </a:cubicBezTo>
                  <a:close/>
                  <a:moveTo>
                    <a:pt x="316" y="3"/>
                  </a:moveTo>
                  <a:cubicBezTo>
                    <a:pt x="313" y="3"/>
                    <a:pt x="313" y="3"/>
                    <a:pt x="313" y="3"/>
                  </a:cubicBezTo>
                  <a:cubicBezTo>
                    <a:pt x="313" y="1"/>
                    <a:pt x="313" y="1"/>
                    <a:pt x="313" y="1"/>
                  </a:cubicBezTo>
                  <a:cubicBezTo>
                    <a:pt x="316" y="1"/>
                    <a:pt x="316" y="1"/>
                    <a:pt x="316" y="1"/>
                  </a:cubicBezTo>
                  <a:cubicBezTo>
                    <a:pt x="316" y="3"/>
                    <a:pt x="316" y="3"/>
                    <a:pt x="316" y="3"/>
                  </a:cubicBezTo>
                  <a:close/>
                  <a:moveTo>
                    <a:pt x="333" y="6"/>
                  </a:moveTo>
                  <a:cubicBezTo>
                    <a:pt x="327" y="21"/>
                    <a:pt x="327" y="21"/>
                    <a:pt x="327" y="21"/>
                  </a:cubicBezTo>
                  <a:cubicBezTo>
                    <a:pt x="325" y="21"/>
                    <a:pt x="325" y="21"/>
                    <a:pt x="325" y="21"/>
                  </a:cubicBezTo>
                  <a:cubicBezTo>
                    <a:pt x="319" y="6"/>
                    <a:pt x="319" y="6"/>
                    <a:pt x="319" y="6"/>
                  </a:cubicBezTo>
                  <a:cubicBezTo>
                    <a:pt x="322" y="6"/>
                    <a:pt x="322" y="6"/>
                    <a:pt x="322" y="6"/>
                  </a:cubicBezTo>
                  <a:cubicBezTo>
                    <a:pt x="326" y="18"/>
                    <a:pt x="326" y="18"/>
                    <a:pt x="326" y="18"/>
                  </a:cubicBezTo>
                  <a:cubicBezTo>
                    <a:pt x="330" y="6"/>
                    <a:pt x="330" y="6"/>
                    <a:pt x="330" y="6"/>
                  </a:cubicBezTo>
                  <a:cubicBezTo>
                    <a:pt x="333" y="6"/>
                    <a:pt x="333" y="6"/>
                    <a:pt x="333" y="6"/>
                  </a:cubicBezTo>
                  <a:close/>
                  <a:moveTo>
                    <a:pt x="343" y="22"/>
                  </a:moveTo>
                  <a:cubicBezTo>
                    <a:pt x="341" y="22"/>
                    <a:pt x="339" y="21"/>
                    <a:pt x="337" y="20"/>
                  </a:cubicBezTo>
                  <a:cubicBezTo>
                    <a:pt x="336" y="18"/>
                    <a:pt x="335" y="16"/>
                    <a:pt x="335" y="14"/>
                  </a:cubicBezTo>
                  <a:cubicBezTo>
                    <a:pt x="335" y="11"/>
                    <a:pt x="336" y="9"/>
                    <a:pt x="337" y="8"/>
                  </a:cubicBezTo>
                  <a:cubicBezTo>
                    <a:pt x="339" y="6"/>
                    <a:pt x="340" y="6"/>
                    <a:pt x="342" y="6"/>
                  </a:cubicBezTo>
                  <a:cubicBezTo>
                    <a:pt x="343" y="6"/>
                    <a:pt x="344" y="6"/>
                    <a:pt x="345" y="6"/>
                  </a:cubicBezTo>
                  <a:cubicBezTo>
                    <a:pt x="346" y="6"/>
                    <a:pt x="346" y="7"/>
                    <a:pt x="347" y="7"/>
                  </a:cubicBezTo>
                  <a:cubicBezTo>
                    <a:pt x="347" y="8"/>
                    <a:pt x="348" y="9"/>
                    <a:pt x="348" y="9"/>
                  </a:cubicBezTo>
                  <a:cubicBezTo>
                    <a:pt x="348" y="10"/>
                    <a:pt x="348" y="11"/>
                    <a:pt x="348" y="13"/>
                  </a:cubicBezTo>
                  <a:cubicBezTo>
                    <a:pt x="348" y="14"/>
                    <a:pt x="348" y="14"/>
                    <a:pt x="348" y="14"/>
                  </a:cubicBezTo>
                  <a:cubicBezTo>
                    <a:pt x="338" y="14"/>
                    <a:pt x="338" y="14"/>
                    <a:pt x="338" y="14"/>
                  </a:cubicBezTo>
                  <a:cubicBezTo>
                    <a:pt x="338" y="16"/>
                    <a:pt x="338" y="17"/>
                    <a:pt x="339" y="18"/>
                  </a:cubicBezTo>
                  <a:cubicBezTo>
                    <a:pt x="340" y="19"/>
                    <a:pt x="341" y="19"/>
                    <a:pt x="343" y="19"/>
                  </a:cubicBezTo>
                  <a:cubicBezTo>
                    <a:pt x="343" y="19"/>
                    <a:pt x="344" y="19"/>
                    <a:pt x="345" y="19"/>
                  </a:cubicBezTo>
                  <a:cubicBezTo>
                    <a:pt x="345" y="19"/>
                    <a:pt x="346" y="19"/>
                    <a:pt x="346" y="19"/>
                  </a:cubicBezTo>
                  <a:cubicBezTo>
                    <a:pt x="346" y="18"/>
                    <a:pt x="347" y="18"/>
                    <a:pt x="347" y="18"/>
                  </a:cubicBezTo>
                  <a:cubicBezTo>
                    <a:pt x="348" y="18"/>
                    <a:pt x="348" y="18"/>
                    <a:pt x="348" y="18"/>
                  </a:cubicBezTo>
                  <a:cubicBezTo>
                    <a:pt x="348" y="18"/>
                    <a:pt x="348" y="18"/>
                    <a:pt x="348" y="18"/>
                  </a:cubicBezTo>
                  <a:cubicBezTo>
                    <a:pt x="348" y="20"/>
                    <a:pt x="348" y="20"/>
                    <a:pt x="348" y="20"/>
                  </a:cubicBezTo>
                  <a:cubicBezTo>
                    <a:pt x="348" y="20"/>
                    <a:pt x="347" y="21"/>
                    <a:pt x="347" y="21"/>
                  </a:cubicBezTo>
                  <a:cubicBezTo>
                    <a:pt x="347" y="21"/>
                    <a:pt x="346" y="21"/>
                    <a:pt x="346" y="21"/>
                  </a:cubicBezTo>
                  <a:cubicBezTo>
                    <a:pt x="345" y="21"/>
                    <a:pt x="345" y="21"/>
                    <a:pt x="344" y="21"/>
                  </a:cubicBezTo>
                  <a:cubicBezTo>
                    <a:pt x="344" y="22"/>
                    <a:pt x="344" y="22"/>
                    <a:pt x="343" y="22"/>
                  </a:cubicBezTo>
                  <a:close/>
                  <a:moveTo>
                    <a:pt x="346" y="12"/>
                  </a:moveTo>
                  <a:cubicBezTo>
                    <a:pt x="346" y="11"/>
                    <a:pt x="346" y="11"/>
                    <a:pt x="346" y="10"/>
                  </a:cubicBezTo>
                  <a:cubicBezTo>
                    <a:pt x="346" y="10"/>
                    <a:pt x="345" y="9"/>
                    <a:pt x="345" y="9"/>
                  </a:cubicBezTo>
                  <a:cubicBezTo>
                    <a:pt x="345" y="9"/>
                    <a:pt x="344" y="8"/>
                    <a:pt x="344" y="8"/>
                  </a:cubicBezTo>
                  <a:cubicBezTo>
                    <a:pt x="343" y="8"/>
                    <a:pt x="343" y="8"/>
                    <a:pt x="342" y="8"/>
                  </a:cubicBezTo>
                  <a:cubicBezTo>
                    <a:pt x="342" y="8"/>
                    <a:pt x="341" y="8"/>
                    <a:pt x="340" y="8"/>
                  </a:cubicBezTo>
                  <a:cubicBezTo>
                    <a:pt x="340" y="8"/>
                    <a:pt x="340" y="9"/>
                    <a:pt x="339" y="9"/>
                  </a:cubicBezTo>
                  <a:cubicBezTo>
                    <a:pt x="339" y="9"/>
                    <a:pt x="338" y="10"/>
                    <a:pt x="338" y="10"/>
                  </a:cubicBezTo>
                  <a:cubicBezTo>
                    <a:pt x="338" y="11"/>
                    <a:pt x="338" y="11"/>
                    <a:pt x="338" y="12"/>
                  </a:cubicBezTo>
                  <a:cubicBezTo>
                    <a:pt x="346" y="12"/>
                    <a:pt x="346" y="12"/>
                    <a:pt x="346" y="12"/>
                  </a:cubicBezTo>
                  <a:close/>
                  <a:moveTo>
                    <a:pt x="361" y="9"/>
                  </a:moveTo>
                  <a:cubicBezTo>
                    <a:pt x="361" y="9"/>
                    <a:pt x="361" y="9"/>
                    <a:pt x="361" y="9"/>
                  </a:cubicBezTo>
                  <a:cubicBezTo>
                    <a:pt x="360" y="9"/>
                    <a:pt x="360" y="9"/>
                    <a:pt x="360" y="9"/>
                  </a:cubicBezTo>
                  <a:cubicBezTo>
                    <a:pt x="360" y="9"/>
                    <a:pt x="360" y="9"/>
                    <a:pt x="359" y="9"/>
                  </a:cubicBezTo>
                  <a:cubicBezTo>
                    <a:pt x="359" y="9"/>
                    <a:pt x="358" y="9"/>
                    <a:pt x="357" y="9"/>
                  </a:cubicBezTo>
                  <a:cubicBezTo>
                    <a:pt x="357" y="9"/>
                    <a:pt x="356" y="10"/>
                    <a:pt x="355" y="10"/>
                  </a:cubicBezTo>
                  <a:cubicBezTo>
                    <a:pt x="355" y="21"/>
                    <a:pt x="355" y="21"/>
                    <a:pt x="355" y="21"/>
                  </a:cubicBezTo>
                  <a:cubicBezTo>
                    <a:pt x="353" y="21"/>
                    <a:pt x="353" y="21"/>
                    <a:pt x="353" y="21"/>
                  </a:cubicBezTo>
                  <a:cubicBezTo>
                    <a:pt x="353" y="6"/>
                    <a:pt x="353" y="6"/>
                    <a:pt x="353" y="6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5" y="8"/>
                    <a:pt x="355" y="8"/>
                    <a:pt x="355" y="8"/>
                  </a:cubicBezTo>
                  <a:cubicBezTo>
                    <a:pt x="356" y="7"/>
                    <a:pt x="357" y="7"/>
                    <a:pt x="358" y="7"/>
                  </a:cubicBezTo>
                  <a:cubicBezTo>
                    <a:pt x="358" y="6"/>
                    <a:pt x="359" y="6"/>
                    <a:pt x="360" y="6"/>
                  </a:cubicBezTo>
                  <a:cubicBezTo>
                    <a:pt x="360" y="6"/>
                    <a:pt x="360" y="6"/>
                    <a:pt x="360" y="6"/>
                  </a:cubicBezTo>
                  <a:cubicBezTo>
                    <a:pt x="360" y="6"/>
                    <a:pt x="361" y="6"/>
                    <a:pt x="361" y="6"/>
                  </a:cubicBezTo>
                  <a:cubicBezTo>
                    <a:pt x="361" y="9"/>
                    <a:pt x="361" y="9"/>
                    <a:pt x="361" y="9"/>
                  </a:cubicBezTo>
                  <a:close/>
                  <a:moveTo>
                    <a:pt x="369" y="22"/>
                  </a:moveTo>
                  <a:cubicBezTo>
                    <a:pt x="368" y="22"/>
                    <a:pt x="367" y="21"/>
                    <a:pt x="366" y="21"/>
                  </a:cubicBezTo>
                  <a:cubicBezTo>
                    <a:pt x="365" y="21"/>
                    <a:pt x="364" y="21"/>
                    <a:pt x="364" y="20"/>
                  </a:cubicBezTo>
                  <a:cubicBezTo>
                    <a:pt x="364" y="17"/>
                    <a:pt x="364" y="17"/>
                    <a:pt x="364" y="17"/>
                  </a:cubicBezTo>
                  <a:cubicBezTo>
                    <a:pt x="364" y="17"/>
                    <a:pt x="364" y="17"/>
                    <a:pt x="364" y="17"/>
                  </a:cubicBezTo>
                  <a:cubicBezTo>
                    <a:pt x="364" y="18"/>
                    <a:pt x="364" y="18"/>
                    <a:pt x="364" y="18"/>
                  </a:cubicBezTo>
                  <a:cubicBezTo>
                    <a:pt x="365" y="18"/>
                    <a:pt x="365" y="18"/>
                    <a:pt x="366" y="19"/>
                  </a:cubicBezTo>
                  <a:cubicBezTo>
                    <a:pt x="366" y="19"/>
                    <a:pt x="367" y="19"/>
                    <a:pt x="367" y="19"/>
                  </a:cubicBezTo>
                  <a:cubicBezTo>
                    <a:pt x="368" y="19"/>
                    <a:pt x="368" y="19"/>
                    <a:pt x="369" y="19"/>
                  </a:cubicBezTo>
                  <a:cubicBezTo>
                    <a:pt x="369" y="19"/>
                    <a:pt x="370" y="19"/>
                    <a:pt x="370" y="19"/>
                  </a:cubicBezTo>
                  <a:cubicBezTo>
                    <a:pt x="370" y="19"/>
                    <a:pt x="371" y="19"/>
                    <a:pt x="371" y="19"/>
                  </a:cubicBezTo>
                  <a:cubicBezTo>
                    <a:pt x="371" y="19"/>
                    <a:pt x="372" y="18"/>
                    <a:pt x="372" y="18"/>
                  </a:cubicBezTo>
                  <a:cubicBezTo>
                    <a:pt x="372" y="18"/>
                    <a:pt x="372" y="18"/>
                    <a:pt x="372" y="17"/>
                  </a:cubicBezTo>
                  <a:cubicBezTo>
                    <a:pt x="372" y="17"/>
                    <a:pt x="372" y="16"/>
                    <a:pt x="371" y="16"/>
                  </a:cubicBezTo>
                  <a:cubicBezTo>
                    <a:pt x="371" y="16"/>
                    <a:pt x="371" y="15"/>
                    <a:pt x="370" y="15"/>
                  </a:cubicBezTo>
                  <a:cubicBezTo>
                    <a:pt x="369" y="15"/>
                    <a:pt x="369" y="15"/>
                    <a:pt x="368" y="15"/>
                  </a:cubicBezTo>
                  <a:cubicBezTo>
                    <a:pt x="368" y="15"/>
                    <a:pt x="367" y="15"/>
                    <a:pt x="367" y="14"/>
                  </a:cubicBezTo>
                  <a:cubicBezTo>
                    <a:pt x="366" y="14"/>
                    <a:pt x="365" y="14"/>
                    <a:pt x="364" y="13"/>
                  </a:cubicBezTo>
                  <a:cubicBezTo>
                    <a:pt x="364" y="12"/>
                    <a:pt x="364" y="11"/>
                    <a:pt x="364" y="10"/>
                  </a:cubicBezTo>
                  <a:cubicBezTo>
                    <a:pt x="364" y="9"/>
                    <a:pt x="364" y="8"/>
                    <a:pt x="365" y="7"/>
                  </a:cubicBezTo>
                  <a:cubicBezTo>
                    <a:pt x="366" y="6"/>
                    <a:pt x="368" y="6"/>
                    <a:pt x="369" y="6"/>
                  </a:cubicBezTo>
                  <a:cubicBezTo>
                    <a:pt x="370" y="6"/>
                    <a:pt x="371" y="6"/>
                    <a:pt x="372" y="6"/>
                  </a:cubicBezTo>
                  <a:cubicBezTo>
                    <a:pt x="373" y="6"/>
                    <a:pt x="373" y="6"/>
                    <a:pt x="374" y="7"/>
                  </a:cubicBezTo>
                  <a:cubicBezTo>
                    <a:pt x="374" y="10"/>
                    <a:pt x="374" y="10"/>
                    <a:pt x="374" y="10"/>
                  </a:cubicBezTo>
                  <a:cubicBezTo>
                    <a:pt x="374" y="10"/>
                    <a:pt x="374" y="10"/>
                    <a:pt x="374" y="10"/>
                  </a:cubicBezTo>
                  <a:cubicBezTo>
                    <a:pt x="373" y="9"/>
                    <a:pt x="372" y="9"/>
                    <a:pt x="372" y="8"/>
                  </a:cubicBezTo>
                  <a:cubicBezTo>
                    <a:pt x="371" y="8"/>
                    <a:pt x="370" y="8"/>
                    <a:pt x="369" y="8"/>
                  </a:cubicBezTo>
                  <a:cubicBezTo>
                    <a:pt x="368" y="8"/>
                    <a:pt x="368" y="8"/>
                    <a:pt x="367" y="8"/>
                  </a:cubicBezTo>
                  <a:cubicBezTo>
                    <a:pt x="367" y="9"/>
                    <a:pt x="366" y="9"/>
                    <a:pt x="366" y="10"/>
                  </a:cubicBezTo>
                  <a:cubicBezTo>
                    <a:pt x="366" y="11"/>
                    <a:pt x="366" y="11"/>
                    <a:pt x="367" y="11"/>
                  </a:cubicBezTo>
                  <a:cubicBezTo>
                    <a:pt x="367" y="12"/>
                    <a:pt x="368" y="12"/>
                    <a:pt x="368" y="12"/>
                  </a:cubicBezTo>
                  <a:cubicBezTo>
                    <a:pt x="369" y="12"/>
                    <a:pt x="369" y="12"/>
                    <a:pt x="370" y="12"/>
                  </a:cubicBezTo>
                  <a:cubicBezTo>
                    <a:pt x="370" y="13"/>
                    <a:pt x="371" y="13"/>
                    <a:pt x="371" y="13"/>
                  </a:cubicBezTo>
                  <a:cubicBezTo>
                    <a:pt x="372" y="13"/>
                    <a:pt x="373" y="14"/>
                    <a:pt x="374" y="14"/>
                  </a:cubicBezTo>
                  <a:cubicBezTo>
                    <a:pt x="374" y="15"/>
                    <a:pt x="375" y="16"/>
                    <a:pt x="375" y="17"/>
                  </a:cubicBezTo>
                  <a:cubicBezTo>
                    <a:pt x="375" y="17"/>
                    <a:pt x="374" y="18"/>
                    <a:pt x="374" y="19"/>
                  </a:cubicBezTo>
                  <a:cubicBezTo>
                    <a:pt x="374" y="19"/>
                    <a:pt x="374" y="20"/>
                    <a:pt x="373" y="20"/>
                  </a:cubicBezTo>
                  <a:cubicBezTo>
                    <a:pt x="372" y="21"/>
                    <a:pt x="372" y="21"/>
                    <a:pt x="371" y="21"/>
                  </a:cubicBezTo>
                  <a:cubicBezTo>
                    <a:pt x="371" y="21"/>
                    <a:pt x="370" y="22"/>
                    <a:pt x="369" y="22"/>
                  </a:cubicBezTo>
                  <a:close/>
                  <a:moveTo>
                    <a:pt x="381" y="21"/>
                  </a:moveTo>
                  <a:cubicBezTo>
                    <a:pt x="379" y="21"/>
                    <a:pt x="379" y="21"/>
                    <a:pt x="379" y="21"/>
                  </a:cubicBezTo>
                  <a:cubicBezTo>
                    <a:pt x="379" y="6"/>
                    <a:pt x="379" y="6"/>
                    <a:pt x="379" y="6"/>
                  </a:cubicBezTo>
                  <a:cubicBezTo>
                    <a:pt x="381" y="6"/>
                    <a:pt x="381" y="6"/>
                    <a:pt x="381" y="6"/>
                  </a:cubicBezTo>
                  <a:cubicBezTo>
                    <a:pt x="381" y="21"/>
                    <a:pt x="381" y="21"/>
                    <a:pt x="381" y="21"/>
                  </a:cubicBezTo>
                  <a:close/>
                  <a:moveTo>
                    <a:pt x="381" y="3"/>
                  </a:moveTo>
                  <a:cubicBezTo>
                    <a:pt x="379" y="3"/>
                    <a:pt x="379" y="3"/>
                    <a:pt x="379" y="3"/>
                  </a:cubicBezTo>
                  <a:cubicBezTo>
                    <a:pt x="379" y="1"/>
                    <a:pt x="379" y="1"/>
                    <a:pt x="379" y="1"/>
                  </a:cubicBezTo>
                  <a:cubicBezTo>
                    <a:pt x="381" y="1"/>
                    <a:pt x="381" y="1"/>
                    <a:pt x="381" y="1"/>
                  </a:cubicBezTo>
                  <a:cubicBezTo>
                    <a:pt x="381" y="3"/>
                    <a:pt x="381" y="3"/>
                    <a:pt x="381" y="3"/>
                  </a:cubicBezTo>
                  <a:close/>
                  <a:moveTo>
                    <a:pt x="391" y="22"/>
                  </a:moveTo>
                  <a:cubicBezTo>
                    <a:pt x="390" y="22"/>
                    <a:pt x="389" y="21"/>
                    <a:pt x="388" y="20"/>
                  </a:cubicBezTo>
                  <a:cubicBezTo>
                    <a:pt x="387" y="20"/>
                    <a:pt x="387" y="18"/>
                    <a:pt x="387" y="17"/>
                  </a:cubicBezTo>
                  <a:cubicBezTo>
                    <a:pt x="387" y="8"/>
                    <a:pt x="387" y="8"/>
                    <a:pt x="387" y="8"/>
                  </a:cubicBezTo>
                  <a:cubicBezTo>
                    <a:pt x="385" y="8"/>
                    <a:pt x="385" y="8"/>
                    <a:pt x="385" y="8"/>
                  </a:cubicBezTo>
                  <a:cubicBezTo>
                    <a:pt x="385" y="6"/>
                    <a:pt x="385" y="6"/>
                    <a:pt x="385" y="6"/>
                  </a:cubicBezTo>
                  <a:cubicBezTo>
                    <a:pt x="387" y="6"/>
                    <a:pt x="387" y="6"/>
                    <a:pt x="387" y="6"/>
                  </a:cubicBezTo>
                  <a:cubicBezTo>
                    <a:pt x="387" y="2"/>
                    <a:pt x="387" y="2"/>
                    <a:pt x="387" y="2"/>
                  </a:cubicBezTo>
                  <a:cubicBezTo>
                    <a:pt x="390" y="2"/>
                    <a:pt x="390" y="2"/>
                    <a:pt x="390" y="2"/>
                  </a:cubicBezTo>
                  <a:cubicBezTo>
                    <a:pt x="390" y="6"/>
                    <a:pt x="390" y="6"/>
                    <a:pt x="390" y="6"/>
                  </a:cubicBezTo>
                  <a:cubicBezTo>
                    <a:pt x="394" y="6"/>
                    <a:pt x="394" y="6"/>
                    <a:pt x="394" y="6"/>
                  </a:cubicBezTo>
                  <a:cubicBezTo>
                    <a:pt x="394" y="8"/>
                    <a:pt x="394" y="8"/>
                    <a:pt x="394" y="8"/>
                  </a:cubicBezTo>
                  <a:cubicBezTo>
                    <a:pt x="390" y="8"/>
                    <a:pt x="390" y="8"/>
                    <a:pt x="390" y="8"/>
                  </a:cubicBezTo>
                  <a:cubicBezTo>
                    <a:pt x="390" y="15"/>
                    <a:pt x="390" y="15"/>
                    <a:pt x="390" y="15"/>
                  </a:cubicBezTo>
                  <a:cubicBezTo>
                    <a:pt x="390" y="16"/>
                    <a:pt x="390" y="17"/>
                    <a:pt x="390" y="17"/>
                  </a:cubicBezTo>
                  <a:cubicBezTo>
                    <a:pt x="390" y="18"/>
                    <a:pt x="390" y="18"/>
                    <a:pt x="390" y="18"/>
                  </a:cubicBezTo>
                  <a:cubicBezTo>
                    <a:pt x="390" y="19"/>
                    <a:pt x="390" y="19"/>
                    <a:pt x="391" y="19"/>
                  </a:cubicBezTo>
                  <a:cubicBezTo>
                    <a:pt x="391" y="19"/>
                    <a:pt x="391" y="19"/>
                    <a:pt x="392" y="19"/>
                  </a:cubicBezTo>
                  <a:cubicBezTo>
                    <a:pt x="392" y="19"/>
                    <a:pt x="393" y="19"/>
                    <a:pt x="393" y="19"/>
                  </a:cubicBezTo>
                  <a:cubicBezTo>
                    <a:pt x="394" y="19"/>
                    <a:pt x="394" y="19"/>
                    <a:pt x="394" y="19"/>
                  </a:cubicBezTo>
                  <a:cubicBezTo>
                    <a:pt x="394" y="19"/>
                    <a:pt x="394" y="19"/>
                    <a:pt x="394" y="19"/>
                  </a:cubicBezTo>
                  <a:cubicBezTo>
                    <a:pt x="394" y="21"/>
                    <a:pt x="394" y="21"/>
                    <a:pt x="394" y="21"/>
                  </a:cubicBezTo>
                  <a:cubicBezTo>
                    <a:pt x="394" y="21"/>
                    <a:pt x="393" y="21"/>
                    <a:pt x="393" y="21"/>
                  </a:cubicBezTo>
                  <a:cubicBezTo>
                    <a:pt x="392" y="21"/>
                    <a:pt x="392" y="22"/>
                    <a:pt x="391" y="22"/>
                  </a:cubicBezTo>
                  <a:close/>
                  <a:moveTo>
                    <a:pt x="410" y="6"/>
                  </a:moveTo>
                  <a:cubicBezTo>
                    <a:pt x="401" y="27"/>
                    <a:pt x="401" y="27"/>
                    <a:pt x="401" y="27"/>
                  </a:cubicBezTo>
                  <a:cubicBezTo>
                    <a:pt x="399" y="27"/>
                    <a:pt x="399" y="27"/>
                    <a:pt x="399" y="27"/>
                  </a:cubicBezTo>
                  <a:cubicBezTo>
                    <a:pt x="401" y="20"/>
                    <a:pt x="401" y="20"/>
                    <a:pt x="401" y="20"/>
                  </a:cubicBezTo>
                  <a:cubicBezTo>
                    <a:pt x="396" y="6"/>
                    <a:pt x="396" y="6"/>
                    <a:pt x="396" y="6"/>
                  </a:cubicBezTo>
                  <a:cubicBezTo>
                    <a:pt x="399" y="6"/>
                    <a:pt x="399" y="6"/>
                    <a:pt x="399" y="6"/>
                  </a:cubicBezTo>
                  <a:cubicBezTo>
                    <a:pt x="403" y="17"/>
                    <a:pt x="403" y="17"/>
                    <a:pt x="403" y="17"/>
                  </a:cubicBezTo>
                  <a:cubicBezTo>
                    <a:pt x="407" y="6"/>
                    <a:pt x="407" y="6"/>
                    <a:pt x="407" y="6"/>
                  </a:cubicBezTo>
                  <a:lnTo>
                    <a:pt x="410" y="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grpSp>
          <p:nvGrpSpPr>
            <p:cNvPr id="24" name="íṧlíḓé"/>
            <p:cNvGrpSpPr/>
            <p:nvPr/>
          </p:nvGrpSpPr>
          <p:grpSpPr>
            <a:xfrm>
              <a:off x="4625816" y="3431857"/>
              <a:ext cx="5955098" cy="1263464"/>
              <a:chOff x="5472113" y="3055938"/>
              <a:chExt cx="2316163" cy="485775"/>
            </a:xfrm>
            <a:solidFill>
              <a:schemeClr val="bg1"/>
            </a:solidFill>
          </p:grpSpPr>
          <p:sp>
            <p:nvSpPr>
              <p:cNvPr id="26" name="ïşḷíḓè"/>
              <p:cNvSpPr/>
              <p:nvPr/>
            </p:nvSpPr>
            <p:spPr bwMode="auto">
              <a:xfrm>
                <a:off x="7018338" y="3143250"/>
                <a:ext cx="342900" cy="361950"/>
              </a:xfrm>
              <a:custGeom>
                <a:avLst/>
                <a:gdLst>
                  <a:gd name="T0" fmla="*/ 48 w 64"/>
                  <a:gd name="T1" fmla="*/ 0 h 67"/>
                  <a:gd name="T2" fmla="*/ 54 w 64"/>
                  <a:gd name="T3" fmla="*/ 4 h 67"/>
                  <a:gd name="T4" fmla="*/ 54 w 64"/>
                  <a:gd name="T5" fmla="*/ 7 h 67"/>
                  <a:gd name="T6" fmla="*/ 52 w 64"/>
                  <a:gd name="T7" fmla="*/ 10 h 67"/>
                  <a:gd name="T8" fmla="*/ 50 w 64"/>
                  <a:gd name="T9" fmla="*/ 15 h 67"/>
                  <a:gd name="T10" fmla="*/ 47 w 64"/>
                  <a:gd name="T11" fmla="*/ 21 h 67"/>
                  <a:gd name="T12" fmla="*/ 51 w 64"/>
                  <a:gd name="T13" fmla="*/ 21 h 67"/>
                  <a:gd name="T14" fmla="*/ 51 w 64"/>
                  <a:gd name="T15" fmla="*/ 20 h 67"/>
                  <a:gd name="T16" fmla="*/ 60 w 64"/>
                  <a:gd name="T17" fmla="*/ 20 h 67"/>
                  <a:gd name="T18" fmla="*/ 60 w 64"/>
                  <a:gd name="T19" fmla="*/ 22 h 67"/>
                  <a:gd name="T20" fmla="*/ 58 w 64"/>
                  <a:gd name="T21" fmla="*/ 24 h 67"/>
                  <a:gd name="T22" fmla="*/ 51 w 64"/>
                  <a:gd name="T23" fmla="*/ 27 h 67"/>
                  <a:gd name="T24" fmla="*/ 45 w 64"/>
                  <a:gd name="T25" fmla="*/ 29 h 67"/>
                  <a:gd name="T26" fmla="*/ 37 w 64"/>
                  <a:gd name="T27" fmla="*/ 40 h 67"/>
                  <a:gd name="T28" fmla="*/ 52 w 64"/>
                  <a:gd name="T29" fmla="*/ 51 h 67"/>
                  <a:gd name="T30" fmla="*/ 64 w 64"/>
                  <a:gd name="T31" fmla="*/ 52 h 67"/>
                  <a:gd name="T32" fmla="*/ 64 w 64"/>
                  <a:gd name="T33" fmla="*/ 53 h 67"/>
                  <a:gd name="T34" fmla="*/ 64 w 64"/>
                  <a:gd name="T35" fmla="*/ 54 h 67"/>
                  <a:gd name="T36" fmla="*/ 58 w 64"/>
                  <a:gd name="T37" fmla="*/ 56 h 67"/>
                  <a:gd name="T38" fmla="*/ 56 w 64"/>
                  <a:gd name="T39" fmla="*/ 59 h 67"/>
                  <a:gd name="T40" fmla="*/ 50 w 64"/>
                  <a:gd name="T41" fmla="*/ 60 h 67"/>
                  <a:gd name="T42" fmla="*/ 45 w 64"/>
                  <a:gd name="T43" fmla="*/ 56 h 67"/>
                  <a:gd name="T44" fmla="*/ 41 w 64"/>
                  <a:gd name="T45" fmla="*/ 49 h 67"/>
                  <a:gd name="T46" fmla="*/ 38 w 64"/>
                  <a:gd name="T47" fmla="*/ 45 h 67"/>
                  <a:gd name="T48" fmla="*/ 35 w 64"/>
                  <a:gd name="T49" fmla="*/ 42 h 67"/>
                  <a:gd name="T50" fmla="*/ 29 w 64"/>
                  <a:gd name="T51" fmla="*/ 49 h 67"/>
                  <a:gd name="T52" fmla="*/ 14 w 64"/>
                  <a:gd name="T53" fmla="*/ 61 h 67"/>
                  <a:gd name="T54" fmla="*/ 0 w 64"/>
                  <a:gd name="T55" fmla="*/ 67 h 67"/>
                  <a:gd name="T56" fmla="*/ 0 w 64"/>
                  <a:gd name="T57" fmla="*/ 66 h 67"/>
                  <a:gd name="T58" fmla="*/ 9 w 64"/>
                  <a:gd name="T59" fmla="*/ 60 h 67"/>
                  <a:gd name="T60" fmla="*/ 27 w 64"/>
                  <a:gd name="T61" fmla="*/ 40 h 67"/>
                  <a:gd name="T62" fmla="*/ 33 w 64"/>
                  <a:gd name="T63" fmla="*/ 31 h 67"/>
                  <a:gd name="T64" fmla="*/ 25 w 64"/>
                  <a:gd name="T65" fmla="*/ 23 h 67"/>
                  <a:gd name="T66" fmla="*/ 26 w 64"/>
                  <a:gd name="T67" fmla="*/ 23 h 67"/>
                  <a:gd name="T68" fmla="*/ 38 w 64"/>
                  <a:gd name="T69" fmla="*/ 23 h 67"/>
                  <a:gd name="T70" fmla="*/ 42 w 64"/>
                  <a:gd name="T71" fmla="*/ 16 h 67"/>
                  <a:gd name="T72" fmla="*/ 45 w 64"/>
                  <a:gd name="T73" fmla="*/ 10 h 67"/>
                  <a:gd name="T74" fmla="*/ 48 w 64"/>
                  <a:gd name="T75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64" h="67">
                    <a:moveTo>
                      <a:pt x="48" y="0"/>
                    </a:moveTo>
                    <a:cubicBezTo>
                      <a:pt x="52" y="0"/>
                      <a:pt x="52" y="2"/>
                      <a:pt x="54" y="4"/>
                    </a:cubicBezTo>
                    <a:cubicBezTo>
                      <a:pt x="54" y="5"/>
                      <a:pt x="54" y="6"/>
                      <a:pt x="54" y="7"/>
                    </a:cubicBezTo>
                    <a:cubicBezTo>
                      <a:pt x="54" y="8"/>
                      <a:pt x="53" y="9"/>
                      <a:pt x="52" y="10"/>
                    </a:cubicBezTo>
                    <a:cubicBezTo>
                      <a:pt x="51" y="12"/>
                      <a:pt x="51" y="13"/>
                      <a:pt x="50" y="15"/>
                    </a:cubicBezTo>
                    <a:cubicBezTo>
                      <a:pt x="49" y="17"/>
                      <a:pt x="48" y="19"/>
                      <a:pt x="47" y="21"/>
                    </a:cubicBezTo>
                    <a:cubicBezTo>
                      <a:pt x="49" y="21"/>
                      <a:pt x="50" y="21"/>
                      <a:pt x="51" y="21"/>
                    </a:cubicBezTo>
                    <a:cubicBezTo>
                      <a:pt x="51" y="20"/>
                      <a:pt x="51" y="20"/>
                      <a:pt x="51" y="20"/>
                    </a:cubicBezTo>
                    <a:cubicBezTo>
                      <a:pt x="54" y="20"/>
                      <a:pt x="57" y="20"/>
                      <a:pt x="60" y="20"/>
                    </a:cubicBezTo>
                    <a:cubicBezTo>
                      <a:pt x="60" y="21"/>
                      <a:pt x="60" y="21"/>
                      <a:pt x="60" y="22"/>
                    </a:cubicBezTo>
                    <a:cubicBezTo>
                      <a:pt x="59" y="22"/>
                      <a:pt x="59" y="23"/>
                      <a:pt x="58" y="24"/>
                    </a:cubicBezTo>
                    <a:cubicBezTo>
                      <a:pt x="56" y="25"/>
                      <a:pt x="53" y="26"/>
                      <a:pt x="51" y="27"/>
                    </a:cubicBezTo>
                    <a:cubicBezTo>
                      <a:pt x="49" y="28"/>
                      <a:pt x="47" y="28"/>
                      <a:pt x="45" y="29"/>
                    </a:cubicBezTo>
                    <a:cubicBezTo>
                      <a:pt x="43" y="30"/>
                      <a:pt x="38" y="38"/>
                      <a:pt x="37" y="40"/>
                    </a:cubicBezTo>
                    <a:cubicBezTo>
                      <a:pt x="42" y="43"/>
                      <a:pt x="46" y="48"/>
                      <a:pt x="52" y="51"/>
                    </a:cubicBezTo>
                    <a:cubicBezTo>
                      <a:pt x="55" y="52"/>
                      <a:pt x="60" y="52"/>
                      <a:pt x="64" y="52"/>
                    </a:cubicBezTo>
                    <a:cubicBezTo>
                      <a:pt x="64" y="52"/>
                      <a:pt x="64" y="52"/>
                      <a:pt x="64" y="53"/>
                    </a:cubicBezTo>
                    <a:cubicBezTo>
                      <a:pt x="64" y="53"/>
                      <a:pt x="64" y="53"/>
                      <a:pt x="64" y="54"/>
                    </a:cubicBezTo>
                    <a:cubicBezTo>
                      <a:pt x="62" y="54"/>
                      <a:pt x="59" y="55"/>
                      <a:pt x="58" y="56"/>
                    </a:cubicBezTo>
                    <a:cubicBezTo>
                      <a:pt x="57" y="57"/>
                      <a:pt x="57" y="58"/>
                      <a:pt x="56" y="59"/>
                    </a:cubicBezTo>
                    <a:cubicBezTo>
                      <a:pt x="55" y="60"/>
                      <a:pt x="52" y="60"/>
                      <a:pt x="50" y="60"/>
                    </a:cubicBezTo>
                    <a:cubicBezTo>
                      <a:pt x="49" y="58"/>
                      <a:pt x="46" y="58"/>
                      <a:pt x="45" y="56"/>
                    </a:cubicBezTo>
                    <a:cubicBezTo>
                      <a:pt x="44" y="54"/>
                      <a:pt x="43" y="51"/>
                      <a:pt x="41" y="49"/>
                    </a:cubicBezTo>
                    <a:cubicBezTo>
                      <a:pt x="41" y="47"/>
                      <a:pt x="39" y="46"/>
                      <a:pt x="38" y="45"/>
                    </a:cubicBezTo>
                    <a:cubicBezTo>
                      <a:pt x="38" y="44"/>
                      <a:pt x="37" y="42"/>
                      <a:pt x="35" y="42"/>
                    </a:cubicBezTo>
                    <a:cubicBezTo>
                      <a:pt x="34" y="45"/>
                      <a:pt x="31" y="47"/>
                      <a:pt x="29" y="49"/>
                    </a:cubicBezTo>
                    <a:cubicBezTo>
                      <a:pt x="25" y="55"/>
                      <a:pt x="20" y="58"/>
                      <a:pt x="14" y="61"/>
                    </a:cubicBezTo>
                    <a:cubicBezTo>
                      <a:pt x="10" y="64"/>
                      <a:pt x="6" y="67"/>
                      <a:pt x="0" y="67"/>
                    </a:cubicBezTo>
                    <a:cubicBezTo>
                      <a:pt x="0" y="67"/>
                      <a:pt x="0" y="67"/>
                      <a:pt x="0" y="66"/>
                    </a:cubicBezTo>
                    <a:cubicBezTo>
                      <a:pt x="4" y="65"/>
                      <a:pt x="6" y="62"/>
                      <a:pt x="9" y="60"/>
                    </a:cubicBezTo>
                    <a:cubicBezTo>
                      <a:pt x="16" y="55"/>
                      <a:pt x="22" y="48"/>
                      <a:pt x="27" y="40"/>
                    </a:cubicBezTo>
                    <a:cubicBezTo>
                      <a:pt x="29" y="37"/>
                      <a:pt x="32" y="34"/>
                      <a:pt x="33" y="31"/>
                    </a:cubicBezTo>
                    <a:cubicBezTo>
                      <a:pt x="30" y="30"/>
                      <a:pt x="25" y="26"/>
                      <a:pt x="25" y="23"/>
                    </a:cubicBezTo>
                    <a:cubicBezTo>
                      <a:pt x="25" y="23"/>
                      <a:pt x="26" y="23"/>
                      <a:pt x="26" y="23"/>
                    </a:cubicBezTo>
                    <a:cubicBezTo>
                      <a:pt x="29" y="25"/>
                      <a:pt x="34" y="24"/>
                      <a:pt x="38" y="23"/>
                    </a:cubicBezTo>
                    <a:cubicBezTo>
                      <a:pt x="39" y="21"/>
                      <a:pt x="41" y="19"/>
                      <a:pt x="42" y="16"/>
                    </a:cubicBezTo>
                    <a:cubicBezTo>
                      <a:pt x="43" y="14"/>
                      <a:pt x="44" y="12"/>
                      <a:pt x="45" y="10"/>
                    </a:cubicBezTo>
                    <a:cubicBezTo>
                      <a:pt x="46" y="7"/>
                      <a:pt x="48" y="4"/>
                      <a:pt x="4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27" name="iṡḻíďê"/>
              <p:cNvSpPr/>
              <p:nvPr/>
            </p:nvSpPr>
            <p:spPr bwMode="auto">
              <a:xfrm>
                <a:off x="6408738" y="3132138"/>
                <a:ext cx="171450" cy="85725"/>
              </a:xfrm>
              <a:custGeom>
                <a:avLst/>
                <a:gdLst>
                  <a:gd name="T0" fmla="*/ 6 w 32"/>
                  <a:gd name="T1" fmla="*/ 0 h 16"/>
                  <a:gd name="T2" fmla="*/ 17 w 32"/>
                  <a:gd name="T3" fmla="*/ 4 h 16"/>
                  <a:gd name="T4" fmla="*/ 18 w 32"/>
                  <a:gd name="T5" fmla="*/ 8 h 16"/>
                  <a:gd name="T6" fmla="*/ 24 w 32"/>
                  <a:gd name="T7" fmla="*/ 7 h 16"/>
                  <a:gd name="T8" fmla="*/ 25 w 32"/>
                  <a:gd name="T9" fmla="*/ 5 h 16"/>
                  <a:gd name="T10" fmla="*/ 31 w 32"/>
                  <a:gd name="T11" fmla="*/ 6 h 16"/>
                  <a:gd name="T12" fmla="*/ 32 w 32"/>
                  <a:gd name="T13" fmla="*/ 8 h 16"/>
                  <a:gd name="T14" fmla="*/ 31 w 32"/>
                  <a:gd name="T15" fmla="*/ 9 h 16"/>
                  <a:gd name="T16" fmla="*/ 14 w 32"/>
                  <a:gd name="T17" fmla="*/ 15 h 16"/>
                  <a:gd name="T18" fmla="*/ 14 w 32"/>
                  <a:gd name="T19" fmla="*/ 14 h 16"/>
                  <a:gd name="T20" fmla="*/ 16 w 32"/>
                  <a:gd name="T21" fmla="*/ 13 h 16"/>
                  <a:gd name="T22" fmla="*/ 16 w 32"/>
                  <a:gd name="T23" fmla="*/ 13 h 16"/>
                  <a:gd name="T24" fmla="*/ 15 w 32"/>
                  <a:gd name="T25" fmla="*/ 13 h 16"/>
                  <a:gd name="T26" fmla="*/ 13 w 32"/>
                  <a:gd name="T27" fmla="*/ 14 h 16"/>
                  <a:gd name="T28" fmla="*/ 0 w 32"/>
                  <a:gd name="T29" fmla="*/ 16 h 16"/>
                  <a:gd name="T30" fmla="*/ 0 w 32"/>
                  <a:gd name="T31" fmla="*/ 15 h 16"/>
                  <a:gd name="T32" fmla="*/ 9 w 32"/>
                  <a:gd name="T33" fmla="*/ 6 h 16"/>
                  <a:gd name="T34" fmla="*/ 6 w 32"/>
                  <a:gd name="T3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2" h="16">
                    <a:moveTo>
                      <a:pt x="6" y="0"/>
                    </a:moveTo>
                    <a:cubicBezTo>
                      <a:pt x="9" y="0"/>
                      <a:pt x="16" y="2"/>
                      <a:pt x="17" y="4"/>
                    </a:cubicBezTo>
                    <a:cubicBezTo>
                      <a:pt x="18" y="5"/>
                      <a:pt x="18" y="7"/>
                      <a:pt x="18" y="8"/>
                    </a:cubicBezTo>
                    <a:cubicBezTo>
                      <a:pt x="19" y="8"/>
                      <a:pt x="23" y="7"/>
                      <a:pt x="24" y="7"/>
                    </a:cubicBezTo>
                    <a:cubicBezTo>
                      <a:pt x="24" y="6"/>
                      <a:pt x="24" y="6"/>
                      <a:pt x="25" y="5"/>
                    </a:cubicBezTo>
                    <a:cubicBezTo>
                      <a:pt x="25" y="5"/>
                      <a:pt x="30" y="6"/>
                      <a:pt x="31" y="6"/>
                    </a:cubicBezTo>
                    <a:cubicBezTo>
                      <a:pt x="32" y="6"/>
                      <a:pt x="32" y="7"/>
                      <a:pt x="32" y="8"/>
                    </a:cubicBezTo>
                    <a:cubicBezTo>
                      <a:pt x="32" y="8"/>
                      <a:pt x="32" y="9"/>
                      <a:pt x="31" y="9"/>
                    </a:cubicBezTo>
                    <a:cubicBezTo>
                      <a:pt x="25" y="10"/>
                      <a:pt x="21" y="15"/>
                      <a:pt x="14" y="15"/>
                    </a:cubicBezTo>
                    <a:cubicBezTo>
                      <a:pt x="14" y="15"/>
                      <a:pt x="14" y="15"/>
                      <a:pt x="14" y="14"/>
                    </a:cubicBezTo>
                    <a:cubicBezTo>
                      <a:pt x="15" y="14"/>
                      <a:pt x="15" y="13"/>
                      <a:pt x="16" y="13"/>
                    </a:cubicBezTo>
                    <a:cubicBezTo>
                      <a:pt x="16" y="13"/>
                      <a:pt x="16" y="13"/>
                      <a:pt x="16" y="13"/>
                    </a:cubicBezTo>
                    <a:cubicBezTo>
                      <a:pt x="16" y="13"/>
                      <a:pt x="15" y="13"/>
                      <a:pt x="15" y="13"/>
                    </a:cubicBezTo>
                    <a:cubicBezTo>
                      <a:pt x="14" y="13"/>
                      <a:pt x="14" y="13"/>
                      <a:pt x="13" y="14"/>
                    </a:cubicBezTo>
                    <a:cubicBezTo>
                      <a:pt x="9" y="15"/>
                      <a:pt x="5" y="16"/>
                      <a:pt x="0" y="16"/>
                    </a:cubicBezTo>
                    <a:cubicBezTo>
                      <a:pt x="0" y="16"/>
                      <a:pt x="0" y="15"/>
                      <a:pt x="0" y="15"/>
                    </a:cubicBezTo>
                    <a:cubicBezTo>
                      <a:pt x="4" y="15"/>
                      <a:pt x="9" y="11"/>
                      <a:pt x="9" y="6"/>
                    </a:cubicBezTo>
                    <a:cubicBezTo>
                      <a:pt x="8" y="6"/>
                      <a:pt x="6" y="0"/>
                      <a:pt x="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28" name="iś1iḓe"/>
              <p:cNvSpPr/>
              <p:nvPr/>
            </p:nvSpPr>
            <p:spPr bwMode="auto">
              <a:xfrm>
                <a:off x="6376988" y="3235325"/>
                <a:ext cx="160338" cy="90488"/>
              </a:xfrm>
              <a:custGeom>
                <a:avLst/>
                <a:gdLst>
                  <a:gd name="T0" fmla="*/ 21 w 30"/>
                  <a:gd name="T1" fmla="*/ 8 h 17"/>
                  <a:gd name="T2" fmla="*/ 22 w 30"/>
                  <a:gd name="T3" fmla="*/ 3 h 17"/>
                  <a:gd name="T4" fmla="*/ 22 w 30"/>
                  <a:gd name="T5" fmla="*/ 3 h 17"/>
                  <a:gd name="T6" fmla="*/ 21 w 30"/>
                  <a:gd name="T7" fmla="*/ 3 h 17"/>
                  <a:gd name="T8" fmla="*/ 16 w 30"/>
                  <a:gd name="T9" fmla="*/ 9 h 17"/>
                  <a:gd name="T10" fmla="*/ 6 w 30"/>
                  <a:gd name="T11" fmla="*/ 13 h 17"/>
                  <a:gd name="T12" fmla="*/ 0 w 30"/>
                  <a:gd name="T13" fmla="*/ 13 h 17"/>
                  <a:gd name="T14" fmla="*/ 1 w 30"/>
                  <a:gd name="T15" fmla="*/ 11 h 17"/>
                  <a:gd name="T16" fmla="*/ 4 w 30"/>
                  <a:gd name="T17" fmla="*/ 9 h 17"/>
                  <a:gd name="T18" fmla="*/ 11 w 30"/>
                  <a:gd name="T19" fmla="*/ 3 h 17"/>
                  <a:gd name="T20" fmla="*/ 11 w 30"/>
                  <a:gd name="T21" fmla="*/ 6 h 17"/>
                  <a:gd name="T22" fmla="*/ 11 w 30"/>
                  <a:gd name="T23" fmla="*/ 6 h 17"/>
                  <a:gd name="T24" fmla="*/ 15 w 30"/>
                  <a:gd name="T25" fmla="*/ 5 h 17"/>
                  <a:gd name="T26" fmla="*/ 25 w 30"/>
                  <a:gd name="T27" fmla="*/ 1 h 17"/>
                  <a:gd name="T28" fmla="*/ 29 w 30"/>
                  <a:gd name="T29" fmla="*/ 2 h 17"/>
                  <a:gd name="T30" fmla="*/ 30 w 30"/>
                  <a:gd name="T31" fmla="*/ 3 h 17"/>
                  <a:gd name="T32" fmla="*/ 28 w 30"/>
                  <a:gd name="T33" fmla="*/ 7 h 17"/>
                  <a:gd name="T34" fmla="*/ 21 w 30"/>
                  <a:gd name="T35" fmla="*/ 8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" h="17">
                    <a:moveTo>
                      <a:pt x="21" y="8"/>
                    </a:moveTo>
                    <a:cubicBezTo>
                      <a:pt x="21" y="6"/>
                      <a:pt x="23" y="4"/>
                      <a:pt x="22" y="3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4"/>
                      <a:pt x="18" y="7"/>
                      <a:pt x="16" y="9"/>
                    </a:cubicBezTo>
                    <a:cubicBezTo>
                      <a:pt x="13" y="11"/>
                      <a:pt x="9" y="12"/>
                      <a:pt x="6" y="13"/>
                    </a:cubicBezTo>
                    <a:cubicBezTo>
                      <a:pt x="4" y="14"/>
                      <a:pt x="0" y="17"/>
                      <a:pt x="0" y="13"/>
                    </a:cubicBezTo>
                    <a:cubicBezTo>
                      <a:pt x="1" y="13"/>
                      <a:pt x="1" y="12"/>
                      <a:pt x="1" y="11"/>
                    </a:cubicBezTo>
                    <a:cubicBezTo>
                      <a:pt x="2" y="10"/>
                      <a:pt x="3" y="9"/>
                      <a:pt x="4" y="9"/>
                    </a:cubicBezTo>
                    <a:cubicBezTo>
                      <a:pt x="6" y="7"/>
                      <a:pt x="9" y="4"/>
                      <a:pt x="11" y="3"/>
                    </a:cubicBezTo>
                    <a:cubicBezTo>
                      <a:pt x="11" y="4"/>
                      <a:pt x="11" y="5"/>
                      <a:pt x="11" y="6"/>
                    </a:cubicBezTo>
                    <a:cubicBezTo>
                      <a:pt x="11" y="6"/>
                      <a:pt x="11" y="6"/>
                      <a:pt x="11" y="6"/>
                    </a:cubicBezTo>
                    <a:cubicBezTo>
                      <a:pt x="13" y="5"/>
                      <a:pt x="14" y="5"/>
                      <a:pt x="15" y="5"/>
                    </a:cubicBezTo>
                    <a:cubicBezTo>
                      <a:pt x="18" y="3"/>
                      <a:pt x="21" y="0"/>
                      <a:pt x="25" y="1"/>
                    </a:cubicBezTo>
                    <a:cubicBezTo>
                      <a:pt x="26" y="1"/>
                      <a:pt x="28" y="2"/>
                      <a:pt x="29" y="2"/>
                    </a:cubicBezTo>
                    <a:cubicBezTo>
                      <a:pt x="29" y="3"/>
                      <a:pt x="29" y="3"/>
                      <a:pt x="30" y="3"/>
                    </a:cubicBezTo>
                    <a:cubicBezTo>
                      <a:pt x="30" y="5"/>
                      <a:pt x="30" y="7"/>
                      <a:pt x="28" y="7"/>
                    </a:cubicBezTo>
                    <a:cubicBezTo>
                      <a:pt x="28" y="8"/>
                      <a:pt x="23" y="8"/>
                      <a:pt x="21" y="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29" name="îšlíḑè"/>
              <p:cNvSpPr/>
              <p:nvPr/>
            </p:nvSpPr>
            <p:spPr bwMode="auto">
              <a:xfrm>
                <a:off x="6307138" y="3316288"/>
                <a:ext cx="300038" cy="198438"/>
              </a:xfrm>
              <a:custGeom>
                <a:avLst/>
                <a:gdLst>
                  <a:gd name="T0" fmla="*/ 29 w 56"/>
                  <a:gd name="T1" fmla="*/ 0 h 37"/>
                  <a:gd name="T2" fmla="*/ 31 w 56"/>
                  <a:gd name="T3" fmla="*/ 0 h 37"/>
                  <a:gd name="T4" fmla="*/ 34 w 56"/>
                  <a:gd name="T5" fmla="*/ 2 h 37"/>
                  <a:gd name="T6" fmla="*/ 36 w 56"/>
                  <a:gd name="T7" fmla="*/ 6 h 37"/>
                  <a:gd name="T8" fmla="*/ 35 w 56"/>
                  <a:gd name="T9" fmla="*/ 10 h 37"/>
                  <a:gd name="T10" fmla="*/ 33 w 56"/>
                  <a:gd name="T11" fmla="*/ 13 h 37"/>
                  <a:gd name="T12" fmla="*/ 36 w 56"/>
                  <a:gd name="T13" fmla="*/ 17 h 37"/>
                  <a:gd name="T14" fmla="*/ 44 w 56"/>
                  <a:gd name="T15" fmla="*/ 27 h 37"/>
                  <a:gd name="T16" fmla="*/ 47 w 56"/>
                  <a:gd name="T17" fmla="*/ 30 h 37"/>
                  <a:gd name="T18" fmla="*/ 56 w 56"/>
                  <a:gd name="T19" fmla="*/ 34 h 37"/>
                  <a:gd name="T20" fmla="*/ 53 w 56"/>
                  <a:gd name="T21" fmla="*/ 35 h 37"/>
                  <a:gd name="T22" fmla="*/ 50 w 56"/>
                  <a:gd name="T23" fmla="*/ 35 h 37"/>
                  <a:gd name="T24" fmla="*/ 46 w 56"/>
                  <a:gd name="T25" fmla="*/ 36 h 37"/>
                  <a:gd name="T26" fmla="*/ 39 w 56"/>
                  <a:gd name="T27" fmla="*/ 35 h 37"/>
                  <a:gd name="T28" fmla="*/ 33 w 56"/>
                  <a:gd name="T29" fmla="*/ 26 h 37"/>
                  <a:gd name="T30" fmla="*/ 28 w 56"/>
                  <a:gd name="T31" fmla="*/ 17 h 37"/>
                  <a:gd name="T32" fmla="*/ 28 w 56"/>
                  <a:gd name="T33" fmla="*/ 17 h 37"/>
                  <a:gd name="T34" fmla="*/ 12 w 56"/>
                  <a:gd name="T35" fmla="*/ 32 h 37"/>
                  <a:gd name="T36" fmla="*/ 0 w 56"/>
                  <a:gd name="T37" fmla="*/ 35 h 37"/>
                  <a:gd name="T38" fmla="*/ 0 w 56"/>
                  <a:gd name="T39" fmla="*/ 34 h 37"/>
                  <a:gd name="T40" fmla="*/ 0 w 56"/>
                  <a:gd name="T41" fmla="*/ 34 h 37"/>
                  <a:gd name="T42" fmla="*/ 3 w 56"/>
                  <a:gd name="T43" fmla="*/ 34 h 37"/>
                  <a:gd name="T44" fmla="*/ 9 w 56"/>
                  <a:gd name="T45" fmla="*/ 30 h 37"/>
                  <a:gd name="T46" fmla="*/ 15 w 56"/>
                  <a:gd name="T47" fmla="*/ 24 h 37"/>
                  <a:gd name="T48" fmla="*/ 19 w 56"/>
                  <a:gd name="T49" fmla="*/ 19 h 37"/>
                  <a:gd name="T50" fmla="*/ 24 w 56"/>
                  <a:gd name="T51" fmla="*/ 11 h 37"/>
                  <a:gd name="T52" fmla="*/ 18 w 56"/>
                  <a:gd name="T53" fmla="*/ 1 h 37"/>
                  <a:gd name="T54" fmla="*/ 26 w 56"/>
                  <a:gd name="T55" fmla="*/ 7 h 37"/>
                  <a:gd name="T56" fmla="*/ 26 w 56"/>
                  <a:gd name="T57" fmla="*/ 7 h 37"/>
                  <a:gd name="T58" fmla="*/ 26 w 56"/>
                  <a:gd name="T59" fmla="*/ 7 h 37"/>
                  <a:gd name="T60" fmla="*/ 29 w 56"/>
                  <a:gd name="T61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56" h="37">
                    <a:moveTo>
                      <a:pt x="29" y="0"/>
                    </a:moveTo>
                    <a:cubicBezTo>
                      <a:pt x="30" y="0"/>
                      <a:pt x="30" y="0"/>
                      <a:pt x="31" y="0"/>
                    </a:cubicBezTo>
                    <a:cubicBezTo>
                      <a:pt x="31" y="1"/>
                      <a:pt x="33" y="1"/>
                      <a:pt x="34" y="2"/>
                    </a:cubicBezTo>
                    <a:cubicBezTo>
                      <a:pt x="35" y="4"/>
                      <a:pt x="35" y="5"/>
                      <a:pt x="36" y="6"/>
                    </a:cubicBezTo>
                    <a:cubicBezTo>
                      <a:pt x="36" y="7"/>
                      <a:pt x="36" y="9"/>
                      <a:pt x="35" y="10"/>
                    </a:cubicBezTo>
                    <a:cubicBezTo>
                      <a:pt x="34" y="11"/>
                      <a:pt x="33" y="11"/>
                      <a:pt x="33" y="13"/>
                    </a:cubicBezTo>
                    <a:cubicBezTo>
                      <a:pt x="34" y="15"/>
                      <a:pt x="35" y="16"/>
                      <a:pt x="36" y="17"/>
                    </a:cubicBezTo>
                    <a:cubicBezTo>
                      <a:pt x="38" y="21"/>
                      <a:pt x="41" y="24"/>
                      <a:pt x="44" y="27"/>
                    </a:cubicBezTo>
                    <a:cubicBezTo>
                      <a:pt x="45" y="28"/>
                      <a:pt x="46" y="29"/>
                      <a:pt x="47" y="30"/>
                    </a:cubicBezTo>
                    <a:cubicBezTo>
                      <a:pt x="49" y="31"/>
                      <a:pt x="56" y="32"/>
                      <a:pt x="56" y="34"/>
                    </a:cubicBezTo>
                    <a:cubicBezTo>
                      <a:pt x="55" y="34"/>
                      <a:pt x="54" y="35"/>
                      <a:pt x="53" y="35"/>
                    </a:cubicBezTo>
                    <a:cubicBezTo>
                      <a:pt x="52" y="35"/>
                      <a:pt x="51" y="35"/>
                      <a:pt x="50" y="35"/>
                    </a:cubicBezTo>
                    <a:cubicBezTo>
                      <a:pt x="48" y="35"/>
                      <a:pt x="47" y="36"/>
                      <a:pt x="46" y="36"/>
                    </a:cubicBezTo>
                    <a:cubicBezTo>
                      <a:pt x="43" y="37"/>
                      <a:pt x="41" y="36"/>
                      <a:pt x="39" y="35"/>
                    </a:cubicBezTo>
                    <a:cubicBezTo>
                      <a:pt x="35" y="32"/>
                      <a:pt x="35" y="31"/>
                      <a:pt x="33" y="26"/>
                    </a:cubicBezTo>
                    <a:cubicBezTo>
                      <a:pt x="31" y="23"/>
                      <a:pt x="30" y="20"/>
                      <a:pt x="28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3" y="24"/>
                      <a:pt x="19" y="27"/>
                      <a:pt x="12" y="32"/>
                    </a:cubicBezTo>
                    <a:cubicBezTo>
                      <a:pt x="9" y="34"/>
                      <a:pt x="6" y="36"/>
                      <a:pt x="0" y="35"/>
                    </a:cubicBezTo>
                    <a:cubicBezTo>
                      <a:pt x="0" y="35"/>
                      <a:pt x="0" y="34"/>
                      <a:pt x="0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2" y="34"/>
                      <a:pt x="3" y="34"/>
                    </a:cubicBezTo>
                    <a:cubicBezTo>
                      <a:pt x="5" y="33"/>
                      <a:pt x="7" y="32"/>
                      <a:pt x="9" y="30"/>
                    </a:cubicBezTo>
                    <a:cubicBezTo>
                      <a:pt x="11" y="29"/>
                      <a:pt x="13" y="26"/>
                      <a:pt x="15" y="24"/>
                    </a:cubicBezTo>
                    <a:cubicBezTo>
                      <a:pt x="16" y="22"/>
                      <a:pt x="18" y="21"/>
                      <a:pt x="19" y="19"/>
                    </a:cubicBezTo>
                    <a:cubicBezTo>
                      <a:pt x="21" y="16"/>
                      <a:pt x="22" y="13"/>
                      <a:pt x="24" y="11"/>
                    </a:cubicBezTo>
                    <a:cubicBezTo>
                      <a:pt x="23" y="7"/>
                      <a:pt x="18" y="4"/>
                      <a:pt x="18" y="1"/>
                    </a:cubicBezTo>
                    <a:cubicBezTo>
                      <a:pt x="21" y="1"/>
                      <a:pt x="25" y="5"/>
                      <a:pt x="26" y="7"/>
                    </a:cubicBezTo>
                    <a:cubicBezTo>
                      <a:pt x="26" y="7"/>
                      <a:pt x="26" y="7"/>
                      <a:pt x="26" y="7"/>
                    </a:cubicBezTo>
                    <a:cubicBezTo>
                      <a:pt x="26" y="7"/>
                      <a:pt x="26" y="7"/>
                      <a:pt x="26" y="7"/>
                    </a:cubicBezTo>
                    <a:cubicBezTo>
                      <a:pt x="28" y="5"/>
                      <a:pt x="29" y="2"/>
                      <a:pt x="2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0" name="ïŝľíḋe"/>
              <p:cNvSpPr/>
              <p:nvPr/>
            </p:nvSpPr>
            <p:spPr bwMode="auto">
              <a:xfrm>
                <a:off x="6751638" y="3121025"/>
                <a:ext cx="185738" cy="134938"/>
              </a:xfrm>
              <a:custGeom>
                <a:avLst/>
                <a:gdLst>
                  <a:gd name="T0" fmla="*/ 17 w 35"/>
                  <a:gd name="T1" fmla="*/ 25 h 25"/>
                  <a:gd name="T2" fmla="*/ 17 w 35"/>
                  <a:gd name="T3" fmla="*/ 24 h 25"/>
                  <a:gd name="T4" fmla="*/ 22 w 35"/>
                  <a:gd name="T5" fmla="*/ 19 h 25"/>
                  <a:gd name="T6" fmla="*/ 22 w 35"/>
                  <a:gd name="T7" fmla="*/ 19 h 25"/>
                  <a:gd name="T8" fmla="*/ 21 w 35"/>
                  <a:gd name="T9" fmla="*/ 15 h 25"/>
                  <a:gd name="T10" fmla="*/ 27 w 35"/>
                  <a:gd name="T11" fmla="*/ 8 h 25"/>
                  <a:gd name="T12" fmla="*/ 26 w 35"/>
                  <a:gd name="T13" fmla="*/ 8 h 25"/>
                  <a:gd name="T14" fmla="*/ 22 w 35"/>
                  <a:gd name="T15" fmla="*/ 10 h 25"/>
                  <a:gd name="T16" fmla="*/ 15 w 35"/>
                  <a:gd name="T17" fmla="*/ 17 h 25"/>
                  <a:gd name="T18" fmla="*/ 11 w 35"/>
                  <a:gd name="T19" fmla="*/ 21 h 25"/>
                  <a:gd name="T20" fmla="*/ 0 w 35"/>
                  <a:gd name="T21" fmla="*/ 20 h 25"/>
                  <a:gd name="T22" fmla="*/ 10 w 35"/>
                  <a:gd name="T23" fmla="*/ 13 h 25"/>
                  <a:gd name="T24" fmla="*/ 22 w 35"/>
                  <a:gd name="T25" fmla="*/ 5 h 25"/>
                  <a:gd name="T26" fmla="*/ 24 w 35"/>
                  <a:gd name="T27" fmla="*/ 3 h 25"/>
                  <a:gd name="T28" fmla="*/ 28 w 35"/>
                  <a:gd name="T29" fmla="*/ 2 h 25"/>
                  <a:gd name="T30" fmla="*/ 29 w 35"/>
                  <a:gd name="T31" fmla="*/ 0 h 25"/>
                  <a:gd name="T32" fmla="*/ 34 w 35"/>
                  <a:gd name="T33" fmla="*/ 0 h 25"/>
                  <a:gd name="T34" fmla="*/ 34 w 35"/>
                  <a:gd name="T35" fmla="*/ 0 h 25"/>
                  <a:gd name="T36" fmla="*/ 35 w 35"/>
                  <a:gd name="T37" fmla="*/ 4 h 25"/>
                  <a:gd name="T38" fmla="*/ 33 w 35"/>
                  <a:gd name="T39" fmla="*/ 7 h 25"/>
                  <a:gd name="T40" fmla="*/ 31 w 35"/>
                  <a:gd name="T41" fmla="*/ 9 h 25"/>
                  <a:gd name="T42" fmla="*/ 26 w 35"/>
                  <a:gd name="T43" fmla="*/ 15 h 25"/>
                  <a:gd name="T44" fmla="*/ 26 w 35"/>
                  <a:gd name="T45" fmla="*/ 15 h 25"/>
                  <a:gd name="T46" fmla="*/ 29 w 35"/>
                  <a:gd name="T47" fmla="*/ 18 h 25"/>
                  <a:gd name="T48" fmla="*/ 29 w 35"/>
                  <a:gd name="T49" fmla="*/ 19 h 25"/>
                  <a:gd name="T50" fmla="*/ 17 w 35"/>
                  <a:gd name="T51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5" h="25">
                    <a:moveTo>
                      <a:pt x="17" y="25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9" y="23"/>
                      <a:pt x="21" y="21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1" y="18"/>
                      <a:pt x="21" y="16"/>
                      <a:pt x="21" y="15"/>
                    </a:cubicBezTo>
                    <a:cubicBezTo>
                      <a:pt x="23" y="12"/>
                      <a:pt x="25" y="10"/>
                      <a:pt x="27" y="8"/>
                    </a:cubicBezTo>
                    <a:cubicBezTo>
                      <a:pt x="27" y="8"/>
                      <a:pt x="26" y="8"/>
                      <a:pt x="26" y="8"/>
                    </a:cubicBezTo>
                    <a:cubicBezTo>
                      <a:pt x="25" y="9"/>
                      <a:pt x="24" y="10"/>
                      <a:pt x="22" y="10"/>
                    </a:cubicBezTo>
                    <a:cubicBezTo>
                      <a:pt x="20" y="12"/>
                      <a:pt x="18" y="15"/>
                      <a:pt x="15" y="17"/>
                    </a:cubicBezTo>
                    <a:cubicBezTo>
                      <a:pt x="14" y="18"/>
                      <a:pt x="13" y="20"/>
                      <a:pt x="11" y="21"/>
                    </a:cubicBezTo>
                    <a:cubicBezTo>
                      <a:pt x="9" y="22"/>
                      <a:pt x="0" y="23"/>
                      <a:pt x="0" y="20"/>
                    </a:cubicBezTo>
                    <a:cubicBezTo>
                      <a:pt x="4" y="19"/>
                      <a:pt x="6" y="16"/>
                      <a:pt x="10" y="13"/>
                    </a:cubicBezTo>
                    <a:cubicBezTo>
                      <a:pt x="14" y="10"/>
                      <a:pt x="18" y="8"/>
                      <a:pt x="22" y="5"/>
                    </a:cubicBezTo>
                    <a:cubicBezTo>
                      <a:pt x="23" y="5"/>
                      <a:pt x="24" y="4"/>
                      <a:pt x="24" y="3"/>
                    </a:cubicBezTo>
                    <a:cubicBezTo>
                      <a:pt x="26" y="3"/>
                      <a:pt x="27" y="3"/>
                      <a:pt x="28" y="2"/>
                    </a:cubicBezTo>
                    <a:cubicBezTo>
                      <a:pt x="28" y="1"/>
                      <a:pt x="29" y="1"/>
                      <a:pt x="29" y="0"/>
                    </a:cubicBezTo>
                    <a:cubicBezTo>
                      <a:pt x="31" y="0"/>
                      <a:pt x="32" y="0"/>
                      <a:pt x="34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5" y="1"/>
                      <a:pt x="35" y="2"/>
                      <a:pt x="35" y="4"/>
                    </a:cubicBezTo>
                    <a:cubicBezTo>
                      <a:pt x="34" y="5"/>
                      <a:pt x="34" y="6"/>
                      <a:pt x="33" y="7"/>
                    </a:cubicBezTo>
                    <a:cubicBezTo>
                      <a:pt x="32" y="8"/>
                      <a:pt x="31" y="9"/>
                      <a:pt x="31" y="9"/>
                    </a:cubicBezTo>
                    <a:cubicBezTo>
                      <a:pt x="29" y="11"/>
                      <a:pt x="28" y="13"/>
                      <a:pt x="26" y="15"/>
                    </a:cubicBezTo>
                    <a:cubicBezTo>
                      <a:pt x="26" y="15"/>
                      <a:pt x="26" y="15"/>
                      <a:pt x="26" y="15"/>
                    </a:cubicBezTo>
                    <a:cubicBezTo>
                      <a:pt x="27" y="16"/>
                      <a:pt x="28" y="17"/>
                      <a:pt x="29" y="18"/>
                    </a:cubicBezTo>
                    <a:cubicBezTo>
                      <a:pt x="29" y="18"/>
                      <a:pt x="29" y="19"/>
                      <a:pt x="29" y="19"/>
                    </a:cubicBezTo>
                    <a:cubicBezTo>
                      <a:pt x="27" y="22"/>
                      <a:pt x="22" y="25"/>
                      <a:pt x="17" y="2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1" name="îṥ1ïḓê"/>
              <p:cNvSpPr/>
              <p:nvPr/>
            </p:nvSpPr>
            <p:spPr bwMode="auto">
              <a:xfrm>
                <a:off x="6713538" y="3325813"/>
                <a:ext cx="42863" cy="60325"/>
              </a:xfrm>
              <a:custGeom>
                <a:avLst/>
                <a:gdLst>
                  <a:gd name="T0" fmla="*/ 0 w 8"/>
                  <a:gd name="T1" fmla="*/ 0 h 11"/>
                  <a:gd name="T2" fmla="*/ 8 w 8"/>
                  <a:gd name="T3" fmla="*/ 10 h 11"/>
                  <a:gd name="T4" fmla="*/ 4 w 8"/>
                  <a:gd name="T5" fmla="*/ 11 h 11"/>
                  <a:gd name="T6" fmla="*/ 2 w 8"/>
                  <a:gd name="T7" fmla="*/ 10 h 11"/>
                  <a:gd name="T8" fmla="*/ 2 w 8"/>
                  <a:gd name="T9" fmla="*/ 8 h 11"/>
                  <a:gd name="T10" fmla="*/ 0 w 8"/>
                  <a:gd name="T11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11">
                    <a:moveTo>
                      <a:pt x="0" y="0"/>
                    </a:moveTo>
                    <a:cubicBezTo>
                      <a:pt x="4" y="0"/>
                      <a:pt x="8" y="5"/>
                      <a:pt x="8" y="10"/>
                    </a:cubicBezTo>
                    <a:cubicBezTo>
                      <a:pt x="7" y="10"/>
                      <a:pt x="6" y="11"/>
                      <a:pt x="4" y="11"/>
                    </a:cubicBezTo>
                    <a:cubicBezTo>
                      <a:pt x="4" y="10"/>
                      <a:pt x="3" y="10"/>
                      <a:pt x="2" y="10"/>
                    </a:cubicBezTo>
                    <a:cubicBezTo>
                      <a:pt x="2" y="9"/>
                      <a:pt x="2" y="9"/>
                      <a:pt x="2" y="8"/>
                    </a:cubicBezTo>
                    <a:cubicBezTo>
                      <a:pt x="1" y="6"/>
                      <a:pt x="0" y="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2" name="îśḷiďé"/>
              <p:cNvSpPr/>
              <p:nvPr/>
            </p:nvSpPr>
            <p:spPr bwMode="auto">
              <a:xfrm>
                <a:off x="6734175" y="3413125"/>
                <a:ext cx="26988" cy="38100"/>
              </a:xfrm>
              <a:custGeom>
                <a:avLst/>
                <a:gdLst>
                  <a:gd name="T0" fmla="*/ 0 w 5"/>
                  <a:gd name="T1" fmla="*/ 0 h 7"/>
                  <a:gd name="T2" fmla="*/ 1 w 5"/>
                  <a:gd name="T3" fmla="*/ 0 h 7"/>
                  <a:gd name="T4" fmla="*/ 5 w 5"/>
                  <a:gd name="T5" fmla="*/ 6 h 7"/>
                  <a:gd name="T6" fmla="*/ 3 w 5"/>
                  <a:gd name="T7" fmla="*/ 7 h 7"/>
                  <a:gd name="T8" fmla="*/ 1 w 5"/>
                  <a:gd name="T9" fmla="*/ 6 h 7"/>
                  <a:gd name="T10" fmla="*/ 1 w 5"/>
                  <a:gd name="T11" fmla="*/ 5 h 7"/>
                  <a:gd name="T12" fmla="*/ 0 w 5"/>
                  <a:gd name="T13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7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3" y="2"/>
                      <a:pt x="5" y="2"/>
                      <a:pt x="5" y="6"/>
                    </a:cubicBezTo>
                    <a:cubicBezTo>
                      <a:pt x="4" y="6"/>
                      <a:pt x="4" y="6"/>
                      <a:pt x="3" y="7"/>
                    </a:cubicBezTo>
                    <a:cubicBezTo>
                      <a:pt x="2" y="7"/>
                      <a:pt x="2" y="7"/>
                      <a:pt x="1" y="6"/>
                    </a:cubicBezTo>
                    <a:cubicBezTo>
                      <a:pt x="1" y="6"/>
                      <a:pt x="1" y="6"/>
                      <a:pt x="1" y="5"/>
                    </a:cubicBezTo>
                    <a:cubicBezTo>
                      <a:pt x="2" y="3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3" name="ïṩļïdè"/>
              <p:cNvSpPr/>
              <p:nvPr/>
            </p:nvSpPr>
            <p:spPr bwMode="auto">
              <a:xfrm>
                <a:off x="6681788" y="3440113"/>
                <a:ext cx="266700" cy="101600"/>
              </a:xfrm>
              <a:custGeom>
                <a:avLst/>
                <a:gdLst>
                  <a:gd name="T0" fmla="*/ 0 w 50"/>
                  <a:gd name="T1" fmla="*/ 0 h 19"/>
                  <a:gd name="T2" fmla="*/ 9 w 50"/>
                  <a:gd name="T3" fmla="*/ 2 h 19"/>
                  <a:gd name="T4" fmla="*/ 18 w 50"/>
                  <a:gd name="T5" fmla="*/ 4 h 19"/>
                  <a:gd name="T6" fmla="*/ 37 w 50"/>
                  <a:gd name="T7" fmla="*/ 10 h 19"/>
                  <a:gd name="T8" fmla="*/ 50 w 50"/>
                  <a:gd name="T9" fmla="*/ 9 h 19"/>
                  <a:gd name="T10" fmla="*/ 50 w 50"/>
                  <a:gd name="T11" fmla="*/ 10 h 19"/>
                  <a:gd name="T12" fmla="*/ 50 w 50"/>
                  <a:gd name="T13" fmla="*/ 11 h 19"/>
                  <a:gd name="T14" fmla="*/ 46 w 50"/>
                  <a:gd name="T15" fmla="*/ 13 h 19"/>
                  <a:gd name="T16" fmla="*/ 42 w 50"/>
                  <a:gd name="T17" fmla="*/ 14 h 19"/>
                  <a:gd name="T18" fmla="*/ 38 w 50"/>
                  <a:gd name="T19" fmla="*/ 18 h 19"/>
                  <a:gd name="T20" fmla="*/ 25 w 50"/>
                  <a:gd name="T21" fmla="*/ 13 h 19"/>
                  <a:gd name="T22" fmla="*/ 11 w 50"/>
                  <a:gd name="T23" fmla="*/ 6 h 19"/>
                  <a:gd name="T24" fmla="*/ 0 w 50"/>
                  <a:gd name="T25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" h="19">
                    <a:moveTo>
                      <a:pt x="0" y="0"/>
                    </a:moveTo>
                    <a:cubicBezTo>
                      <a:pt x="3" y="0"/>
                      <a:pt x="7" y="1"/>
                      <a:pt x="9" y="2"/>
                    </a:cubicBezTo>
                    <a:cubicBezTo>
                      <a:pt x="12" y="3"/>
                      <a:pt x="15" y="3"/>
                      <a:pt x="18" y="4"/>
                    </a:cubicBezTo>
                    <a:cubicBezTo>
                      <a:pt x="24" y="6"/>
                      <a:pt x="30" y="8"/>
                      <a:pt x="37" y="10"/>
                    </a:cubicBezTo>
                    <a:cubicBezTo>
                      <a:pt x="40" y="11"/>
                      <a:pt x="46" y="9"/>
                      <a:pt x="50" y="9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11"/>
                      <a:pt x="50" y="10"/>
                      <a:pt x="50" y="11"/>
                    </a:cubicBezTo>
                    <a:cubicBezTo>
                      <a:pt x="49" y="11"/>
                      <a:pt x="48" y="12"/>
                      <a:pt x="46" y="13"/>
                    </a:cubicBezTo>
                    <a:cubicBezTo>
                      <a:pt x="45" y="14"/>
                      <a:pt x="43" y="14"/>
                      <a:pt x="42" y="14"/>
                    </a:cubicBezTo>
                    <a:cubicBezTo>
                      <a:pt x="41" y="15"/>
                      <a:pt x="38" y="18"/>
                      <a:pt x="38" y="18"/>
                    </a:cubicBezTo>
                    <a:cubicBezTo>
                      <a:pt x="31" y="19"/>
                      <a:pt x="29" y="15"/>
                      <a:pt x="25" y="13"/>
                    </a:cubicBezTo>
                    <a:cubicBezTo>
                      <a:pt x="21" y="10"/>
                      <a:pt x="16" y="8"/>
                      <a:pt x="11" y="6"/>
                    </a:cubicBezTo>
                    <a:cubicBezTo>
                      <a:pt x="7" y="4"/>
                      <a:pt x="1" y="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4" name="îşľïḓe"/>
              <p:cNvSpPr/>
              <p:nvPr/>
            </p:nvSpPr>
            <p:spPr bwMode="auto">
              <a:xfrm>
                <a:off x="6761163" y="3240088"/>
                <a:ext cx="171450" cy="215900"/>
              </a:xfrm>
              <a:custGeom>
                <a:avLst/>
                <a:gdLst>
                  <a:gd name="T0" fmla="*/ 7 w 32"/>
                  <a:gd name="T1" fmla="*/ 13 h 40"/>
                  <a:gd name="T2" fmla="*/ 7 w 32"/>
                  <a:gd name="T3" fmla="*/ 17 h 40"/>
                  <a:gd name="T4" fmla="*/ 7 w 32"/>
                  <a:gd name="T5" fmla="*/ 17 h 40"/>
                  <a:gd name="T6" fmla="*/ 11 w 32"/>
                  <a:gd name="T7" fmla="*/ 12 h 40"/>
                  <a:gd name="T8" fmla="*/ 20 w 32"/>
                  <a:gd name="T9" fmla="*/ 3 h 40"/>
                  <a:gd name="T10" fmla="*/ 30 w 32"/>
                  <a:gd name="T11" fmla="*/ 3 h 40"/>
                  <a:gd name="T12" fmla="*/ 25 w 32"/>
                  <a:gd name="T13" fmla="*/ 18 h 40"/>
                  <a:gd name="T14" fmla="*/ 25 w 32"/>
                  <a:gd name="T15" fmla="*/ 22 h 40"/>
                  <a:gd name="T16" fmla="*/ 23 w 32"/>
                  <a:gd name="T17" fmla="*/ 32 h 40"/>
                  <a:gd name="T18" fmla="*/ 20 w 32"/>
                  <a:gd name="T19" fmla="*/ 40 h 40"/>
                  <a:gd name="T20" fmla="*/ 18 w 32"/>
                  <a:gd name="T21" fmla="*/ 39 h 40"/>
                  <a:gd name="T22" fmla="*/ 15 w 32"/>
                  <a:gd name="T23" fmla="*/ 36 h 40"/>
                  <a:gd name="T24" fmla="*/ 12 w 32"/>
                  <a:gd name="T25" fmla="*/ 38 h 40"/>
                  <a:gd name="T26" fmla="*/ 11 w 32"/>
                  <a:gd name="T27" fmla="*/ 37 h 40"/>
                  <a:gd name="T28" fmla="*/ 12 w 32"/>
                  <a:gd name="T29" fmla="*/ 28 h 40"/>
                  <a:gd name="T30" fmla="*/ 12 w 32"/>
                  <a:gd name="T31" fmla="*/ 28 h 40"/>
                  <a:gd name="T32" fmla="*/ 9 w 32"/>
                  <a:gd name="T33" fmla="*/ 28 h 40"/>
                  <a:gd name="T34" fmla="*/ 8 w 32"/>
                  <a:gd name="T35" fmla="*/ 26 h 40"/>
                  <a:gd name="T36" fmla="*/ 12 w 32"/>
                  <a:gd name="T37" fmla="*/ 18 h 40"/>
                  <a:gd name="T38" fmla="*/ 12 w 32"/>
                  <a:gd name="T39" fmla="*/ 17 h 40"/>
                  <a:gd name="T40" fmla="*/ 14 w 32"/>
                  <a:gd name="T41" fmla="*/ 13 h 40"/>
                  <a:gd name="T42" fmla="*/ 13 w 32"/>
                  <a:gd name="T43" fmla="*/ 13 h 40"/>
                  <a:gd name="T44" fmla="*/ 7 w 32"/>
                  <a:gd name="T45" fmla="*/ 25 h 40"/>
                  <a:gd name="T46" fmla="*/ 7 w 32"/>
                  <a:gd name="T47" fmla="*/ 34 h 40"/>
                  <a:gd name="T48" fmla="*/ 4 w 32"/>
                  <a:gd name="T49" fmla="*/ 34 h 40"/>
                  <a:gd name="T50" fmla="*/ 1 w 32"/>
                  <a:gd name="T51" fmla="*/ 30 h 40"/>
                  <a:gd name="T52" fmla="*/ 3 w 32"/>
                  <a:gd name="T53" fmla="*/ 19 h 40"/>
                  <a:gd name="T54" fmla="*/ 7 w 32"/>
                  <a:gd name="T55" fmla="*/ 13 h 40"/>
                  <a:gd name="T56" fmla="*/ 23 w 32"/>
                  <a:gd name="T57" fmla="*/ 5 h 40"/>
                  <a:gd name="T58" fmla="*/ 20 w 32"/>
                  <a:gd name="T59" fmla="*/ 6 h 40"/>
                  <a:gd name="T60" fmla="*/ 15 w 32"/>
                  <a:gd name="T61" fmla="*/ 11 h 40"/>
                  <a:gd name="T62" fmla="*/ 15 w 32"/>
                  <a:gd name="T63" fmla="*/ 11 h 40"/>
                  <a:gd name="T64" fmla="*/ 17 w 32"/>
                  <a:gd name="T65" fmla="*/ 18 h 40"/>
                  <a:gd name="T66" fmla="*/ 21 w 32"/>
                  <a:gd name="T67" fmla="*/ 21 h 40"/>
                  <a:gd name="T68" fmla="*/ 23 w 32"/>
                  <a:gd name="T69" fmla="*/ 10 h 40"/>
                  <a:gd name="T70" fmla="*/ 23 w 32"/>
                  <a:gd name="T71" fmla="*/ 5 h 40"/>
                  <a:gd name="T72" fmla="*/ 23 w 32"/>
                  <a:gd name="T73" fmla="*/ 5 h 40"/>
                  <a:gd name="T74" fmla="*/ 20 w 32"/>
                  <a:gd name="T75" fmla="*/ 22 h 40"/>
                  <a:gd name="T76" fmla="*/ 17 w 32"/>
                  <a:gd name="T77" fmla="*/ 26 h 40"/>
                  <a:gd name="T78" fmla="*/ 16 w 32"/>
                  <a:gd name="T79" fmla="*/ 35 h 40"/>
                  <a:gd name="T80" fmla="*/ 19 w 32"/>
                  <a:gd name="T81" fmla="*/ 35 h 40"/>
                  <a:gd name="T82" fmla="*/ 19 w 32"/>
                  <a:gd name="T83" fmla="*/ 32 h 40"/>
                  <a:gd name="T84" fmla="*/ 20 w 32"/>
                  <a:gd name="T85" fmla="*/ 22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2" h="40">
                    <a:moveTo>
                      <a:pt x="7" y="13"/>
                    </a:moveTo>
                    <a:cubicBezTo>
                      <a:pt x="7" y="15"/>
                      <a:pt x="7" y="16"/>
                      <a:pt x="7" y="1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8" y="16"/>
                      <a:pt x="10" y="13"/>
                      <a:pt x="11" y="12"/>
                    </a:cubicBezTo>
                    <a:cubicBezTo>
                      <a:pt x="13" y="9"/>
                      <a:pt x="17" y="5"/>
                      <a:pt x="20" y="3"/>
                    </a:cubicBezTo>
                    <a:cubicBezTo>
                      <a:pt x="22" y="2"/>
                      <a:pt x="28" y="0"/>
                      <a:pt x="30" y="3"/>
                    </a:cubicBezTo>
                    <a:cubicBezTo>
                      <a:pt x="32" y="6"/>
                      <a:pt x="26" y="10"/>
                      <a:pt x="25" y="18"/>
                    </a:cubicBezTo>
                    <a:cubicBezTo>
                      <a:pt x="25" y="20"/>
                      <a:pt x="25" y="21"/>
                      <a:pt x="25" y="22"/>
                    </a:cubicBezTo>
                    <a:cubicBezTo>
                      <a:pt x="24" y="25"/>
                      <a:pt x="24" y="29"/>
                      <a:pt x="23" y="32"/>
                    </a:cubicBezTo>
                    <a:cubicBezTo>
                      <a:pt x="22" y="35"/>
                      <a:pt x="23" y="40"/>
                      <a:pt x="20" y="40"/>
                    </a:cubicBezTo>
                    <a:cubicBezTo>
                      <a:pt x="19" y="40"/>
                      <a:pt x="18" y="40"/>
                      <a:pt x="18" y="39"/>
                    </a:cubicBezTo>
                    <a:cubicBezTo>
                      <a:pt x="17" y="38"/>
                      <a:pt x="17" y="37"/>
                      <a:pt x="15" y="36"/>
                    </a:cubicBezTo>
                    <a:cubicBezTo>
                      <a:pt x="15" y="38"/>
                      <a:pt x="14" y="38"/>
                      <a:pt x="12" y="38"/>
                    </a:cubicBezTo>
                    <a:cubicBezTo>
                      <a:pt x="12" y="38"/>
                      <a:pt x="11" y="38"/>
                      <a:pt x="11" y="37"/>
                    </a:cubicBezTo>
                    <a:cubicBezTo>
                      <a:pt x="13" y="35"/>
                      <a:pt x="12" y="31"/>
                      <a:pt x="12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9"/>
                      <a:pt x="9" y="28"/>
                      <a:pt x="9" y="28"/>
                    </a:cubicBezTo>
                    <a:cubicBezTo>
                      <a:pt x="9" y="27"/>
                      <a:pt x="8" y="27"/>
                      <a:pt x="8" y="26"/>
                    </a:cubicBezTo>
                    <a:cubicBezTo>
                      <a:pt x="9" y="25"/>
                      <a:pt x="12" y="19"/>
                      <a:pt x="12" y="18"/>
                    </a:cubicBezTo>
                    <a:cubicBezTo>
                      <a:pt x="11" y="17"/>
                      <a:pt x="11" y="17"/>
                      <a:pt x="12" y="17"/>
                    </a:cubicBezTo>
                    <a:cubicBezTo>
                      <a:pt x="13" y="16"/>
                      <a:pt x="14" y="15"/>
                      <a:pt x="14" y="13"/>
                    </a:cubicBezTo>
                    <a:cubicBezTo>
                      <a:pt x="14" y="13"/>
                      <a:pt x="14" y="13"/>
                      <a:pt x="13" y="13"/>
                    </a:cubicBezTo>
                    <a:cubicBezTo>
                      <a:pt x="11" y="17"/>
                      <a:pt x="8" y="20"/>
                      <a:pt x="7" y="25"/>
                    </a:cubicBezTo>
                    <a:cubicBezTo>
                      <a:pt x="6" y="28"/>
                      <a:pt x="9" y="31"/>
                      <a:pt x="7" y="34"/>
                    </a:cubicBezTo>
                    <a:cubicBezTo>
                      <a:pt x="6" y="34"/>
                      <a:pt x="5" y="34"/>
                      <a:pt x="4" y="34"/>
                    </a:cubicBezTo>
                    <a:cubicBezTo>
                      <a:pt x="3" y="33"/>
                      <a:pt x="2" y="32"/>
                      <a:pt x="1" y="30"/>
                    </a:cubicBezTo>
                    <a:cubicBezTo>
                      <a:pt x="0" y="27"/>
                      <a:pt x="3" y="22"/>
                      <a:pt x="3" y="19"/>
                    </a:cubicBezTo>
                    <a:cubicBezTo>
                      <a:pt x="4" y="17"/>
                      <a:pt x="4" y="14"/>
                      <a:pt x="7" y="13"/>
                    </a:cubicBezTo>
                    <a:close/>
                    <a:moveTo>
                      <a:pt x="23" y="5"/>
                    </a:moveTo>
                    <a:cubicBezTo>
                      <a:pt x="22" y="5"/>
                      <a:pt x="21" y="6"/>
                      <a:pt x="20" y="6"/>
                    </a:cubicBezTo>
                    <a:cubicBezTo>
                      <a:pt x="19" y="7"/>
                      <a:pt x="17" y="9"/>
                      <a:pt x="15" y="11"/>
                    </a:cubicBezTo>
                    <a:cubicBezTo>
                      <a:pt x="15" y="11"/>
                      <a:pt x="15" y="11"/>
                      <a:pt x="15" y="11"/>
                    </a:cubicBezTo>
                    <a:cubicBezTo>
                      <a:pt x="17" y="12"/>
                      <a:pt x="17" y="16"/>
                      <a:pt x="17" y="18"/>
                    </a:cubicBezTo>
                    <a:cubicBezTo>
                      <a:pt x="20" y="18"/>
                      <a:pt x="20" y="19"/>
                      <a:pt x="21" y="21"/>
                    </a:cubicBezTo>
                    <a:cubicBezTo>
                      <a:pt x="21" y="17"/>
                      <a:pt x="23" y="14"/>
                      <a:pt x="23" y="10"/>
                    </a:cubicBezTo>
                    <a:cubicBezTo>
                      <a:pt x="24" y="9"/>
                      <a:pt x="24" y="6"/>
                      <a:pt x="23" y="5"/>
                    </a:cubicBezTo>
                    <a:cubicBezTo>
                      <a:pt x="23" y="5"/>
                      <a:pt x="23" y="5"/>
                      <a:pt x="23" y="5"/>
                    </a:cubicBezTo>
                    <a:close/>
                    <a:moveTo>
                      <a:pt x="20" y="22"/>
                    </a:moveTo>
                    <a:cubicBezTo>
                      <a:pt x="19" y="24"/>
                      <a:pt x="18" y="25"/>
                      <a:pt x="17" y="26"/>
                    </a:cubicBezTo>
                    <a:cubicBezTo>
                      <a:pt x="16" y="29"/>
                      <a:pt x="16" y="32"/>
                      <a:pt x="16" y="35"/>
                    </a:cubicBezTo>
                    <a:cubicBezTo>
                      <a:pt x="17" y="35"/>
                      <a:pt x="18" y="36"/>
                      <a:pt x="19" y="35"/>
                    </a:cubicBezTo>
                    <a:cubicBezTo>
                      <a:pt x="19" y="35"/>
                      <a:pt x="19" y="34"/>
                      <a:pt x="19" y="32"/>
                    </a:cubicBezTo>
                    <a:cubicBezTo>
                      <a:pt x="20" y="31"/>
                      <a:pt x="21" y="23"/>
                      <a:pt x="20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5" name="îŝľîḑe"/>
              <p:cNvSpPr/>
              <p:nvPr/>
            </p:nvSpPr>
            <p:spPr bwMode="auto">
              <a:xfrm>
                <a:off x="7505700" y="3190875"/>
                <a:ext cx="41275" cy="71438"/>
              </a:xfrm>
              <a:custGeom>
                <a:avLst/>
                <a:gdLst>
                  <a:gd name="T0" fmla="*/ 0 w 8"/>
                  <a:gd name="T1" fmla="*/ 0 h 13"/>
                  <a:gd name="T2" fmla="*/ 1 w 8"/>
                  <a:gd name="T3" fmla="*/ 0 h 13"/>
                  <a:gd name="T4" fmla="*/ 7 w 8"/>
                  <a:gd name="T5" fmla="*/ 6 h 13"/>
                  <a:gd name="T6" fmla="*/ 7 w 8"/>
                  <a:gd name="T7" fmla="*/ 11 h 13"/>
                  <a:gd name="T8" fmla="*/ 5 w 8"/>
                  <a:gd name="T9" fmla="*/ 12 h 13"/>
                  <a:gd name="T10" fmla="*/ 3 w 8"/>
                  <a:gd name="T11" fmla="*/ 12 h 13"/>
                  <a:gd name="T12" fmla="*/ 0 w 8"/>
                  <a:gd name="T13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13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2" y="2"/>
                      <a:pt x="6" y="4"/>
                      <a:pt x="7" y="6"/>
                    </a:cubicBezTo>
                    <a:cubicBezTo>
                      <a:pt x="7" y="8"/>
                      <a:pt x="8" y="10"/>
                      <a:pt x="7" y="11"/>
                    </a:cubicBezTo>
                    <a:cubicBezTo>
                      <a:pt x="7" y="12"/>
                      <a:pt x="6" y="12"/>
                      <a:pt x="5" y="12"/>
                    </a:cubicBezTo>
                    <a:cubicBezTo>
                      <a:pt x="5" y="13"/>
                      <a:pt x="4" y="13"/>
                      <a:pt x="3" y="12"/>
                    </a:cubicBezTo>
                    <a:cubicBezTo>
                      <a:pt x="2" y="9"/>
                      <a:pt x="0" y="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6" name="ïŝ1ïḑè"/>
              <p:cNvSpPr/>
              <p:nvPr/>
            </p:nvSpPr>
            <p:spPr bwMode="auto">
              <a:xfrm>
                <a:off x="7569200" y="3325813"/>
                <a:ext cx="85725" cy="38100"/>
              </a:xfrm>
              <a:custGeom>
                <a:avLst/>
                <a:gdLst>
                  <a:gd name="T0" fmla="*/ 0 w 16"/>
                  <a:gd name="T1" fmla="*/ 3 h 7"/>
                  <a:gd name="T2" fmla="*/ 9 w 16"/>
                  <a:gd name="T3" fmla="*/ 2 h 7"/>
                  <a:gd name="T4" fmla="*/ 12 w 16"/>
                  <a:gd name="T5" fmla="*/ 0 h 7"/>
                  <a:gd name="T6" fmla="*/ 16 w 16"/>
                  <a:gd name="T7" fmla="*/ 0 h 7"/>
                  <a:gd name="T8" fmla="*/ 16 w 16"/>
                  <a:gd name="T9" fmla="*/ 2 h 7"/>
                  <a:gd name="T10" fmla="*/ 15 w 16"/>
                  <a:gd name="T11" fmla="*/ 4 h 7"/>
                  <a:gd name="T12" fmla="*/ 11 w 16"/>
                  <a:gd name="T13" fmla="*/ 7 h 7"/>
                  <a:gd name="T14" fmla="*/ 7 w 16"/>
                  <a:gd name="T15" fmla="*/ 7 h 7"/>
                  <a:gd name="T16" fmla="*/ 7 w 16"/>
                  <a:gd name="T17" fmla="*/ 6 h 7"/>
                  <a:gd name="T18" fmla="*/ 9 w 16"/>
                  <a:gd name="T19" fmla="*/ 5 h 7"/>
                  <a:gd name="T20" fmla="*/ 9 w 16"/>
                  <a:gd name="T21" fmla="*/ 5 h 7"/>
                  <a:gd name="T22" fmla="*/ 8 w 16"/>
                  <a:gd name="T23" fmla="*/ 5 h 7"/>
                  <a:gd name="T24" fmla="*/ 0 w 16"/>
                  <a:gd name="T25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" h="7">
                    <a:moveTo>
                      <a:pt x="0" y="3"/>
                    </a:moveTo>
                    <a:cubicBezTo>
                      <a:pt x="3" y="3"/>
                      <a:pt x="6" y="3"/>
                      <a:pt x="9" y="2"/>
                    </a:cubicBezTo>
                    <a:cubicBezTo>
                      <a:pt x="10" y="1"/>
                      <a:pt x="11" y="0"/>
                      <a:pt x="12" y="0"/>
                    </a:cubicBezTo>
                    <a:cubicBezTo>
                      <a:pt x="13" y="0"/>
                      <a:pt x="14" y="0"/>
                      <a:pt x="16" y="0"/>
                    </a:cubicBezTo>
                    <a:cubicBezTo>
                      <a:pt x="16" y="0"/>
                      <a:pt x="16" y="1"/>
                      <a:pt x="16" y="2"/>
                    </a:cubicBezTo>
                    <a:cubicBezTo>
                      <a:pt x="15" y="2"/>
                      <a:pt x="15" y="3"/>
                      <a:pt x="15" y="4"/>
                    </a:cubicBezTo>
                    <a:cubicBezTo>
                      <a:pt x="14" y="5"/>
                      <a:pt x="12" y="6"/>
                      <a:pt x="11" y="7"/>
                    </a:cubicBezTo>
                    <a:cubicBezTo>
                      <a:pt x="10" y="7"/>
                      <a:pt x="8" y="7"/>
                      <a:pt x="7" y="7"/>
                    </a:cubicBezTo>
                    <a:cubicBezTo>
                      <a:pt x="7" y="7"/>
                      <a:pt x="7" y="6"/>
                      <a:pt x="7" y="6"/>
                    </a:cubicBezTo>
                    <a:cubicBezTo>
                      <a:pt x="8" y="6"/>
                      <a:pt x="8" y="5"/>
                      <a:pt x="9" y="5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9" y="5"/>
                      <a:pt x="8" y="5"/>
                      <a:pt x="8" y="5"/>
                    </a:cubicBezTo>
                    <a:cubicBezTo>
                      <a:pt x="6" y="7"/>
                      <a:pt x="0" y="6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7" name="ïṡļiḍè"/>
              <p:cNvSpPr/>
              <p:nvPr/>
            </p:nvSpPr>
            <p:spPr bwMode="auto">
              <a:xfrm>
                <a:off x="7510463" y="3352800"/>
                <a:ext cx="207963" cy="184150"/>
              </a:xfrm>
              <a:custGeom>
                <a:avLst/>
                <a:gdLst>
                  <a:gd name="T0" fmla="*/ 25 w 39"/>
                  <a:gd name="T1" fmla="*/ 7 h 34"/>
                  <a:gd name="T2" fmla="*/ 25 w 39"/>
                  <a:gd name="T3" fmla="*/ 7 h 34"/>
                  <a:gd name="T4" fmla="*/ 27 w 39"/>
                  <a:gd name="T5" fmla="*/ 6 h 34"/>
                  <a:gd name="T6" fmla="*/ 27 w 39"/>
                  <a:gd name="T7" fmla="*/ 5 h 34"/>
                  <a:gd name="T8" fmla="*/ 24 w 39"/>
                  <a:gd name="T9" fmla="*/ 6 h 34"/>
                  <a:gd name="T10" fmla="*/ 24 w 39"/>
                  <a:gd name="T11" fmla="*/ 7 h 34"/>
                  <a:gd name="T12" fmla="*/ 25 w 39"/>
                  <a:gd name="T13" fmla="*/ 13 h 34"/>
                  <a:gd name="T14" fmla="*/ 26 w 39"/>
                  <a:gd name="T15" fmla="*/ 25 h 34"/>
                  <a:gd name="T16" fmla="*/ 25 w 39"/>
                  <a:gd name="T17" fmla="*/ 32 h 34"/>
                  <a:gd name="T18" fmla="*/ 24 w 39"/>
                  <a:gd name="T19" fmla="*/ 33 h 34"/>
                  <a:gd name="T20" fmla="*/ 21 w 39"/>
                  <a:gd name="T21" fmla="*/ 33 h 34"/>
                  <a:gd name="T22" fmla="*/ 17 w 39"/>
                  <a:gd name="T23" fmla="*/ 31 h 34"/>
                  <a:gd name="T24" fmla="*/ 5 w 39"/>
                  <a:gd name="T25" fmla="*/ 24 h 34"/>
                  <a:gd name="T26" fmla="*/ 0 w 39"/>
                  <a:gd name="T27" fmla="*/ 21 h 34"/>
                  <a:gd name="T28" fmla="*/ 8 w 39"/>
                  <a:gd name="T29" fmla="*/ 23 h 34"/>
                  <a:gd name="T30" fmla="*/ 15 w 39"/>
                  <a:gd name="T31" fmla="*/ 24 h 34"/>
                  <a:gd name="T32" fmla="*/ 19 w 39"/>
                  <a:gd name="T33" fmla="*/ 25 h 34"/>
                  <a:gd name="T34" fmla="*/ 20 w 39"/>
                  <a:gd name="T35" fmla="*/ 18 h 34"/>
                  <a:gd name="T36" fmla="*/ 21 w 39"/>
                  <a:gd name="T37" fmla="*/ 7 h 34"/>
                  <a:gd name="T38" fmla="*/ 21 w 39"/>
                  <a:gd name="T39" fmla="*/ 7 h 34"/>
                  <a:gd name="T40" fmla="*/ 17 w 39"/>
                  <a:gd name="T41" fmla="*/ 9 h 34"/>
                  <a:gd name="T42" fmla="*/ 5 w 39"/>
                  <a:gd name="T43" fmla="*/ 13 h 34"/>
                  <a:gd name="T44" fmla="*/ 3 w 39"/>
                  <a:gd name="T45" fmla="*/ 9 h 34"/>
                  <a:gd name="T46" fmla="*/ 7 w 39"/>
                  <a:gd name="T47" fmla="*/ 10 h 34"/>
                  <a:gd name="T48" fmla="*/ 11 w 39"/>
                  <a:gd name="T49" fmla="*/ 8 h 34"/>
                  <a:gd name="T50" fmla="*/ 19 w 39"/>
                  <a:gd name="T51" fmla="*/ 4 h 34"/>
                  <a:gd name="T52" fmla="*/ 29 w 39"/>
                  <a:gd name="T53" fmla="*/ 2 h 34"/>
                  <a:gd name="T54" fmla="*/ 33 w 39"/>
                  <a:gd name="T55" fmla="*/ 0 h 34"/>
                  <a:gd name="T56" fmla="*/ 37 w 39"/>
                  <a:gd name="T57" fmla="*/ 1 h 34"/>
                  <a:gd name="T58" fmla="*/ 39 w 39"/>
                  <a:gd name="T59" fmla="*/ 3 h 34"/>
                  <a:gd name="T60" fmla="*/ 39 w 39"/>
                  <a:gd name="T61" fmla="*/ 5 h 34"/>
                  <a:gd name="T62" fmla="*/ 25 w 39"/>
                  <a:gd name="T63" fmla="*/ 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9" h="34">
                    <a:moveTo>
                      <a:pt x="25" y="7"/>
                    </a:moveTo>
                    <a:cubicBezTo>
                      <a:pt x="25" y="7"/>
                      <a:pt x="25" y="7"/>
                      <a:pt x="25" y="7"/>
                    </a:cubicBezTo>
                    <a:cubicBezTo>
                      <a:pt x="26" y="6"/>
                      <a:pt x="27" y="6"/>
                      <a:pt x="27" y="6"/>
                    </a:cubicBezTo>
                    <a:cubicBezTo>
                      <a:pt x="27" y="6"/>
                      <a:pt x="27" y="5"/>
                      <a:pt x="27" y="5"/>
                    </a:cubicBezTo>
                    <a:cubicBezTo>
                      <a:pt x="26" y="5"/>
                      <a:pt x="25" y="6"/>
                      <a:pt x="24" y="6"/>
                    </a:cubicBezTo>
                    <a:cubicBezTo>
                      <a:pt x="24" y="6"/>
                      <a:pt x="24" y="6"/>
                      <a:pt x="24" y="7"/>
                    </a:cubicBezTo>
                    <a:cubicBezTo>
                      <a:pt x="26" y="8"/>
                      <a:pt x="25" y="10"/>
                      <a:pt x="25" y="13"/>
                    </a:cubicBezTo>
                    <a:cubicBezTo>
                      <a:pt x="26" y="17"/>
                      <a:pt x="26" y="21"/>
                      <a:pt x="26" y="25"/>
                    </a:cubicBezTo>
                    <a:cubicBezTo>
                      <a:pt x="26" y="26"/>
                      <a:pt x="26" y="31"/>
                      <a:pt x="25" y="32"/>
                    </a:cubicBezTo>
                    <a:cubicBezTo>
                      <a:pt x="25" y="32"/>
                      <a:pt x="25" y="33"/>
                      <a:pt x="24" y="33"/>
                    </a:cubicBezTo>
                    <a:cubicBezTo>
                      <a:pt x="23" y="34"/>
                      <a:pt x="22" y="33"/>
                      <a:pt x="21" y="33"/>
                    </a:cubicBezTo>
                    <a:cubicBezTo>
                      <a:pt x="20" y="32"/>
                      <a:pt x="18" y="32"/>
                      <a:pt x="17" y="31"/>
                    </a:cubicBezTo>
                    <a:cubicBezTo>
                      <a:pt x="13" y="29"/>
                      <a:pt x="8" y="26"/>
                      <a:pt x="5" y="24"/>
                    </a:cubicBezTo>
                    <a:cubicBezTo>
                      <a:pt x="3" y="23"/>
                      <a:pt x="0" y="23"/>
                      <a:pt x="0" y="21"/>
                    </a:cubicBezTo>
                    <a:cubicBezTo>
                      <a:pt x="3" y="21"/>
                      <a:pt x="5" y="23"/>
                      <a:pt x="8" y="23"/>
                    </a:cubicBezTo>
                    <a:cubicBezTo>
                      <a:pt x="10" y="24"/>
                      <a:pt x="12" y="24"/>
                      <a:pt x="15" y="24"/>
                    </a:cubicBezTo>
                    <a:cubicBezTo>
                      <a:pt x="16" y="24"/>
                      <a:pt x="19" y="25"/>
                      <a:pt x="19" y="25"/>
                    </a:cubicBezTo>
                    <a:cubicBezTo>
                      <a:pt x="21" y="23"/>
                      <a:pt x="20" y="21"/>
                      <a:pt x="20" y="18"/>
                    </a:cubicBezTo>
                    <a:cubicBezTo>
                      <a:pt x="21" y="16"/>
                      <a:pt x="22" y="9"/>
                      <a:pt x="21" y="7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0" y="8"/>
                      <a:pt x="18" y="9"/>
                      <a:pt x="17" y="9"/>
                    </a:cubicBezTo>
                    <a:cubicBezTo>
                      <a:pt x="14" y="11"/>
                      <a:pt x="10" y="14"/>
                      <a:pt x="5" y="13"/>
                    </a:cubicBezTo>
                    <a:cubicBezTo>
                      <a:pt x="4" y="12"/>
                      <a:pt x="3" y="11"/>
                      <a:pt x="3" y="9"/>
                    </a:cubicBezTo>
                    <a:cubicBezTo>
                      <a:pt x="4" y="9"/>
                      <a:pt x="5" y="10"/>
                      <a:pt x="7" y="10"/>
                    </a:cubicBezTo>
                    <a:cubicBezTo>
                      <a:pt x="8" y="9"/>
                      <a:pt x="10" y="8"/>
                      <a:pt x="11" y="8"/>
                    </a:cubicBezTo>
                    <a:cubicBezTo>
                      <a:pt x="14" y="6"/>
                      <a:pt x="17" y="5"/>
                      <a:pt x="19" y="4"/>
                    </a:cubicBezTo>
                    <a:cubicBezTo>
                      <a:pt x="22" y="3"/>
                      <a:pt x="25" y="3"/>
                      <a:pt x="29" y="2"/>
                    </a:cubicBezTo>
                    <a:cubicBezTo>
                      <a:pt x="30" y="1"/>
                      <a:pt x="31" y="0"/>
                      <a:pt x="33" y="0"/>
                    </a:cubicBezTo>
                    <a:cubicBezTo>
                      <a:pt x="34" y="0"/>
                      <a:pt x="36" y="1"/>
                      <a:pt x="37" y="1"/>
                    </a:cubicBezTo>
                    <a:cubicBezTo>
                      <a:pt x="38" y="2"/>
                      <a:pt x="38" y="2"/>
                      <a:pt x="39" y="3"/>
                    </a:cubicBezTo>
                    <a:cubicBezTo>
                      <a:pt x="39" y="4"/>
                      <a:pt x="39" y="4"/>
                      <a:pt x="39" y="5"/>
                    </a:cubicBezTo>
                    <a:cubicBezTo>
                      <a:pt x="36" y="7"/>
                      <a:pt x="30" y="8"/>
                      <a:pt x="25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8" name="íṥḻïḍe"/>
              <p:cNvSpPr/>
              <p:nvPr/>
            </p:nvSpPr>
            <p:spPr bwMode="auto">
              <a:xfrm>
                <a:off x="7472363" y="3055938"/>
                <a:ext cx="315913" cy="334963"/>
              </a:xfrm>
              <a:custGeom>
                <a:avLst/>
                <a:gdLst>
                  <a:gd name="T0" fmla="*/ 41 w 59"/>
                  <a:gd name="T1" fmla="*/ 7 h 62"/>
                  <a:gd name="T2" fmla="*/ 31 w 59"/>
                  <a:gd name="T3" fmla="*/ 15 h 62"/>
                  <a:gd name="T4" fmla="*/ 29 w 59"/>
                  <a:gd name="T5" fmla="*/ 18 h 62"/>
                  <a:gd name="T6" fmla="*/ 48 w 59"/>
                  <a:gd name="T7" fmla="*/ 10 h 62"/>
                  <a:gd name="T8" fmla="*/ 57 w 59"/>
                  <a:gd name="T9" fmla="*/ 10 h 62"/>
                  <a:gd name="T10" fmla="*/ 43 w 59"/>
                  <a:gd name="T11" fmla="*/ 30 h 62"/>
                  <a:gd name="T12" fmla="*/ 39 w 59"/>
                  <a:gd name="T13" fmla="*/ 37 h 62"/>
                  <a:gd name="T14" fmla="*/ 51 w 59"/>
                  <a:gd name="T15" fmla="*/ 34 h 62"/>
                  <a:gd name="T16" fmla="*/ 52 w 59"/>
                  <a:gd name="T17" fmla="*/ 41 h 62"/>
                  <a:gd name="T18" fmla="*/ 38 w 59"/>
                  <a:gd name="T19" fmla="*/ 46 h 62"/>
                  <a:gd name="T20" fmla="*/ 26 w 59"/>
                  <a:gd name="T21" fmla="*/ 48 h 62"/>
                  <a:gd name="T22" fmla="*/ 45 w 59"/>
                  <a:gd name="T23" fmla="*/ 40 h 62"/>
                  <a:gd name="T24" fmla="*/ 50 w 59"/>
                  <a:gd name="T25" fmla="*/ 36 h 62"/>
                  <a:gd name="T26" fmla="*/ 39 w 59"/>
                  <a:gd name="T27" fmla="*/ 39 h 62"/>
                  <a:gd name="T28" fmla="*/ 33 w 59"/>
                  <a:gd name="T29" fmla="*/ 42 h 62"/>
                  <a:gd name="T30" fmla="*/ 26 w 59"/>
                  <a:gd name="T31" fmla="*/ 43 h 62"/>
                  <a:gd name="T32" fmla="*/ 2 w 59"/>
                  <a:gd name="T33" fmla="*/ 62 h 62"/>
                  <a:gd name="T34" fmla="*/ 1 w 59"/>
                  <a:gd name="T35" fmla="*/ 56 h 62"/>
                  <a:gd name="T36" fmla="*/ 9 w 59"/>
                  <a:gd name="T37" fmla="*/ 45 h 62"/>
                  <a:gd name="T38" fmla="*/ 3 w 59"/>
                  <a:gd name="T39" fmla="*/ 57 h 62"/>
                  <a:gd name="T40" fmla="*/ 7 w 59"/>
                  <a:gd name="T41" fmla="*/ 54 h 62"/>
                  <a:gd name="T42" fmla="*/ 20 w 59"/>
                  <a:gd name="T43" fmla="*/ 44 h 62"/>
                  <a:gd name="T44" fmla="*/ 28 w 59"/>
                  <a:gd name="T45" fmla="*/ 40 h 62"/>
                  <a:gd name="T46" fmla="*/ 23 w 59"/>
                  <a:gd name="T47" fmla="*/ 34 h 62"/>
                  <a:gd name="T48" fmla="*/ 15 w 59"/>
                  <a:gd name="T49" fmla="*/ 40 h 62"/>
                  <a:gd name="T50" fmla="*/ 20 w 59"/>
                  <a:gd name="T51" fmla="*/ 31 h 62"/>
                  <a:gd name="T52" fmla="*/ 15 w 59"/>
                  <a:gd name="T53" fmla="*/ 30 h 62"/>
                  <a:gd name="T54" fmla="*/ 13 w 59"/>
                  <a:gd name="T55" fmla="*/ 18 h 62"/>
                  <a:gd name="T56" fmla="*/ 12 w 59"/>
                  <a:gd name="T57" fmla="*/ 14 h 62"/>
                  <a:gd name="T58" fmla="*/ 18 w 59"/>
                  <a:gd name="T59" fmla="*/ 22 h 62"/>
                  <a:gd name="T60" fmla="*/ 21 w 59"/>
                  <a:gd name="T61" fmla="*/ 29 h 62"/>
                  <a:gd name="T62" fmla="*/ 23 w 59"/>
                  <a:gd name="T63" fmla="*/ 16 h 62"/>
                  <a:gd name="T64" fmla="*/ 35 w 59"/>
                  <a:gd name="T65" fmla="*/ 3 h 62"/>
                  <a:gd name="T66" fmla="*/ 52 w 59"/>
                  <a:gd name="T67" fmla="*/ 11 h 62"/>
                  <a:gd name="T68" fmla="*/ 35 w 59"/>
                  <a:gd name="T69" fmla="*/ 17 h 62"/>
                  <a:gd name="T70" fmla="*/ 40 w 59"/>
                  <a:gd name="T71" fmla="*/ 28 h 62"/>
                  <a:gd name="T72" fmla="*/ 40 w 59"/>
                  <a:gd name="T73" fmla="*/ 28 h 62"/>
                  <a:gd name="T74" fmla="*/ 49 w 59"/>
                  <a:gd name="T75" fmla="*/ 17 h 62"/>
                  <a:gd name="T76" fmla="*/ 39 w 59"/>
                  <a:gd name="T77" fmla="*/ 29 h 62"/>
                  <a:gd name="T78" fmla="*/ 30 w 59"/>
                  <a:gd name="T79" fmla="*/ 32 h 62"/>
                  <a:gd name="T80" fmla="*/ 32 w 59"/>
                  <a:gd name="T81" fmla="*/ 38 h 62"/>
                  <a:gd name="T82" fmla="*/ 39 w 59"/>
                  <a:gd name="T83" fmla="*/ 29 h 62"/>
                  <a:gd name="T84" fmla="*/ 29 w 59"/>
                  <a:gd name="T85" fmla="*/ 28 h 62"/>
                  <a:gd name="T86" fmla="*/ 30 w 59"/>
                  <a:gd name="T87" fmla="*/ 30 h 62"/>
                  <a:gd name="T88" fmla="*/ 35 w 59"/>
                  <a:gd name="T89" fmla="*/ 20 h 62"/>
                  <a:gd name="T90" fmla="*/ 31 w 59"/>
                  <a:gd name="T91" fmla="*/ 19 h 62"/>
                  <a:gd name="T92" fmla="*/ 31 w 59"/>
                  <a:gd name="T93" fmla="*/ 24 h 62"/>
                  <a:gd name="T94" fmla="*/ 28 w 59"/>
                  <a:gd name="T95" fmla="*/ 31 h 62"/>
                  <a:gd name="T96" fmla="*/ 28 w 59"/>
                  <a:gd name="T97" fmla="*/ 3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59" h="62">
                    <a:moveTo>
                      <a:pt x="33" y="0"/>
                    </a:moveTo>
                    <a:cubicBezTo>
                      <a:pt x="37" y="0"/>
                      <a:pt x="41" y="3"/>
                      <a:pt x="41" y="7"/>
                    </a:cubicBezTo>
                    <a:cubicBezTo>
                      <a:pt x="40" y="8"/>
                      <a:pt x="39" y="9"/>
                      <a:pt x="38" y="10"/>
                    </a:cubicBezTo>
                    <a:cubicBezTo>
                      <a:pt x="36" y="12"/>
                      <a:pt x="34" y="13"/>
                      <a:pt x="31" y="15"/>
                    </a:cubicBezTo>
                    <a:cubicBezTo>
                      <a:pt x="30" y="15"/>
                      <a:pt x="28" y="16"/>
                      <a:pt x="28" y="17"/>
                    </a:cubicBezTo>
                    <a:cubicBezTo>
                      <a:pt x="28" y="17"/>
                      <a:pt x="29" y="18"/>
                      <a:pt x="29" y="18"/>
                    </a:cubicBezTo>
                    <a:cubicBezTo>
                      <a:pt x="31" y="17"/>
                      <a:pt x="32" y="16"/>
                      <a:pt x="34" y="15"/>
                    </a:cubicBezTo>
                    <a:cubicBezTo>
                      <a:pt x="39" y="13"/>
                      <a:pt x="43" y="11"/>
                      <a:pt x="48" y="10"/>
                    </a:cubicBezTo>
                    <a:cubicBezTo>
                      <a:pt x="51" y="9"/>
                      <a:pt x="54" y="8"/>
                      <a:pt x="57" y="9"/>
                    </a:cubicBezTo>
                    <a:cubicBezTo>
                      <a:pt x="57" y="9"/>
                      <a:pt x="57" y="10"/>
                      <a:pt x="57" y="10"/>
                    </a:cubicBezTo>
                    <a:cubicBezTo>
                      <a:pt x="57" y="14"/>
                      <a:pt x="53" y="16"/>
                      <a:pt x="51" y="19"/>
                    </a:cubicBezTo>
                    <a:cubicBezTo>
                      <a:pt x="48" y="22"/>
                      <a:pt x="46" y="26"/>
                      <a:pt x="43" y="30"/>
                    </a:cubicBezTo>
                    <a:cubicBezTo>
                      <a:pt x="43" y="31"/>
                      <a:pt x="43" y="31"/>
                      <a:pt x="42" y="32"/>
                    </a:cubicBezTo>
                    <a:cubicBezTo>
                      <a:pt x="41" y="33"/>
                      <a:pt x="40" y="35"/>
                      <a:pt x="39" y="37"/>
                    </a:cubicBezTo>
                    <a:cubicBezTo>
                      <a:pt x="40" y="37"/>
                      <a:pt x="40" y="37"/>
                      <a:pt x="40" y="37"/>
                    </a:cubicBezTo>
                    <a:cubicBezTo>
                      <a:pt x="42" y="35"/>
                      <a:pt x="49" y="34"/>
                      <a:pt x="51" y="34"/>
                    </a:cubicBezTo>
                    <a:cubicBezTo>
                      <a:pt x="53" y="33"/>
                      <a:pt x="56" y="34"/>
                      <a:pt x="56" y="35"/>
                    </a:cubicBezTo>
                    <a:cubicBezTo>
                      <a:pt x="59" y="37"/>
                      <a:pt x="54" y="40"/>
                      <a:pt x="52" y="41"/>
                    </a:cubicBezTo>
                    <a:cubicBezTo>
                      <a:pt x="50" y="43"/>
                      <a:pt x="46" y="44"/>
                      <a:pt x="43" y="45"/>
                    </a:cubicBezTo>
                    <a:cubicBezTo>
                      <a:pt x="41" y="45"/>
                      <a:pt x="39" y="45"/>
                      <a:pt x="38" y="46"/>
                    </a:cubicBezTo>
                    <a:cubicBezTo>
                      <a:pt x="34" y="47"/>
                      <a:pt x="31" y="48"/>
                      <a:pt x="26" y="48"/>
                    </a:cubicBezTo>
                    <a:cubicBezTo>
                      <a:pt x="26" y="48"/>
                      <a:pt x="26" y="48"/>
                      <a:pt x="26" y="48"/>
                    </a:cubicBezTo>
                    <a:cubicBezTo>
                      <a:pt x="27" y="47"/>
                      <a:pt x="29" y="47"/>
                      <a:pt x="30" y="46"/>
                    </a:cubicBezTo>
                    <a:cubicBezTo>
                      <a:pt x="34" y="44"/>
                      <a:pt x="40" y="42"/>
                      <a:pt x="45" y="40"/>
                    </a:cubicBezTo>
                    <a:cubicBezTo>
                      <a:pt x="47" y="39"/>
                      <a:pt x="50" y="38"/>
                      <a:pt x="51" y="36"/>
                    </a:cubicBezTo>
                    <a:cubicBezTo>
                      <a:pt x="51" y="36"/>
                      <a:pt x="50" y="36"/>
                      <a:pt x="50" y="36"/>
                    </a:cubicBezTo>
                    <a:cubicBezTo>
                      <a:pt x="49" y="37"/>
                      <a:pt x="48" y="37"/>
                      <a:pt x="47" y="37"/>
                    </a:cubicBezTo>
                    <a:cubicBezTo>
                      <a:pt x="45" y="38"/>
                      <a:pt x="42" y="38"/>
                      <a:pt x="39" y="39"/>
                    </a:cubicBezTo>
                    <a:cubicBezTo>
                      <a:pt x="38" y="39"/>
                      <a:pt x="37" y="40"/>
                      <a:pt x="36" y="40"/>
                    </a:cubicBezTo>
                    <a:cubicBezTo>
                      <a:pt x="35" y="41"/>
                      <a:pt x="34" y="42"/>
                      <a:pt x="33" y="42"/>
                    </a:cubicBezTo>
                    <a:cubicBezTo>
                      <a:pt x="31" y="43"/>
                      <a:pt x="30" y="42"/>
                      <a:pt x="29" y="42"/>
                    </a:cubicBezTo>
                    <a:cubicBezTo>
                      <a:pt x="28" y="42"/>
                      <a:pt x="27" y="43"/>
                      <a:pt x="26" y="43"/>
                    </a:cubicBezTo>
                    <a:cubicBezTo>
                      <a:pt x="22" y="45"/>
                      <a:pt x="18" y="46"/>
                      <a:pt x="15" y="48"/>
                    </a:cubicBezTo>
                    <a:cubicBezTo>
                      <a:pt x="11" y="51"/>
                      <a:pt x="8" y="60"/>
                      <a:pt x="2" y="62"/>
                    </a:cubicBezTo>
                    <a:cubicBezTo>
                      <a:pt x="1" y="62"/>
                      <a:pt x="0" y="62"/>
                      <a:pt x="0" y="61"/>
                    </a:cubicBezTo>
                    <a:cubicBezTo>
                      <a:pt x="0" y="60"/>
                      <a:pt x="0" y="57"/>
                      <a:pt x="1" y="56"/>
                    </a:cubicBezTo>
                    <a:cubicBezTo>
                      <a:pt x="3" y="53"/>
                      <a:pt x="5" y="50"/>
                      <a:pt x="7" y="47"/>
                    </a:cubicBezTo>
                    <a:cubicBezTo>
                      <a:pt x="8" y="46"/>
                      <a:pt x="8" y="45"/>
                      <a:pt x="9" y="45"/>
                    </a:cubicBezTo>
                    <a:cubicBezTo>
                      <a:pt x="9" y="46"/>
                      <a:pt x="8" y="47"/>
                      <a:pt x="8" y="48"/>
                    </a:cubicBezTo>
                    <a:cubicBezTo>
                      <a:pt x="6" y="51"/>
                      <a:pt x="4" y="54"/>
                      <a:pt x="3" y="57"/>
                    </a:cubicBezTo>
                    <a:cubicBezTo>
                      <a:pt x="3" y="57"/>
                      <a:pt x="3" y="57"/>
                      <a:pt x="3" y="57"/>
                    </a:cubicBezTo>
                    <a:cubicBezTo>
                      <a:pt x="4" y="56"/>
                      <a:pt x="6" y="55"/>
                      <a:pt x="7" y="54"/>
                    </a:cubicBezTo>
                    <a:cubicBezTo>
                      <a:pt x="9" y="52"/>
                      <a:pt x="10" y="50"/>
                      <a:pt x="12" y="49"/>
                    </a:cubicBezTo>
                    <a:cubicBezTo>
                      <a:pt x="15" y="47"/>
                      <a:pt x="17" y="45"/>
                      <a:pt x="20" y="44"/>
                    </a:cubicBezTo>
                    <a:cubicBezTo>
                      <a:pt x="22" y="43"/>
                      <a:pt x="24" y="42"/>
                      <a:pt x="26" y="41"/>
                    </a:cubicBezTo>
                    <a:cubicBezTo>
                      <a:pt x="27" y="40"/>
                      <a:pt x="28" y="40"/>
                      <a:pt x="28" y="40"/>
                    </a:cubicBezTo>
                    <a:cubicBezTo>
                      <a:pt x="28" y="39"/>
                      <a:pt x="28" y="38"/>
                      <a:pt x="28" y="37"/>
                    </a:cubicBezTo>
                    <a:cubicBezTo>
                      <a:pt x="26" y="36"/>
                      <a:pt x="25" y="35"/>
                      <a:pt x="23" y="34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0" y="36"/>
                      <a:pt x="19" y="40"/>
                      <a:pt x="15" y="40"/>
                    </a:cubicBezTo>
                    <a:cubicBezTo>
                      <a:pt x="15" y="40"/>
                      <a:pt x="15" y="40"/>
                      <a:pt x="15" y="39"/>
                    </a:cubicBezTo>
                    <a:cubicBezTo>
                      <a:pt x="17" y="38"/>
                      <a:pt x="20" y="34"/>
                      <a:pt x="20" y="31"/>
                    </a:cubicBezTo>
                    <a:cubicBezTo>
                      <a:pt x="20" y="31"/>
                      <a:pt x="19" y="31"/>
                      <a:pt x="19" y="30"/>
                    </a:cubicBezTo>
                    <a:cubicBezTo>
                      <a:pt x="18" y="31"/>
                      <a:pt x="15" y="32"/>
                      <a:pt x="15" y="30"/>
                    </a:cubicBezTo>
                    <a:cubicBezTo>
                      <a:pt x="16" y="29"/>
                      <a:pt x="15" y="27"/>
                      <a:pt x="15" y="26"/>
                    </a:cubicBezTo>
                    <a:cubicBezTo>
                      <a:pt x="14" y="23"/>
                      <a:pt x="14" y="21"/>
                      <a:pt x="13" y="18"/>
                    </a:cubicBezTo>
                    <a:cubicBezTo>
                      <a:pt x="12" y="17"/>
                      <a:pt x="12" y="16"/>
                      <a:pt x="11" y="14"/>
                    </a:cubicBezTo>
                    <a:cubicBezTo>
                      <a:pt x="12" y="14"/>
                      <a:pt x="12" y="14"/>
                      <a:pt x="12" y="14"/>
                    </a:cubicBezTo>
                    <a:cubicBezTo>
                      <a:pt x="13" y="15"/>
                      <a:pt x="14" y="15"/>
                      <a:pt x="14" y="16"/>
                    </a:cubicBezTo>
                    <a:cubicBezTo>
                      <a:pt x="16" y="18"/>
                      <a:pt x="17" y="20"/>
                      <a:pt x="18" y="22"/>
                    </a:cubicBezTo>
                    <a:cubicBezTo>
                      <a:pt x="19" y="23"/>
                      <a:pt x="20" y="25"/>
                      <a:pt x="21" y="27"/>
                    </a:cubicBezTo>
                    <a:cubicBezTo>
                      <a:pt x="21" y="28"/>
                      <a:pt x="21" y="28"/>
                      <a:pt x="21" y="29"/>
                    </a:cubicBezTo>
                    <a:cubicBezTo>
                      <a:pt x="23" y="27"/>
                      <a:pt x="25" y="24"/>
                      <a:pt x="25" y="21"/>
                    </a:cubicBezTo>
                    <a:cubicBezTo>
                      <a:pt x="24" y="20"/>
                      <a:pt x="23" y="18"/>
                      <a:pt x="23" y="16"/>
                    </a:cubicBezTo>
                    <a:cubicBezTo>
                      <a:pt x="24" y="16"/>
                      <a:pt x="25" y="16"/>
                      <a:pt x="26" y="17"/>
                    </a:cubicBezTo>
                    <a:cubicBezTo>
                      <a:pt x="28" y="13"/>
                      <a:pt x="34" y="7"/>
                      <a:pt x="35" y="3"/>
                    </a:cubicBezTo>
                    <a:cubicBezTo>
                      <a:pt x="34" y="2"/>
                      <a:pt x="33" y="1"/>
                      <a:pt x="33" y="0"/>
                    </a:cubicBezTo>
                    <a:close/>
                    <a:moveTo>
                      <a:pt x="52" y="11"/>
                    </a:moveTo>
                    <a:cubicBezTo>
                      <a:pt x="47" y="11"/>
                      <a:pt x="44" y="13"/>
                      <a:pt x="41" y="15"/>
                    </a:cubicBezTo>
                    <a:cubicBezTo>
                      <a:pt x="39" y="16"/>
                      <a:pt x="37" y="16"/>
                      <a:pt x="35" y="17"/>
                    </a:cubicBezTo>
                    <a:cubicBezTo>
                      <a:pt x="35" y="17"/>
                      <a:pt x="35" y="17"/>
                      <a:pt x="35" y="17"/>
                    </a:cubicBezTo>
                    <a:cubicBezTo>
                      <a:pt x="38" y="20"/>
                      <a:pt x="41" y="22"/>
                      <a:pt x="40" y="28"/>
                    </a:cubicBezTo>
                    <a:cubicBezTo>
                      <a:pt x="40" y="28"/>
                      <a:pt x="40" y="28"/>
                      <a:pt x="40" y="28"/>
                    </a:cubicBezTo>
                    <a:cubicBezTo>
                      <a:pt x="40" y="28"/>
                      <a:pt x="40" y="28"/>
                      <a:pt x="40" y="28"/>
                    </a:cubicBezTo>
                    <a:cubicBezTo>
                      <a:pt x="41" y="27"/>
                      <a:pt x="42" y="25"/>
                      <a:pt x="43" y="24"/>
                    </a:cubicBezTo>
                    <a:cubicBezTo>
                      <a:pt x="45" y="22"/>
                      <a:pt x="47" y="19"/>
                      <a:pt x="49" y="17"/>
                    </a:cubicBezTo>
                    <a:cubicBezTo>
                      <a:pt x="50" y="15"/>
                      <a:pt x="51" y="13"/>
                      <a:pt x="52" y="11"/>
                    </a:cubicBezTo>
                    <a:close/>
                    <a:moveTo>
                      <a:pt x="39" y="29"/>
                    </a:moveTo>
                    <a:cubicBezTo>
                      <a:pt x="39" y="29"/>
                      <a:pt x="33" y="31"/>
                      <a:pt x="33" y="32"/>
                    </a:cubicBezTo>
                    <a:cubicBezTo>
                      <a:pt x="32" y="32"/>
                      <a:pt x="30" y="32"/>
                      <a:pt x="30" y="32"/>
                    </a:cubicBezTo>
                    <a:cubicBezTo>
                      <a:pt x="30" y="33"/>
                      <a:pt x="30" y="34"/>
                      <a:pt x="30" y="34"/>
                    </a:cubicBezTo>
                    <a:cubicBezTo>
                      <a:pt x="31" y="36"/>
                      <a:pt x="30" y="37"/>
                      <a:pt x="32" y="38"/>
                    </a:cubicBezTo>
                    <a:cubicBezTo>
                      <a:pt x="34" y="34"/>
                      <a:pt x="37" y="32"/>
                      <a:pt x="39" y="29"/>
                    </a:cubicBezTo>
                    <a:cubicBezTo>
                      <a:pt x="39" y="29"/>
                      <a:pt x="39" y="29"/>
                      <a:pt x="39" y="29"/>
                    </a:cubicBezTo>
                    <a:close/>
                    <a:moveTo>
                      <a:pt x="28" y="28"/>
                    </a:moveTo>
                    <a:cubicBezTo>
                      <a:pt x="28" y="28"/>
                      <a:pt x="29" y="28"/>
                      <a:pt x="29" y="28"/>
                    </a:cubicBezTo>
                    <a:cubicBezTo>
                      <a:pt x="29" y="28"/>
                      <a:pt x="29" y="28"/>
                      <a:pt x="29" y="28"/>
                    </a:cubicBezTo>
                    <a:cubicBezTo>
                      <a:pt x="29" y="29"/>
                      <a:pt x="29" y="30"/>
                      <a:pt x="30" y="30"/>
                    </a:cubicBezTo>
                    <a:cubicBezTo>
                      <a:pt x="32" y="28"/>
                      <a:pt x="37" y="28"/>
                      <a:pt x="37" y="24"/>
                    </a:cubicBezTo>
                    <a:cubicBezTo>
                      <a:pt x="36" y="23"/>
                      <a:pt x="36" y="21"/>
                      <a:pt x="35" y="20"/>
                    </a:cubicBezTo>
                    <a:cubicBezTo>
                      <a:pt x="35" y="19"/>
                      <a:pt x="34" y="19"/>
                      <a:pt x="33" y="18"/>
                    </a:cubicBezTo>
                    <a:cubicBezTo>
                      <a:pt x="33" y="18"/>
                      <a:pt x="32" y="18"/>
                      <a:pt x="31" y="19"/>
                    </a:cubicBezTo>
                    <a:cubicBezTo>
                      <a:pt x="32" y="19"/>
                      <a:pt x="34" y="21"/>
                      <a:pt x="33" y="22"/>
                    </a:cubicBezTo>
                    <a:cubicBezTo>
                      <a:pt x="33" y="23"/>
                      <a:pt x="32" y="23"/>
                      <a:pt x="31" y="24"/>
                    </a:cubicBezTo>
                    <a:cubicBezTo>
                      <a:pt x="30" y="25"/>
                      <a:pt x="27" y="28"/>
                      <a:pt x="27" y="30"/>
                    </a:cubicBezTo>
                    <a:cubicBezTo>
                      <a:pt x="27" y="30"/>
                      <a:pt x="27" y="31"/>
                      <a:pt x="28" y="31"/>
                    </a:cubicBezTo>
                    <a:cubicBezTo>
                      <a:pt x="28" y="31"/>
                      <a:pt x="28" y="31"/>
                      <a:pt x="28" y="30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8" y="30"/>
                      <a:pt x="28" y="29"/>
                      <a:pt x="28" y="2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9" name="îSļiďè"/>
              <p:cNvSpPr/>
              <p:nvPr/>
            </p:nvSpPr>
            <p:spPr bwMode="auto">
              <a:xfrm>
                <a:off x="6002338" y="3148013"/>
                <a:ext cx="223838" cy="346075"/>
              </a:xfrm>
              <a:custGeom>
                <a:avLst/>
                <a:gdLst>
                  <a:gd name="T0" fmla="*/ 31 w 42"/>
                  <a:gd name="T1" fmla="*/ 43 h 64"/>
                  <a:gd name="T2" fmla="*/ 33 w 42"/>
                  <a:gd name="T3" fmla="*/ 34 h 64"/>
                  <a:gd name="T4" fmla="*/ 32 w 42"/>
                  <a:gd name="T5" fmla="*/ 28 h 64"/>
                  <a:gd name="T6" fmla="*/ 29 w 42"/>
                  <a:gd name="T7" fmla="*/ 29 h 64"/>
                  <a:gd name="T8" fmla="*/ 23 w 42"/>
                  <a:gd name="T9" fmla="*/ 34 h 64"/>
                  <a:gd name="T10" fmla="*/ 23 w 42"/>
                  <a:gd name="T11" fmla="*/ 40 h 64"/>
                  <a:gd name="T12" fmla="*/ 11 w 42"/>
                  <a:gd name="T13" fmla="*/ 45 h 64"/>
                  <a:gd name="T14" fmla="*/ 1 w 42"/>
                  <a:gd name="T15" fmla="*/ 44 h 64"/>
                  <a:gd name="T16" fmla="*/ 1 w 42"/>
                  <a:gd name="T17" fmla="*/ 40 h 64"/>
                  <a:gd name="T18" fmla="*/ 6 w 42"/>
                  <a:gd name="T19" fmla="*/ 39 h 64"/>
                  <a:gd name="T20" fmla="*/ 13 w 42"/>
                  <a:gd name="T21" fmla="*/ 34 h 64"/>
                  <a:gd name="T22" fmla="*/ 11 w 42"/>
                  <a:gd name="T23" fmla="*/ 31 h 64"/>
                  <a:gd name="T24" fmla="*/ 6 w 42"/>
                  <a:gd name="T25" fmla="*/ 33 h 64"/>
                  <a:gd name="T26" fmla="*/ 1 w 42"/>
                  <a:gd name="T27" fmla="*/ 29 h 64"/>
                  <a:gd name="T28" fmla="*/ 1 w 42"/>
                  <a:gd name="T29" fmla="*/ 28 h 64"/>
                  <a:gd name="T30" fmla="*/ 5 w 42"/>
                  <a:gd name="T31" fmla="*/ 26 h 64"/>
                  <a:gd name="T32" fmla="*/ 8 w 42"/>
                  <a:gd name="T33" fmla="*/ 25 h 64"/>
                  <a:gd name="T34" fmla="*/ 17 w 42"/>
                  <a:gd name="T35" fmla="*/ 21 h 64"/>
                  <a:gd name="T36" fmla="*/ 21 w 42"/>
                  <a:gd name="T37" fmla="*/ 12 h 64"/>
                  <a:gd name="T38" fmla="*/ 22 w 42"/>
                  <a:gd name="T39" fmla="*/ 8 h 64"/>
                  <a:gd name="T40" fmla="*/ 25 w 42"/>
                  <a:gd name="T41" fmla="*/ 0 h 64"/>
                  <a:gd name="T42" fmla="*/ 28 w 42"/>
                  <a:gd name="T43" fmla="*/ 1 h 64"/>
                  <a:gd name="T44" fmla="*/ 29 w 42"/>
                  <a:gd name="T45" fmla="*/ 13 h 64"/>
                  <a:gd name="T46" fmla="*/ 33 w 42"/>
                  <a:gd name="T47" fmla="*/ 13 h 64"/>
                  <a:gd name="T48" fmla="*/ 36 w 42"/>
                  <a:gd name="T49" fmla="*/ 9 h 64"/>
                  <a:gd name="T50" fmla="*/ 41 w 42"/>
                  <a:gd name="T51" fmla="*/ 12 h 64"/>
                  <a:gd name="T52" fmla="*/ 26 w 42"/>
                  <a:gd name="T53" fmla="*/ 21 h 64"/>
                  <a:gd name="T54" fmla="*/ 17 w 42"/>
                  <a:gd name="T55" fmla="*/ 29 h 64"/>
                  <a:gd name="T56" fmla="*/ 25 w 42"/>
                  <a:gd name="T57" fmla="*/ 28 h 64"/>
                  <a:gd name="T58" fmla="*/ 33 w 42"/>
                  <a:gd name="T59" fmla="*/ 24 h 64"/>
                  <a:gd name="T60" fmla="*/ 37 w 42"/>
                  <a:gd name="T61" fmla="*/ 21 h 64"/>
                  <a:gd name="T62" fmla="*/ 42 w 42"/>
                  <a:gd name="T63" fmla="*/ 26 h 64"/>
                  <a:gd name="T64" fmla="*/ 38 w 42"/>
                  <a:gd name="T65" fmla="*/ 38 h 64"/>
                  <a:gd name="T66" fmla="*/ 32 w 42"/>
                  <a:gd name="T67" fmla="*/ 63 h 64"/>
                  <a:gd name="T68" fmla="*/ 25 w 42"/>
                  <a:gd name="T69" fmla="*/ 57 h 64"/>
                  <a:gd name="T70" fmla="*/ 22 w 42"/>
                  <a:gd name="T71" fmla="*/ 55 h 64"/>
                  <a:gd name="T72" fmla="*/ 17 w 42"/>
                  <a:gd name="T73" fmla="*/ 62 h 64"/>
                  <a:gd name="T74" fmla="*/ 15 w 42"/>
                  <a:gd name="T75" fmla="*/ 64 h 64"/>
                  <a:gd name="T76" fmla="*/ 12 w 42"/>
                  <a:gd name="T77" fmla="*/ 64 h 64"/>
                  <a:gd name="T78" fmla="*/ 9 w 42"/>
                  <a:gd name="T79" fmla="*/ 58 h 64"/>
                  <a:gd name="T80" fmla="*/ 11 w 42"/>
                  <a:gd name="T81" fmla="*/ 54 h 64"/>
                  <a:gd name="T82" fmla="*/ 10 w 42"/>
                  <a:gd name="T83" fmla="*/ 52 h 64"/>
                  <a:gd name="T84" fmla="*/ 15 w 42"/>
                  <a:gd name="T85" fmla="*/ 47 h 64"/>
                  <a:gd name="T86" fmla="*/ 22 w 42"/>
                  <a:gd name="T87" fmla="*/ 48 h 64"/>
                  <a:gd name="T88" fmla="*/ 24 w 42"/>
                  <a:gd name="T89" fmla="*/ 53 h 64"/>
                  <a:gd name="T90" fmla="*/ 31 w 42"/>
                  <a:gd name="T91" fmla="*/ 5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2" h="64">
                    <a:moveTo>
                      <a:pt x="31" y="50"/>
                    </a:moveTo>
                    <a:cubicBezTo>
                      <a:pt x="31" y="46"/>
                      <a:pt x="31" y="46"/>
                      <a:pt x="31" y="43"/>
                    </a:cubicBezTo>
                    <a:cubicBezTo>
                      <a:pt x="31" y="42"/>
                      <a:pt x="32" y="40"/>
                      <a:pt x="32" y="38"/>
                    </a:cubicBezTo>
                    <a:cubicBezTo>
                      <a:pt x="33" y="37"/>
                      <a:pt x="33" y="35"/>
                      <a:pt x="33" y="34"/>
                    </a:cubicBezTo>
                    <a:cubicBezTo>
                      <a:pt x="33" y="33"/>
                      <a:pt x="34" y="30"/>
                      <a:pt x="33" y="30"/>
                    </a:cubicBezTo>
                    <a:cubicBezTo>
                      <a:pt x="33" y="29"/>
                      <a:pt x="32" y="28"/>
                      <a:pt x="32" y="28"/>
                    </a:cubicBezTo>
                    <a:cubicBezTo>
                      <a:pt x="31" y="28"/>
                      <a:pt x="31" y="28"/>
                      <a:pt x="30" y="28"/>
                    </a:cubicBezTo>
                    <a:cubicBezTo>
                      <a:pt x="30" y="29"/>
                      <a:pt x="29" y="29"/>
                      <a:pt x="29" y="29"/>
                    </a:cubicBezTo>
                    <a:cubicBezTo>
                      <a:pt x="28" y="29"/>
                      <a:pt x="28" y="30"/>
                      <a:pt x="27" y="30"/>
                    </a:cubicBezTo>
                    <a:cubicBezTo>
                      <a:pt x="25" y="31"/>
                      <a:pt x="24" y="32"/>
                      <a:pt x="23" y="34"/>
                    </a:cubicBezTo>
                    <a:cubicBezTo>
                      <a:pt x="23" y="35"/>
                      <a:pt x="24" y="38"/>
                      <a:pt x="23" y="39"/>
                    </a:cubicBezTo>
                    <a:cubicBezTo>
                      <a:pt x="23" y="39"/>
                      <a:pt x="23" y="40"/>
                      <a:pt x="23" y="40"/>
                    </a:cubicBezTo>
                    <a:cubicBezTo>
                      <a:pt x="21" y="40"/>
                      <a:pt x="18" y="40"/>
                      <a:pt x="17" y="41"/>
                    </a:cubicBezTo>
                    <a:cubicBezTo>
                      <a:pt x="15" y="43"/>
                      <a:pt x="12" y="45"/>
                      <a:pt x="11" y="45"/>
                    </a:cubicBezTo>
                    <a:cubicBezTo>
                      <a:pt x="10" y="46"/>
                      <a:pt x="5" y="46"/>
                      <a:pt x="3" y="45"/>
                    </a:cubicBezTo>
                    <a:cubicBezTo>
                      <a:pt x="3" y="45"/>
                      <a:pt x="2" y="44"/>
                      <a:pt x="1" y="44"/>
                    </a:cubicBezTo>
                    <a:cubicBezTo>
                      <a:pt x="1" y="43"/>
                      <a:pt x="0" y="41"/>
                      <a:pt x="0" y="41"/>
                    </a:cubicBezTo>
                    <a:cubicBezTo>
                      <a:pt x="1" y="40"/>
                      <a:pt x="0" y="40"/>
                      <a:pt x="1" y="40"/>
                    </a:cubicBezTo>
                    <a:cubicBezTo>
                      <a:pt x="2" y="40"/>
                      <a:pt x="3" y="40"/>
                      <a:pt x="3" y="40"/>
                    </a:cubicBezTo>
                    <a:cubicBezTo>
                      <a:pt x="4" y="40"/>
                      <a:pt x="5" y="39"/>
                      <a:pt x="6" y="39"/>
                    </a:cubicBezTo>
                    <a:cubicBezTo>
                      <a:pt x="8" y="38"/>
                      <a:pt x="10" y="37"/>
                      <a:pt x="11" y="37"/>
                    </a:cubicBezTo>
                    <a:cubicBezTo>
                      <a:pt x="12" y="36"/>
                      <a:pt x="13" y="35"/>
                      <a:pt x="13" y="34"/>
                    </a:cubicBezTo>
                    <a:cubicBezTo>
                      <a:pt x="13" y="34"/>
                      <a:pt x="13" y="34"/>
                      <a:pt x="13" y="33"/>
                    </a:cubicBezTo>
                    <a:cubicBezTo>
                      <a:pt x="13" y="32"/>
                      <a:pt x="12" y="32"/>
                      <a:pt x="11" y="31"/>
                    </a:cubicBezTo>
                    <a:cubicBezTo>
                      <a:pt x="10" y="31"/>
                      <a:pt x="9" y="31"/>
                      <a:pt x="8" y="32"/>
                    </a:cubicBezTo>
                    <a:cubicBezTo>
                      <a:pt x="8" y="32"/>
                      <a:pt x="7" y="33"/>
                      <a:pt x="6" y="33"/>
                    </a:cubicBezTo>
                    <a:cubicBezTo>
                      <a:pt x="5" y="32"/>
                      <a:pt x="3" y="32"/>
                      <a:pt x="2" y="30"/>
                    </a:cubicBezTo>
                    <a:cubicBezTo>
                      <a:pt x="1" y="30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8"/>
                      <a:pt x="1" y="28"/>
                    </a:cubicBezTo>
                    <a:cubicBezTo>
                      <a:pt x="1" y="27"/>
                      <a:pt x="1" y="27"/>
                      <a:pt x="1" y="26"/>
                    </a:cubicBezTo>
                    <a:cubicBezTo>
                      <a:pt x="2" y="26"/>
                      <a:pt x="0" y="26"/>
                      <a:pt x="5" y="26"/>
                    </a:cubicBezTo>
                    <a:cubicBezTo>
                      <a:pt x="6" y="26"/>
                      <a:pt x="6" y="26"/>
                      <a:pt x="7" y="26"/>
                    </a:cubicBezTo>
                    <a:cubicBezTo>
                      <a:pt x="7" y="25"/>
                      <a:pt x="7" y="25"/>
                      <a:pt x="8" y="25"/>
                    </a:cubicBezTo>
                    <a:cubicBezTo>
                      <a:pt x="9" y="25"/>
                      <a:pt x="10" y="25"/>
                      <a:pt x="12" y="24"/>
                    </a:cubicBezTo>
                    <a:cubicBezTo>
                      <a:pt x="14" y="23"/>
                      <a:pt x="16" y="22"/>
                      <a:pt x="17" y="21"/>
                    </a:cubicBezTo>
                    <a:cubicBezTo>
                      <a:pt x="18" y="20"/>
                      <a:pt x="19" y="18"/>
                      <a:pt x="19" y="16"/>
                    </a:cubicBezTo>
                    <a:cubicBezTo>
                      <a:pt x="20" y="15"/>
                      <a:pt x="20" y="13"/>
                      <a:pt x="21" y="12"/>
                    </a:cubicBezTo>
                    <a:cubicBezTo>
                      <a:pt x="21" y="11"/>
                      <a:pt x="21" y="10"/>
                      <a:pt x="21" y="9"/>
                    </a:cubicBezTo>
                    <a:cubicBezTo>
                      <a:pt x="21" y="9"/>
                      <a:pt x="22" y="8"/>
                      <a:pt x="22" y="8"/>
                    </a:cubicBezTo>
                    <a:cubicBezTo>
                      <a:pt x="22" y="7"/>
                      <a:pt x="22" y="6"/>
                      <a:pt x="23" y="5"/>
                    </a:cubicBezTo>
                    <a:cubicBezTo>
                      <a:pt x="23" y="3"/>
                      <a:pt x="24" y="1"/>
                      <a:pt x="25" y="0"/>
                    </a:cubicBezTo>
                    <a:cubicBezTo>
                      <a:pt x="26" y="0"/>
                      <a:pt x="26" y="0"/>
                      <a:pt x="27" y="0"/>
                    </a:cubicBezTo>
                    <a:cubicBezTo>
                      <a:pt x="28" y="1"/>
                      <a:pt x="28" y="1"/>
                      <a:pt x="28" y="1"/>
                    </a:cubicBezTo>
                    <a:cubicBezTo>
                      <a:pt x="30" y="5"/>
                      <a:pt x="30" y="6"/>
                      <a:pt x="30" y="7"/>
                    </a:cubicBezTo>
                    <a:cubicBezTo>
                      <a:pt x="31" y="8"/>
                      <a:pt x="30" y="10"/>
                      <a:pt x="29" y="13"/>
                    </a:cubicBezTo>
                    <a:cubicBezTo>
                      <a:pt x="29" y="14"/>
                      <a:pt x="30" y="14"/>
                      <a:pt x="31" y="13"/>
                    </a:cubicBezTo>
                    <a:cubicBezTo>
                      <a:pt x="32" y="13"/>
                      <a:pt x="33" y="12"/>
                      <a:pt x="33" y="13"/>
                    </a:cubicBezTo>
                    <a:cubicBezTo>
                      <a:pt x="32" y="13"/>
                      <a:pt x="34" y="11"/>
                      <a:pt x="34" y="11"/>
                    </a:cubicBezTo>
                    <a:cubicBezTo>
                      <a:pt x="35" y="10"/>
                      <a:pt x="36" y="9"/>
                      <a:pt x="36" y="9"/>
                    </a:cubicBezTo>
                    <a:cubicBezTo>
                      <a:pt x="37" y="9"/>
                      <a:pt x="39" y="8"/>
                      <a:pt x="40" y="9"/>
                    </a:cubicBezTo>
                    <a:cubicBezTo>
                      <a:pt x="41" y="10"/>
                      <a:pt x="42" y="11"/>
                      <a:pt x="41" y="12"/>
                    </a:cubicBezTo>
                    <a:cubicBezTo>
                      <a:pt x="39" y="15"/>
                      <a:pt x="38" y="15"/>
                      <a:pt x="37" y="15"/>
                    </a:cubicBezTo>
                    <a:cubicBezTo>
                      <a:pt x="30" y="18"/>
                      <a:pt x="28" y="19"/>
                      <a:pt x="26" y="21"/>
                    </a:cubicBezTo>
                    <a:cubicBezTo>
                      <a:pt x="23" y="22"/>
                      <a:pt x="23" y="24"/>
                      <a:pt x="20" y="27"/>
                    </a:cubicBezTo>
                    <a:cubicBezTo>
                      <a:pt x="19" y="28"/>
                      <a:pt x="18" y="29"/>
                      <a:pt x="17" y="29"/>
                    </a:cubicBezTo>
                    <a:cubicBezTo>
                      <a:pt x="17" y="30"/>
                      <a:pt x="18" y="32"/>
                      <a:pt x="19" y="32"/>
                    </a:cubicBezTo>
                    <a:cubicBezTo>
                      <a:pt x="20" y="32"/>
                      <a:pt x="23" y="29"/>
                      <a:pt x="25" y="28"/>
                    </a:cubicBezTo>
                    <a:cubicBezTo>
                      <a:pt x="26" y="27"/>
                      <a:pt x="28" y="26"/>
                      <a:pt x="30" y="25"/>
                    </a:cubicBezTo>
                    <a:cubicBezTo>
                      <a:pt x="31" y="25"/>
                      <a:pt x="32" y="25"/>
                      <a:pt x="33" y="24"/>
                    </a:cubicBezTo>
                    <a:cubicBezTo>
                      <a:pt x="34" y="23"/>
                      <a:pt x="35" y="22"/>
                      <a:pt x="36" y="22"/>
                    </a:cubicBezTo>
                    <a:cubicBezTo>
                      <a:pt x="36" y="21"/>
                      <a:pt x="36" y="21"/>
                      <a:pt x="37" y="21"/>
                    </a:cubicBezTo>
                    <a:cubicBezTo>
                      <a:pt x="38" y="21"/>
                      <a:pt x="42" y="21"/>
                      <a:pt x="42" y="22"/>
                    </a:cubicBezTo>
                    <a:cubicBezTo>
                      <a:pt x="42" y="23"/>
                      <a:pt x="42" y="24"/>
                      <a:pt x="42" y="26"/>
                    </a:cubicBezTo>
                    <a:cubicBezTo>
                      <a:pt x="42" y="27"/>
                      <a:pt x="42" y="31"/>
                      <a:pt x="40" y="33"/>
                    </a:cubicBezTo>
                    <a:cubicBezTo>
                      <a:pt x="39" y="35"/>
                      <a:pt x="39" y="36"/>
                      <a:pt x="38" y="38"/>
                    </a:cubicBezTo>
                    <a:cubicBezTo>
                      <a:pt x="35" y="47"/>
                      <a:pt x="35" y="55"/>
                      <a:pt x="33" y="62"/>
                    </a:cubicBezTo>
                    <a:cubicBezTo>
                      <a:pt x="33" y="62"/>
                      <a:pt x="32" y="63"/>
                      <a:pt x="32" y="63"/>
                    </a:cubicBezTo>
                    <a:cubicBezTo>
                      <a:pt x="30" y="63"/>
                      <a:pt x="28" y="62"/>
                      <a:pt x="27" y="60"/>
                    </a:cubicBezTo>
                    <a:cubicBezTo>
                      <a:pt x="26" y="59"/>
                      <a:pt x="26" y="58"/>
                      <a:pt x="25" y="57"/>
                    </a:cubicBezTo>
                    <a:cubicBezTo>
                      <a:pt x="24" y="57"/>
                      <a:pt x="24" y="56"/>
                      <a:pt x="23" y="56"/>
                    </a:cubicBezTo>
                    <a:cubicBezTo>
                      <a:pt x="23" y="56"/>
                      <a:pt x="22" y="55"/>
                      <a:pt x="22" y="55"/>
                    </a:cubicBezTo>
                    <a:cubicBezTo>
                      <a:pt x="21" y="54"/>
                      <a:pt x="20" y="55"/>
                      <a:pt x="19" y="55"/>
                    </a:cubicBezTo>
                    <a:cubicBezTo>
                      <a:pt x="18" y="57"/>
                      <a:pt x="19" y="55"/>
                      <a:pt x="17" y="62"/>
                    </a:cubicBezTo>
                    <a:cubicBezTo>
                      <a:pt x="17" y="62"/>
                      <a:pt x="17" y="63"/>
                      <a:pt x="16" y="63"/>
                    </a:cubicBezTo>
                    <a:cubicBezTo>
                      <a:pt x="16" y="64"/>
                      <a:pt x="16" y="64"/>
                      <a:pt x="15" y="64"/>
                    </a:cubicBezTo>
                    <a:cubicBezTo>
                      <a:pt x="15" y="64"/>
                      <a:pt x="14" y="64"/>
                      <a:pt x="13" y="64"/>
                    </a:cubicBezTo>
                    <a:cubicBezTo>
                      <a:pt x="13" y="64"/>
                      <a:pt x="12" y="64"/>
                      <a:pt x="12" y="64"/>
                    </a:cubicBezTo>
                    <a:cubicBezTo>
                      <a:pt x="12" y="63"/>
                      <a:pt x="13" y="60"/>
                      <a:pt x="12" y="59"/>
                    </a:cubicBezTo>
                    <a:cubicBezTo>
                      <a:pt x="11" y="57"/>
                      <a:pt x="9" y="58"/>
                      <a:pt x="9" y="58"/>
                    </a:cubicBezTo>
                    <a:cubicBezTo>
                      <a:pt x="8" y="57"/>
                      <a:pt x="8" y="56"/>
                      <a:pt x="9" y="55"/>
                    </a:cubicBezTo>
                    <a:cubicBezTo>
                      <a:pt x="10" y="54"/>
                      <a:pt x="10" y="55"/>
                      <a:pt x="11" y="54"/>
                    </a:cubicBezTo>
                    <a:cubicBezTo>
                      <a:pt x="12" y="54"/>
                      <a:pt x="12" y="53"/>
                      <a:pt x="11" y="53"/>
                    </a:cubicBezTo>
                    <a:cubicBezTo>
                      <a:pt x="11" y="52"/>
                      <a:pt x="11" y="52"/>
                      <a:pt x="10" y="52"/>
                    </a:cubicBezTo>
                    <a:cubicBezTo>
                      <a:pt x="9" y="51"/>
                      <a:pt x="9" y="49"/>
                      <a:pt x="10" y="49"/>
                    </a:cubicBezTo>
                    <a:cubicBezTo>
                      <a:pt x="11" y="48"/>
                      <a:pt x="13" y="48"/>
                      <a:pt x="15" y="47"/>
                    </a:cubicBezTo>
                    <a:cubicBezTo>
                      <a:pt x="18" y="46"/>
                      <a:pt x="21" y="46"/>
                      <a:pt x="21" y="46"/>
                    </a:cubicBezTo>
                    <a:cubicBezTo>
                      <a:pt x="22" y="46"/>
                      <a:pt x="23" y="47"/>
                      <a:pt x="22" y="48"/>
                    </a:cubicBezTo>
                    <a:cubicBezTo>
                      <a:pt x="21" y="48"/>
                      <a:pt x="21" y="49"/>
                      <a:pt x="21" y="50"/>
                    </a:cubicBezTo>
                    <a:cubicBezTo>
                      <a:pt x="21" y="52"/>
                      <a:pt x="23" y="53"/>
                      <a:pt x="24" y="53"/>
                    </a:cubicBezTo>
                    <a:cubicBezTo>
                      <a:pt x="26" y="55"/>
                      <a:pt x="28" y="53"/>
                      <a:pt x="29" y="52"/>
                    </a:cubicBezTo>
                    <a:cubicBezTo>
                      <a:pt x="29" y="52"/>
                      <a:pt x="30" y="50"/>
                      <a:pt x="31" y="5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40" name="îšḻiḋê"/>
              <p:cNvSpPr/>
              <p:nvPr/>
            </p:nvSpPr>
            <p:spPr bwMode="auto">
              <a:xfrm>
                <a:off x="5970588" y="3390900"/>
                <a:ext cx="52388" cy="119063"/>
              </a:xfrm>
              <a:custGeom>
                <a:avLst/>
                <a:gdLst>
                  <a:gd name="T0" fmla="*/ 1 w 10"/>
                  <a:gd name="T1" fmla="*/ 17 h 22"/>
                  <a:gd name="T2" fmla="*/ 1 w 10"/>
                  <a:gd name="T3" fmla="*/ 8 h 22"/>
                  <a:gd name="T4" fmla="*/ 2 w 10"/>
                  <a:gd name="T5" fmla="*/ 2 h 22"/>
                  <a:gd name="T6" fmla="*/ 2 w 10"/>
                  <a:gd name="T7" fmla="*/ 1 h 22"/>
                  <a:gd name="T8" fmla="*/ 3 w 10"/>
                  <a:gd name="T9" fmla="*/ 1 h 22"/>
                  <a:gd name="T10" fmla="*/ 5 w 10"/>
                  <a:gd name="T11" fmla="*/ 2 h 22"/>
                  <a:gd name="T12" fmla="*/ 7 w 10"/>
                  <a:gd name="T13" fmla="*/ 5 h 22"/>
                  <a:gd name="T14" fmla="*/ 9 w 10"/>
                  <a:gd name="T15" fmla="*/ 8 h 22"/>
                  <a:gd name="T16" fmla="*/ 10 w 10"/>
                  <a:gd name="T17" fmla="*/ 12 h 22"/>
                  <a:gd name="T18" fmla="*/ 10 w 10"/>
                  <a:gd name="T19" fmla="*/ 17 h 22"/>
                  <a:gd name="T20" fmla="*/ 9 w 10"/>
                  <a:gd name="T21" fmla="*/ 21 h 22"/>
                  <a:gd name="T22" fmla="*/ 7 w 10"/>
                  <a:gd name="T23" fmla="*/ 22 h 22"/>
                  <a:gd name="T24" fmla="*/ 4 w 10"/>
                  <a:gd name="T25" fmla="*/ 21 h 22"/>
                  <a:gd name="T26" fmla="*/ 1 w 10"/>
                  <a:gd name="T27" fmla="*/ 17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" h="22">
                    <a:moveTo>
                      <a:pt x="1" y="17"/>
                    </a:moveTo>
                    <a:cubicBezTo>
                      <a:pt x="0" y="14"/>
                      <a:pt x="1" y="11"/>
                      <a:pt x="1" y="8"/>
                    </a:cubicBezTo>
                    <a:cubicBezTo>
                      <a:pt x="1" y="6"/>
                      <a:pt x="2" y="4"/>
                      <a:pt x="2" y="2"/>
                    </a:cubicBezTo>
                    <a:cubicBezTo>
                      <a:pt x="2" y="2"/>
                      <a:pt x="2" y="1"/>
                      <a:pt x="2" y="1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4" y="1"/>
                      <a:pt x="4" y="1"/>
                      <a:pt x="5" y="2"/>
                    </a:cubicBezTo>
                    <a:cubicBezTo>
                      <a:pt x="5" y="5"/>
                      <a:pt x="6" y="5"/>
                      <a:pt x="7" y="5"/>
                    </a:cubicBezTo>
                    <a:cubicBezTo>
                      <a:pt x="7" y="6"/>
                      <a:pt x="8" y="7"/>
                      <a:pt x="9" y="8"/>
                    </a:cubicBezTo>
                    <a:cubicBezTo>
                      <a:pt x="9" y="9"/>
                      <a:pt x="10" y="11"/>
                      <a:pt x="10" y="12"/>
                    </a:cubicBezTo>
                    <a:cubicBezTo>
                      <a:pt x="10" y="14"/>
                      <a:pt x="10" y="16"/>
                      <a:pt x="10" y="17"/>
                    </a:cubicBezTo>
                    <a:cubicBezTo>
                      <a:pt x="10" y="19"/>
                      <a:pt x="9" y="21"/>
                      <a:pt x="9" y="21"/>
                    </a:cubicBezTo>
                    <a:cubicBezTo>
                      <a:pt x="8" y="22"/>
                      <a:pt x="7" y="22"/>
                      <a:pt x="7" y="22"/>
                    </a:cubicBezTo>
                    <a:cubicBezTo>
                      <a:pt x="6" y="22"/>
                      <a:pt x="5" y="21"/>
                      <a:pt x="4" y="21"/>
                    </a:cubicBezTo>
                    <a:cubicBezTo>
                      <a:pt x="3" y="19"/>
                      <a:pt x="1" y="18"/>
                      <a:pt x="1" y="1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41" name="íşļîḍè"/>
              <p:cNvSpPr/>
              <p:nvPr/>
            </p:nvSpPr>
            <p:spPr bwMode="auto">
              <a:xfrm>
                <a:off x="5472113" y="3132138"/>
                <a:ext cx="401638" cy="388938"/>
              </a:xfrm>
              <a:custGeom>
                <a:avLst/>
                <a:gdLst>
                  <a:gd name="T0" fmla="*/ 32 w 75"/>
                  <a:gd name="T1" fmla="*/ 71 h 72"/>
                  <a:gd name="T2" fmla="*/ 25 w 75"/>
                  <a:gd name="T3" fmla="*/ 68 h 72"/>
                  <a:gd name="T4" fmla="*/ 28 w 75"/>
                  <a:gd name="T5" fmla="*/ 65 h 72"/>
                  <a:gd name="T6" fmla="*/ 40 w 75"/>
                  <a:gd name="T7" fmla="*/ 61 h 72"/>
                  <a:gd name="T8" fmla="*/ 43 w 75"/>
                  <a:gd name="T9" fmla="*/ 61 h 72"/>
                  <a:gd name="T10" fmla="*/ 47 w 75"/>
                  <a:gd name="T11" fmla="*/ 63 h 72"/>
                  <a:gd name="T12" fmla="*/ 51 w 75"/>
                  <a:gd name="T13" fmla="*/ 53 h 72"/>
                  <a:gd name="T14" fmla="*/ 58 w 75"/>
                  <a:gd name="T15" fmla="*/ 40 h 72"/>
                  <a:gd name="T16" fmla="*/ 62 w 75"/>
                  <a:gd name="T17" fmla="*/ 33 h 72"/>
                  <a:gd name="T18" fmla="*/ 59 w 75"/>
                  <a:gd name="T19" fmla="*/ 32 h 72"/>
                  <a:gd name="T20" fmla="*/ 56 w 75"/>
                  <a:gd name="T21" fmla="*/ 33 h 72"/>
                  <a:gd name="T22" fmla="*/ 48 w 75"/>
                  <a:gd name="T23" fmla="*/ 40 h 72"/>
                  <a:gd name="T24" fmla="*/ 47 w 75"/>
                  <a:gd name="T25" fmla="*/ 45 h 72"/>
                  <a:gd name="T26" fmla="*/ 43 w 75"/>
                  <a:gd name="T27" fmla="*/ 49 h 72"/>
                  <a:gd name="T28" fmla="*/ 41 w 75"/>
                  <a:gd name="T29" fmla="*/ 44 h 72"/>
                  <a:gd name="T30" fmla="*/ 36 w 75"/>
                  <a:gd name="T31" fmla="*/ 45 h 72"/>
                  <a:gd name="T32" fmla="*/ 31 w 75"/>
                  <a:gd name="T33" fmla="*/ 49 h 72"/>
                  <a:gd name="T34" fmla="*/ 29 w 75"/>
                  <a:gd name="T35" fmla="*/ 52 h 72"/>
                  <a:gd name="T36" fmla="*/ 27 w 75"/>
                  <a:gd name="T37" fmla="*/ 58 h 72"/>
                  <a:gd name="T38" fmla="*/ 24 w 75"/>
                  <a:gd name="T39" fmla="*/ 60 h 72"/>
                  <a:gd name="T40" fmla="*/ 24 w 75"/>
                  <a:gd name="T41" fmla="*/ 53 h 72"/>
                  <a:gd name="T42" fmla="*/ 22 w 75"/>
                  <a:gd name="T43" fmla="*/ 52 h 72"/>
                  <a:gd name="T44" fmla="*/ 20 w 75"/>
                  <a:gd name="T45" fmla="*/ 53 h 72"/>
                  <a:gd name="T46" fmla="*/ 10 w 75"/>
                  <a:gd name="T47" fmla="*/ 69 h 72"/>
                  <a:gd name="T48" fmla="*/ 4 w 75"/>
                  <a:gd name="T49" fmla="*/ 71 h 72"/>
                  <a:gd name="T50" fmla="*/ 1 w 75"/>
                  <a:gd name="T51" fmla="*/ 69 h 72"/>
                  <a:gd name="T52" fmla="*/ 0 w 75"/>
                  <a:gd name="T53" fmla="*/ 65 h 72"/>
                  <a:gd name="T54" fmla="*/ 2 w 75"/>
                  <a:gd name="T55" fmla="*/ 57 h 72"/>
                  <a:gd name="T56" fmla="*/ 6 w 75"/>
                  <a:gd name="T57" fmla="*/ 59 h 72"/>
                  <a:gd name="T58" fmla="*/ 13 w 75"/>
                  <a:gd name="T59" fmla="*/ 55 h 72"/>
                  <a:gd name="T60" fmla="*/ 21 w 75"/>
                  <a:gd name="T61" fmla="*/ 47 h 72"/>
                  <a:gd name="T62" fmla="*/ 28 w 75"/>
                  <a:gd name="T63" fmla="*/ 40 h 72"/>
                  <a:gd name="T64" fmla="*/ 27 w 75"/>
                  <a:gd name="T65" fmla="*/ 31 h 72"/>
                  <a:gd name="T66" fmla="*/ 28 w 75"/>
                  <a:gd name="T67" fmla="*/ 28 h 72"/>
                  <a:gd name="T68" fmla="*/ 33 w 75"/>
                  <a:gd name="T69" fmla="*/ 23 h 72"/>
                  <a:gd name="T70" fmla="*/ 32 w 75"/>
                  <a:gd name="T71" fmla="*/ 20 h 72"/>
                  <a:gd name="T72" fmla="*/ 26 w 75"/>
                  <a:gd name="T73" fmla="*/ 14 h 72"/>
                  <a:gd name="T74" fmla="*/ 41 w 75"/>
                  <a:gd name="T75" fmla="*/ 13 h 72"/>
                  <a:gd name="T76" fmla="*/ 52 w 75"/>
                  <a:gd name="T77" fmla="*/ 7 h 72"/>
                  <a:gd name="T78" fmla="*/ 61 w 75"/>
                  <a:gd name="T79" fmla="*/ 2 h 72"/>
                  <a:gd name="T80" fmla="*/ 66 w 75"/>
                  <a:gd name="T81" fmla="*/ 2 h 72"/>
                  <a:gd name="T82" fmla="*/ 67 w 75"/>
                  <a:gd name="T83" fmla="*/ 9 h 72"/>
                  <a:gd name="T84" fmla="*/ 51 w 75"/>
                  <a:gd name="T85" fmla="*/ 18 h 72"/>
                  <a:gd name="T86" fmla="*/ 52 w 75"/>
                  <a:gd name="T87" fmla="*/ 22 h 72"/>
                  <a:gd name="T88" fmla="*/ 56 w 75"/>
                  <a:gd name="T89" fmla="*/ 28 h 72"/>
                  <a:gd name="T90" fmla="*/ 68 w 75"/>
                  <a:gd name="T91" fmla="*/ 22 h 72"/>
                  <a:gd name="T92" fmla="*/ 74 w 75"/>
                  <a:gd name="T93" fmla="*/ 25 h 72"/>
                  <a:gd name="T94" fmla="*/ 74 w 75"/>
                  <a:gd name="T95" fmla="*/ 31 h 72"/>
                  <a:gd name="T96" fmla="*/ 69 w 75"/>
                  <a:gd name="T97" fmla="*/ 40 h 72"/>
                  <a:gd name="T98" fmla="*/ 62 w 75"/>
                  <a:gd name="T99" fmla="*/ 55 h 72"/>
                  <a:gd name="T100" fmla="*/ 57 w 75"/>
                  <a:gd name="T101" fmla="*/ 68 h 72"/>
                  <a:gd name="T102" fmla="*/ 53 w 75"/>
                  <a:gd name="T103" fmla="*/ 71 h 72"/>
                  <a:gd name="T104" fmla="*/ 46 w 75"/>
                  <a:gd name="T105" fmla="*/ 67 h 72"/>
                  <a:gd name="T106" fmla="*/ 40 w 75"/>
                  <a:gd name="T107" fmla="*/ 68 h 72"/>
                  <a:gd name="T108" fmla="*/ 30 w 75"/>
                  <a:gd name="T109" fmla="*/ 29 h 72"/>
                  <a:gd name="T110" fmla="*/ 34 w 75"/>
                  <a:gd name="T111" fmla="*/ 37 h 72"/>
                  <a:gd name="T112" fmla="*/ 45 w 75"/>
                  <a:gd name="T113" fmla="*/ 32 h 72"/>
                  <a:gd name="T114" fmla="*/ 46 w 75"/>
                  <a:gd name="T115" fmla="*/ 24 h 72"/>
                  <a:gd name="T116" fmla="*/ 38 w 75"/>
                  <a:gd name="T117" fmla="*/ 24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75" h="72">
                    <a:moveTo>
                      <a:pt x="40" y="70"/>
                    </a:moveTo>
                    <a:cubicBezTo>
                      <a:pt x="39" y="71"/>
                      <a:pt x="38" y="71"/>
                      <a:pt x="37" y="71"/>
                    </a:cubicBezTo>
                    <a:cubicBezTo>
                      <a:pt x="36" y="71"/>
                      <a:pt x="33" y="71"/>
                      <a:pt x="32" y="71"/>
                    </a:cubicBezTo>
                    <a:cubicBezTo>
                      <a:pt x="30" y="71"/>
                      <a:pt x="29" y="71"/>
                      <a:pt x="28" y="70"/>
                    </a:cubicBezTo>
                    <a:cubicBezTo>
                      <a:pt x="26" y="70"/>
                      <a:pt x="25" y="70"/>
                      <a:pt x="25" y="70"/>
                    </a:cubicBezTo>
                    <a:cubicBezTo>
                      <a:pt x="25" y="69"/>
                      <a:pt x="25" y="69"/>
                      <a:pt x="25" y="68"/>
                    </a:cubicBezTo>
                    <a:cubicBezTo>
                      <a:pt x="25" y="68"/>
                      <a:pt x="25" y="67"/>
                      <a:pt x="25" y="67"/>
                    </a:cubicBezTo>
                    <a:cubicBezTo>
                      <a:pt x="26" y="67"/>
                      <a:pt x="26" y="66"/>
                      <a:pt x="26" y="66"/>
                    </a:cubicBezTo>
                    <a:cubicBezTo>
                      <a:pt x="27" y="66"/>
                      <a:pt x="27" y="65"/>
                      <a:pt x="28" y="65"/>
                    </a:cubicBezTo>
                    <a:cubicBezTo>
                      <a:pt x="30" y="64"/>
                      <a:pt x="36" y="62"/>
                      <a:pt x="35" y="62"/>
                    </a:cubicBezTo>
                    <a:cubicBezTo>
                      <a:pt x="34" y="62"/>
                      <a:pt x="37" y="62"/>
                      <a:pt x="37" y="62"/>
                    </a:cubicBezTo>
                    <a:cubicBezTo>
                      <a:pt x="38" y="61"/>
                      <a:pt x="40" y="61"/>
                      <a:pt x="40" y="61"/>
                    </a:cubicBezTo>
                    <a:cubicBezTo>
                      <a:pt x="40" y="61"/>
                      <a:pt x="41" y="60"/>
                      <a:pt x="41" y="60"/>
                    </a:cubicBezTo>
                    <a:cubicBezTo>
                      <a:pt x="42" y="60"/>
                      <a:pt x="42" y="61"/>
                      <a:pt x="42" y="61"/>
                    </a:cubicBezTo>
                    <a:cubicBezTo>
                      <a:pt x="43" y="61"/>
                      <a:pt x="43" y="61"/>
                      <a:pt x="43" y="61"/>
                    </a:cubicBezTo>
                    <a:cubicBezTo>
                      <a:pt x="44" y="61"/>
                      <a:pt x="44" y="61"/>
                      <a:pt x="45" y="62"/>
                    </a:cubicBezTo>
                    <a:cubicBezTo>
                      <a:pt x="45" y="62"/>
                      <a:pt x="46" y="62"/>
                      <a:pt x="46" y="63"/>
                    </a:cubicBezTo>
                    <a:cubicBezTo>
                      <a:pt x="47" y="63"/>
                      <a:pt x="47" y="63"/>
                      <a:pt x="47" y="63"/>
                    </a:cubicBezTo>
                    <a:cubicBezTo>
                      <a:pt x="48" y="63"/>
                      <a:pt x="50" y="62"/>
                      <a:pt x="50" y="61"/>
                    </a:cubicBezTo>
                    <a:cubicBezTo>
                      <a:pt x="51" y="60"/>
                      <a:pt x="51" y="60"/>
                      <a:pt x="51" y="58"/>
                    </a:cubicBezTo>
                    <a:cubicBezTo>
                      <a:pt x="51" y="56"/>
                      <a:pt x="51" y="55"/>
                      <a:pt x="51" y="53"/>
                    </a:cubicBezTo>
                    <a:cubicBezTo>
                      <a:pt x="52" y="51"/>
                      <a:pt x="53" y="48"/>
                      <a:pt x="54" y="48"/>
                    </a:cubicBezTo>
                    <a:cubicBezTo>
                      <a:pt x="54" y="48"/>
                      <a:pt x="55" y="46"/>
                      <a:pt x="55" y="45"/>
                    </a:cubicBezTo>
                    <a:cubicBezTo>
                      <a:pt x="56" y="43"/>
                      <a:pt x="57" y="41"/>
                      <a:pt x="58" y="40"/>
                    </a:cubicBezTo>
                    <a:cubicBezTo>
                      <a:pt x="58" y="39"/>
                      <a:pt x="59" y="38"/>
                      <a:pt x="59" y="38"/>
                    </a:cubicBezTo>
                    <a:cubicBezTo>
                      <a:pt x="60" y="37"/>
                      <a:pt x="61" y="36"/>
                      <a:pt x="61" y="35"/>
                    </a:cubicBezTo>
                    <a:cubicBezTo>
                      <a:pt x="62" y="34"/>
                      <a:pt x="62" y="33"/>
                      <a:pt x="62" y="33"/>
                    </a:cubicBezTo>
                    <a:cubicBezTo>
                      <a:pt x="62" y="33"/>
                      <a:pt x="62" y="32"/>
                      <a:pt x="62" y="32"/>
                    </a:cubicBezTo>
                    <a:cubicBezTo>
                      <a:pt x="62" y="32"/>
                      <a:pt x="61" y="31"/>
                      <a:pt x="61" y="31"/>
                    </a:cubicBezTo>
                    <a:cubicBezTo>
                      <a:pt x="61" y="31"/>
                      <a:pt x="59" y="31"/>
                      <a:pt x="59" y="32"/>
                    </a:cubicBezTo>
                    <a:cubicBezTo>
                      <a:pt x="58" y="32"/>
                      <a:pt x="58" y="32"/>
                      <a:pt x="58" y="32"/>
                    </a:cubicBezTo>
                    <a:cubicBezTo>
                      <a:pt x="58" y="32"/>
                      <a:pt x="56" y="33"/>
                      <a:pt x="57" y="33"/>
                    </a:cubicBezTo>
                    <a:cubicBezTo>
                      <a:pt x="59" y="32"/>
                      <a:pt x="58" y="32"/>
                      <a:pt x="56" y="33"/>
                    </a:cubicBezTo>
                    <a:cubicBezTo>
                      <a:pt x="56" y="33"/>
                      <a:pt x="55" y="34"/>
                      <a:pt x="54" y="34"/>
                    </a:cubicBezTo>
                    <a:cubicBezTo>
                      <a:pt x="53" y="34"/>
                      <a:pt x="52" y="36"/>
                      <a:pt x="51" y="37"/>
                    </a:cubicBezTo>
                    <a:cubicBezTo>
                      <a:pt x="50" y="38"/>
                      <a:pt x="49" y="39"/>
                      <a:pt x="48" y="40"/>
                    </a:cubicBezTo>
                    <a:cubicBezTo>
                      <a:pt x="48" y="41"/>
                      <a:pt x="47" y="41"/>
                      <a:pt x="47" y="41"/>
                    </a:cubicBezTo>
                    <a:cubicBezTo>
                      <a:pt x="47" y="41"/>
                      <a:pt x="47" y="42"/>
                      <a:pt x="47" y="42"/>
                    </a:cubicBezTo>
                    <a:cubicBezTo>
                      <a:pt x="47" y="43"/>
                      <a:pt x="47" y="44"/>
                      <a:pt x="47" y="45"/>
                    </a:cubicBezTo>
                    <a:cubicBezTo>
                      <a:pt x="47" y="45"/>
                      <a:pt x="46" y="45"/>
                      <a:pt x="46" y="46"/>
                    </a:cubicBezTo>
                    <a:cubicBezTo>
                      <a:pt x="46" y="48"/>
                      <a:pt x="45" y="48"/>
                      <a:pt x="45" y="49"/>
                    </a:cubicBezTo>
                    <a:cubicBezTo>
                      <a:pt x="44" y="49"/>
                      <a:pt x="43" y="49"/>
                      <a:pt x="43" y="49"/>
                    </a:cubicBezTo>
                    <a:cubicBezTo>
                      <a:pt x="42" y="49"/>
                      <a:pt x="41" y="48"/>
                      <a:pt x="41" y="47"/>
                    </a:cubicBezTo>
                    <a:cubicBezTo>
                      <a:pt x="41" y="47"/>
                      <a:pt x="41" y="46"/>
                      <a:pt x="41" y="45"/>
                    </a:cubicBezTo>
                    <a:cubicBezTo>
                      <a:pt x="41" y="45"/>
                      <a:pt x="41" y="44"/>
                      <a:pt x="41" y="44"/>
                    </a:cubicBezTo>
                    <a:cubicBezTo>
                      <a:pt x="40" y="43"/>
                      <a:pt x="40" y="42"/>
                      <a:pt x="39" y="42"/>
                    </a:cubicBezTo>
                    <a:cubicBezTo>
                      <a:pt x="38" y="43"/>
                      <a:pt x="37" y="44"/>
                      <a:pt x="36" y="44"/>
                    </a:cubicBezTo>
                    <a:cubicBezTo>
                      <a:pt x="36" y="44"/>
                      <a:pt x="36" y="44"/>
                      <a:pt x="36" y="45"/>
                    </a:cubicBezTo>
                    <a:cubicBezTo>
                      <a:pt x="35" y="45"/>
                      <a:pt x="35" y="45"/>
                      <a:pt x="34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3" y="47"/>
                      <a:pt x="32" y="49"/>
                      <a:pt x="31" y="49"/>
                    </a:cubicBezTo>
                    <a:cubicBezTo>
                      <a:pt x="31" y="50"/>
                      <a:pt x="31" y="50"/>
                      <a:pt x="31" y="50"/>
                    </a:cubicBezTo>
                    <a:cubicBezTo>
                      <a:pt x="30" y="51"/>
                      <a:pt x="30" y="51"/>
                      <a:pt x="30" y="51"/>
                    </a:cubicBezTo>
                    <a:cubicBezTo>
                      <a:pt x="30" y="52"/>
                      <a:pt x="30" y="52"/>
                      <a:pt x="29" y="52"/>
                    </a:cubicBezTo>
                    <a:cubicBezTo>
                      <a:pt x="29" y="53"/>
                      <a:pt x="28" y="54"/>
                      <a:pt x="28" y="54"/>
                    </a:cubicBezTo>
                    <a:cubicBezTo>
                      <a:pt x="28" y="55"/>
                      <a:pt x="28" y="56"/>
                      <a:pt x="28" y="56"/>
                    </a:cubicBezTo>
                    <a:cubicBezTo>
                      <a:pt x="27" y="57"/>
                      <a:pt x="27" y="58"/>
                      <a:pt x="27" y="58"/>
                    </a:cubicBezTo>
                    <a:cubicBezTo>
                      <a:pt x="26" y="59"/>
                      <a:pt x="26" y="59"/>
                      <a:pt x="26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4" y="60"/>
                      <a:pt x="24" y="60"/>
                      <a:pt x="24" y="60"/>
                    </a:cubicBezTo>
                    <a:cubicBezTo>
                      <a:pt x="24" y="60"/>
                      <a:pt x="24" y="59"/>
                      <a:pt x="24" y="59"/>
                    </a:cubicBezTo>
                    <a:cubicBezTo>
                      <a:pt x="24" y="57"/>
                      <a:pt x="23" y="56"/>
                      <a:pt x="23" y="55"/>
                    </a:cubicBezTo>
                    <a:cubicBezTo>
                      <a:pt x="23" y="55"/>
                      <a:pt x="24" y="53"/>
                      <a:pt x="24" y="53"/>
                    </a:cubicBezTo>
                    <a:cubicBezTo>
                      <a:pt x="23" y="52"/>
                      <a:pt x="23" y="52"/>
                      <a:pt x="23" y="52"/>
                    </a:cubicBezTo>
                    <a:cubicBezTo>
                      <a:pt x="23" y="52"/>
                      <a:pt x="23" y="52"/>
                      <a:pt x="23" y="52"/>
                    </a:cubicBezTo>
                    <a:cubicBezTo>
                      <a:pt x="23" y="52"/>
                      <a:pt x="23" y="52"/>
                      <a:pt x="22" y="52"/>
                    </a:cubicBezTo>
                    <a:cubicBezTo>
                      <a:pt x="22" y="52"/>
                      <a:pt x="22" y="52"/>
                      <a:pt x="22" y="52"/>
                    </a:cubicBezTo>
                    <a:cubicBezTo>
                      <a:pt x="22" y="52"/>
                      <a:pt x="21" y="52"/>
                      <a:pt x="21" y="52"/>
                    </a:cubicBezTo>
                    <a:cubicBezTo>
                      <a:pt x="21" y="53"/>
                      <a:pt x="20" y="53"/>
                      <a:pt x="20" y="53"/>
                    </a:cubicBezTo>
                    <a:cubicBezTo>
                      <a:pt x="19" y="54"/>
                      <a:pt x="17" y="56"/>
                      <a:pt x="17" y="56"/>
                    </a:cubicBezTo>
                    <a:cubicBezTo>
                      <a:pt x="15" y="58"/>
                      <a:pt x="13" y="62"/>
                      <a:pt x="12" y="64"/>
                    </a:cubicBezTo>
                    <a:cubicBezTo>
                      <a:pt x="12" y="66"/>
                      <a:pt x="11" y="67"/>
                      <a:pt x="10" y="69"/>
                    </a:cubicBezTo>
                    <a:cubicBezTo>
                      <a:pt x="10" y="70"/>
                      <a:pt x="10" y="71"/>
                      <a:pt x="9" y="71"/>
                    </a:cubicBezTo>
                    <a:cubicBezTo>
                      <a:pt x="8" y="72"/>
                      <a:pt x="7" y="71"/>
                      <a:pt x="6" y="71"/>
                    </a:cubicBezTo>
                    <a:cubicBezTo>
                      <a:pt x="5" y="71"/>
                      <a:pt x="4" y="71"/>
                      <a:pt x="4" y="71"/>
                    </a:cubicBezTo>
                    <a:cubicBezTo>
                      <a:pt x="3" y="71"/>
                      <a:pt x="3" y="71"/>
                      <a:pt x="3" y="71"/>
                    </a:cubicBezTo>
                    <a:cubicBezTo>
                      <a:pt x="3" y="70"/>
                      <a:pt x="2" y="70"/>
                      <a:pt x="2" y="70"/>
                    </a:cubicBezTo>
                    <a:cubicBezTo>
                      <a:pt x="2" y="70"/>
                      <a:pt x="1" y="70"/>
                      <a:pt x="1" y="69"/>
                    </a:cubicBezTo>
                    <a:cubicBezTo>
                      <a:pt x="1" y="69"/>
                      <a:pt x="0" y="69"/>
                      <a:pt x="0" y="69"/>
                    </a:cubicBezTo>
                    <a:cubicBezTo>
                      <a:pt x="0" y="69"/>
                      <a:pt x="0" y="69"/>
                      <a:pt x="0" y="68"/>
                    </a:cubicBezTo>
                    <a:cubicBezTo>
                      <a:pt x="0" y="68"/>
                      <a:pt x="0" y="66"/>
                      <a:pt x="0" y="65"/>
                    </a:cubicBezTo>
                    <a:cubicBezTo>
                      <a:pt x="0" y="65"/>
                      <a:pt x="1" y="62"/>
                      <a:pt x="1" y="60"/>
                    </a:cubicBezTo>
                    <a:cubicBezTo>
                      <a:pt x="1" y="60"/>
                      <a:pt x="1" y="59"/>
                      <a:pt x="1" y="58"/>
                    </a:cubicBezTo>
                    <a:cubicBezTo>
                      <a:pt x="1" y="57"/>
                      <a:pt x="0" y="57"/>
                      <a:pt x="2" y="57"/>
                    </a:cubicBezTo>
                    <a:cubicBezTo>
                      <a:pt x="3" y="57"/>
                      <a:pt x="3" y="58"/>
                      <a:pt x="4" y="58"/>
                    </a:cubicBezTo>
                    <a:cubicBezTo>
                      <a:pt x="4" y="58"/>
                      <a:pt x="5" y="59"/>
                      <a:pt x="5" y="59"/>
                    </a:cubicBezTo>
                    <a:cubicBezTo>
                      <a:pt x="6" y="59"/>
                      <a:pt x="6" y="59"/>
                      <a:pt x="6" y="59"/>
                    </a:cubicBezTo>
                    <a:cubicBezTo>
                      <a:pt x="7" y="59"/>
                      <a:pt x="7" y="59"/>
                      <a:pt x="7" y="59"/>
                    </a:cubicBezTo>
                    <a:cubicBezTo>
                      <a:pt x="8" y="59"/>
                      <a:pt x="10" y="57"/>
                      <a:pt x="10" y="56"/>
                    </a:cubicBezTo>
                    <a:cubicBezTo>
                      <a:pt x="10" y="56"/>
                      <a:pt x="12" y="55"/>
                      <a:pt x="13" y="55"/>
                    </a:cubicBezTo>
                    <a:cubicBezTo>
                      <a:pt x="15" y="53"/>
                      <a:pt x="17" y="50"/>
                      <a:pt x="17" y="50"/>
                    </a:cubicBezTo>
                    <a:cubicBezTo>
                      <a:pt x="18" y="49"/>
                      <a:pt x="19" y="48"/>
                      <a:pt x="20" y="48"/>
                    </a:cubicBezTo>
                    <a:cubicBezTo>
                      <a:pt x="20" y="47"/>
                      <a:pt x="21" y="47"/>
                      <a:pt x="21" y="47"/>
                    </a:cubicBezTo>
                    <a:cubicBezTo>
                      <a:pt x="21" y="47"/>
                      <a:pt x="24" y="44"/>
                      <a:pt x="25" y="43"/>
                    </a:cubicBezTo>
                    <a:cubicBezTo>
                      <a:pt x="26" y="42"/>
                      <a:pt x="27" y="42"/>
                      <a:pt x="27" y="41"/>
                    </a:cubicBezTo>
                    <a:cubicBezTo>
                      <a:pt x="27" y="41"/>
                      <a:pt x="27" y="41"/>
                      <a:pt x="28" y="40"/>
                    </a:cubicBezTo>
                    <a:cubicBezTo>
                      <a:pt x="28" y="39"/>
                      <a:pt x="28" y="38"/>
                      <a:pt x="28" y="37"/>
                    </a:cubicBezTo>
                    <a:cubicBezTo>
                      <a:pt x="28" y="36"/>
                      <a:pt x="28" y="35"/>
                      <a:pt x="27" y="33"/>
                    </a:cubicBezTo>
                    <a:cubicBezTo>
                      <a:pt x="27" y="33"/>
                      <a:pt x="28" y="31"/>
                      <a:pt x="27" y="31"/>
                    </a:cubicBezTo>
                    <a:cubicBezTo>
                      <a:pt x="27" y="30"/>
                      <a:pt x="27" y="30"/>
                      <a:pt x="27" y="30"/>
                    </a:cubicBezTo>
                    <a:cubicBezTo>
                      <a:pt x="27" y="29"/>
                      <a:pt x="27" y="29"/>
                      <a:pt x="28" y="29"/>
                    </a:cubicBezTo>
                    <a:cubicBezTo>
                      <a:pt x="28" y="29"/>
                      <a:pt x="28" y="28"/>
                      <a:pt x="28" y="28"/>
                    </a:cubicBezTo>
                    <a:cubicBezTo>
                      <a:pt x="28" y="28"/>
                      <a:pt x="28" y="28"/>
                      <a:pt x="28" y="27"/>
                    </a:cubicBezTo>
                    <a:cubicBezTo>
                      <a:pt x="28" y="27"/>
                      <a:pt x="29" y="27"/>
                      <a:pt x="29" y="26"/>
                    </a:cubicBezTo>
                    <a:cubicBezTo>
                      <a:pt x="31" y="25"/>
                      <a:pt x="32" y="24"/>
                      <a:pt x="33" y="23"/>
                    </a:cubicBezTo>
                    <a:cubicBezTo>
                      <a:pt x="33" y="22"/>
                      <a:pt x="34" y="22"/>
                      <a:pt x="34" y="21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3" y="21"/>
                      <a:pt x="32" y="20"/>
                      <a:pt x="32" y="20"/>
                    </a:cubicBezTo>
                    <a:cubicBezTo>
                      <a:pt x="31" y="20"/>
                      <a:pt x="30" y="20"/>
                      <a:pt x="30" y="19"/>
                    </a:cubicBezTo>
                    <a:cubicBezTo>
                      <a:pt x="29" y="19"/>
                      <a:pt x="26" y="17"/>
                      <a:pt x="26" y="16"/>
                    </a:cubicBezTo>
                    <a:cubicBezTo>
                      <a:pt x="25" y="15"/>
                      <a:pt x="24" y="14"/>
                      <a:pt x="26" y="14"/>
                    </a:cubicBezTo>
                    <a:cubicBezTo>
                      <a:pt x="27" y="14"/>
                      <a:pt x="31" y="14"/>
                      <a:pt x="33" y="15"/>
                    </a:cubicBezTo>
                    <a:cubicBezTo>
                      <a:pt x="35" y="14"/>
                      <a:pt x="35" y="15"/>
                      <a:pt x="37" y="14"/>
                    </a:cubicBezTo>
                    <a:cubicBezTo>
                      <a:pt x="37" y="14"/>
                      <a:pt x="40" y="13"/>
                      <a:pt x="41" y="13"/>
                    </a:cubicBezTo>
                    <a:cubicBezTo>
                      <a:pt x="43" y="12"/>
                      <a:pt x="45" y="11"/>
                      <a:pt x="47" y="10"/>
                    </a:cubicBezTo>
                    <a:cubicBezTo>
                      <a:pt x="48" y="10"/>
                      <a:pt x="50" y="9"/>
                      <a:pt x="51" y="8"/>
                    </a:cubicBezTo>
                    <a:cubicBezTo>
                      <a:pt x="51" y="8"/>
                      <a:pt x="52" y="8"/>
                      <a:pt x="52" y="7"/>
                    </a:cubicBezTo>
                    <a:cubicBezTo>
                      <a:pt x="53" y="7"/>
                      <a:pt x="54" y="7"/>
                      <a:pt x="54" y="6"/>
                    </a:cubicBezTo>
                    <a:cubicBezTo>
                      <a:pt x="56" y="5"/>
                      <a:pt x="57" y="5"/>
                      <a:pt x="59" y="4"/>
                    </a:cubicBezTo>
                    <a:cubicBezTo>
                      <a:pt x="59" y="3"/>
                      <a:pt x="60" y="3"/>
                      <a:pt x="61" y="2"/>
                    </a:cubicBezTo>
                    <a:cubicBezTo>
                      <a:pt x="61" y="2"/>
                      <a:pt x="63" y="1"/>
                      <a:pt x="63" y="1"/>
                    </a:cubicBezTo>
                    <a:cubicBezTo>
                      <a:pt x="64" y="0"/>
                      <a:pt x="64" y="1"/>
                      <a:pt x="65" y="1"/>
                    </a:cubicBezTo>
                    <a:cubicBezTo>
                      <a:pt x="65" y="1"/>
                      <a:pt x="66" y="1"/>
                      <a:pt x="66" y="2"/>
                    </a:cubicBezTo>
                    <a:cubicBezTo>
                      <a:pt x="66" y="2"/>
                      <a:pt x="67" y="3"/>
                      <a:pt x="68" y="3"/>
                    </a:cubicBezTo>
                    <a:cubicBezTo>
                      <a:pt x="68" y="4"/>
                      <a:pt x="68" y="5"/>
                      <a:pt x="68" y="6"/>
                    </a:cubicBezTo>
                    <a:cubicBezTo>
                      <a:pt x="68" y="6"/>
                      <a:pt x="68" y="8"/>
                      <a:pt x="67" y="9"/>
                    </a:cubicBezTo>
                    <a:cubicBezTo>
                      <a:pt x="66" y="9"/>
                      <a:pt x="65" y="10"/>
                      <a:pt x="63" y="10"/>
                    </a:cubicBezTo>
                    <a:cubicBezTo>
                      <a:pt x="62" y="11"/>
                      <a:pt x="61" y="12"/>
                      <a:pt x="60" y="12"/>
                    </a:cubicBezTo>
                    <a:cubicBezTo>
                      <a:pt x="56" y="14"/>
                      <a:pt x="53" y="16"/>
                      <a:pt x="51" y="18"/>
                    </a:cubicBezTo>
                    <a:cubicBezTo>
                      <a:pt x="50" y="18"/>
                      <a:pt x="50" y="18"/>
                      <a:pt x="50" y="19"/>
                    </a:cubicBezTo>
                    <a:cubicBezTo>
                      <a:pt x="50" y="19"/>
                      <a:pt x="50" y="20"/>
                      <a:pt x="50" y="20"/>
                    </a:cubicBezTo>
                    <a:cubicBezTo>
                      <a:pt x="51" y="21"/>
                      <a:pt x="52" y="21"/>
                      <a:pt x="52" y="22"/>
                    </a:cubicBezTo>
                    <a:cubicBezTo>
                      <a:pt x="53" y="24"/>
                      <a:pt x="52" y="26"/>
                      <a:pt x="52" y="27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5" y="29"/>
                      <a:pt x="55" y="29"/>
                      <a:pt x="56" y="28"/>
                    </a:cubicBezTo>
                    <a:cubicBezTo>
                      <a:pt x="58" y="27"/>
                      <a:pt x="60" y="27"/>
                      <a:pt x="62" y="26"/>
                    </a:cubicBezTo>
                    <a:cubicBezTo>
                      <a:pt x="63" y="25"/>
                      <a:pt x="66" y="23"/>
                      <a:pt x="66" y="23"/>
                    </a:cubicBezTo>
                    <a:cubicBezTo>
                      <a:pt x="66" y="23"/>
                      <a:pt x="67" y="22"/>
                      <a:pt x="68" y="22"/>
                    </a:cubicBezTo>
                    <a:cubicBezTo>
                      <a:pt x="68" y="22"/>
                      <a:pt x="69" y="22"/>
                      <a:pt x="69" y="22"/>
                    </a:cubicBezTo>
                    <a:cubicBezTo>
                      <a:pt x="70" y="22"/>
                      <a:pt x="71" y="23"/>
                      <a:pt x="72" y="23"/>
                    </a:cubicBezTo>
                    <a:cubicBezTo>
                      <a:pt x="73" y="24"/>
                      <a:pt x="74" y="24"/>
                      <a:pt x="74" y="25"/>
                    </a:cubicBezTo>
                    <a:cubicBezTo>
                      <a:pt x="75" y="26"/>
                      <a:pt x="75" y="26"/>
                      <a:pt x="75" y="26"/>
                    </a:cubicBezTo>
                    <a:cubicBezTo>
                      <a:pt x="75" y="27"/>
                      <a:pt x="75" y="29"/>
                      <a:pt x="74" y="30"/>
                    </a:cubicBezTo>
                    <a:cubicBezTo>
                      <a:pt x="74" y="30"/>
                      <a:pt x="74" y="31"/>
                      <a:pt x="74" y="31"/>
                    </a:cubicBezTo>
                    <a:cubicBezTo>
                      <a:pt x="72" y="33"/>
                      <a:pt x="72" y="34"/>
                      <a:pt x="71" y="35"/>
                    </a:cubicBezTo>
                    <a:cubicBezTo>
                      <a:pt x="71" y="36"/>
                      <a:pt x="71" y="36"/>
                      <a:pt x="70" y="37"/>
                    </a:cubicBezTo>
                    <a:cubicBezTo>
                      <a:pt x="70" y="38"/>
                      <a:pt x="69" y="39"/>
                      <a:pt x="69" y="40"/>
                    </a:cubicBezTo>
                    <a:cubicBezTo>
                      <a:pt x="68" y="42"/>
                      <a:pt x="67" y="43"/>
                      <a:pt x="66" y="45"/>
                    </a:cubicBezTo>
                    <a:cubicBezTo>
                      <a:pt x="65" y="45"/>
                      <a:pt x="65" y="46"/>
                      <a:pt x="65" y="47"/>
                    </a:cubicBezTo>
                    <a:cubicBezTo>
                      <a:pt x="63" y="50"/>
                      <a:pt x="63" y="52"/>
                      <a:pt x="62" y="55"/>
                    </a:cubicBezTo>
                    <a:cubicBezTo>
                      <a:pt x="61" y="56"/>
                      <a:pt x="61" y="56"/>
                      <a:pt x="61" y="57"/>
                    </a:cubicBezTo>
                    <a:cubicBezTo>
                      <a:pt x="60" y="59"/>
                      <a:pt x="59" y="61"/>
                      <a:pt x="59" y="64"/>
                    </a:cubicBezTo>
                    <a:cubicBezTo>
                      <a:pt x="58" y="65"/>
                      <a:pt x="58" y="66"/>
                      <a:pt x="57" y="68"/>
                    </a:cubicBezTo>
                    <a:cubicBezTo>
                      <a:pt x="57" y="68"/>
                      <a:pt x="57" y="69"/>
                      <a:pt x="56" y="70"/>
                    </a:cubicBezTo>
                    <a:cubicBezTo>
                      <a:pt x="56" y="70"/>
                      <a:pt x="55" y="70"/>
                      <a:pt x="55" y="70"/>
                    </a:cubicBezTo>
                    <a:cubicBezTo>
                      <a:pt x="54" y="71"/>
                      <a:pt x="53" y="71"/>
                      <a:pt x="53" y="71"/>
                    </a:cubicBezTo>
                    <a:cubicBezTo>
                      <a:pt x="52" y="72"/>
                      <a:pt x="51" y="71"/>
                      <a:pt x="50" y="71"/>
                    </a:cubicBezTo>
                    <a:cubicBezTo>
                      <a:pt x="49" y="71"/>
                      <a:pt x="48" y="72"/>
                      <a:pt x="48" y="71"/>
                    </a:cubicBezTo>
                    <a:cubicBezTo>
                      <a:pt x="47" y="70"/>
                      <a:pt x="46" y="68"/>
                      <a:pt x="46" y="67"/>
                    </a:cubicBezTo>
                    <a:cubicBezTo>
                      <a:pt x="45" y="67"/>
                      <a:pt x="45" y="66"/>
                      <a:pt x="45" y="66"/>
                    </a:cubicBezTo>
                    <a:cubicBezTo>
                      <a:pt x="44" y="65"/>
                      <a:pt x="43" y="65"/>
                      <a:pt x="43" y="65"/>
                    </a:cubicBezTo>
                    <a:cubicBezTo>
                      <a:pt x="42" y="65"/>
                      <a:pt x="40" y="66"/>
                      <a:pt x="40" y="68"/>
                    </a:cubicBezTo>
                    <a:cubicBezTo>
                      <a:pt x="40" y="68"/>
                      <a:pt x="40" y="70"/>
                      <a:pt x="40" y="70"/>
                    </a:cubicBezTo>
                    <a:close/>
                    <a:moveTo>
                      <a:pt x="31" y="28"/>
                    </a:move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31"/>
                      <a:pt x="30" y="31"/>
                      <a:pt x="30" y="31"/>
                    </a:cubicBezTo>
                    <a:cubicBezTo>
                      <a:pt x="30" y="31"/>
                      <a:pt x="31" y="34"/>
                      <a:pt x="32" y="35"/>
                    </a:cubicBezTo>
                    <a:cubicBezTo>
                      <a:pt x="33" y="36"/>
                      <a:pt x="34" y="37"/>
                      <a:pt x="34" y="37"/>
                    </a:cubicBezTo>
                    <a:cubicBezTo>
                      <a:pt x="34" y="37"/>
                      <a:pt x="36" y="37"/>
                      <a:pt x="36" y="37"/>
                    </a:cubicBezTo>
                    <a:cubicBezTo>
                      <a:pt x="36" y="37"/>
                      <a:pt x="39" y="36"/>
                      <a:pt x="41" y="35"/>
                    </a:cubicBezTo>
                    <a:cubicBezTo>
                      <a:pt x="44" y="34"/>
                      <a:pt x="45" y="32"/>
                      <a:pt x="45" y="32"/>
                    </a:cubicBezTo>
                    <a:cubicBezTo>
                      <a:pt x="46" y="31"/>
                      <a:pt x="46" y="31"/>
                      <a:pt x="46" y="31"/>
                    </a:cubicBezTo>
                    <a:cubicBezTo>
                      <a:pt x="46" y="31"/>
                      <a:pt x="47" y="29"/>
                      <a:pt x="47" y="27"/>
                    </a:cubicBezTo>
                    <a:cubicBezTo>
                      <a:pt x="47" y="24"/>
                      <a:pt x="46" y="24"/>
                      <a:pt x="46" y="24"/>
                    </a:cubicBezTo>
                    <a:cubicBezTo>
                      <a:pt x="46" y="24"/>
                      <a:pt x="45" y="22"/>
                      <a:pt x="44" y="22"/>
                    </a:cubicBezTo>
                    <a:cubicBezTo>
                      <a:pt x="44" y="22"/>
                      <a:pt x="42" y="22"/>
                      <a:pt x="42" y="22"/>
                    </a:cubicBezTo>
                    <a:cubicBezTo>
                      <a:pt x="41" y="22"/>
                      <a:pt x="40" y="22"/>
                      <a:pt x="38" y="24"/>
                    </a:cubicBezTo>
                    <a:cubicBezTo>
                      <a:pt x="36" y="24"/>
                      <a:pt x="35" y="25"/>
                      <a:pt x="34" y="26"/>
                    </a:cubicBezTo>
                    <a:cubicBezTo>
                      <a:pt x="33" y="27"/>
                      <a:pt x="32" y="27"/>
                      <a:pt x="31" y="2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</p:grpSp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45434" y="3565096"/>
              <a:ext cx="1597290" cy="1591194"/>
            </a:xfrm>
            <a:prstGeom prst="rect">
              <a:avLst/>
            </a:prstGeom>
          </p:spPr>
        </p:pic>
      </p:grpSp>
      <p:sp>
        <p:nvSpPr>
          <p:cNvPr id="2" name="object 6">
            <a:extLst>
              <a:ext uri="{FF2B5EF4-FFF2-40B4-BE49-F238E27FC236}">
                <a16:creationId xmlns:a16="http://schemas.microsoft.com/office/drawing/2014/main" id="{29BC2E32-F3D9-B572-D482-555ECF3CD1EB}"/>
              </a:ext>
            </a:extLst>
          </p:cNvPr>
          <p:cNvSpPr/>
          <p:nvPr/>
        </p:nvSpPr>
        <p:spPr>
          <a:xfrm>
            <a:off x="6940295" y="251459"/>
            <a:ext cx="3188207" cy="47853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22181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FD06B3-877C-628C-9E20-11DC66483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9573" y="990600"/>
            <a:ext cx="6832854" cy="430887"/>
          </a:xfrm>
        </p:spPr>
        <p:txBody>
          <a:bodyPr/>
          <a:lstStyle/>
          <a:p>
            <a:pPr algn="ctr"/>
            <a:r>
              <a:rPr lang="en-US" altLang="zh-CN" sz="2800" dirty="0"/>
              <a:t>Main Function Modules</a:t>
            </a:r>
            <a:endParaRPr lang="zh-CN" altLang="en-US" sz="2800" dirty="0"/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80E98D3B-78A1-F8B0-62BB-146A8D241C87}"/>
              </a:ext>
            </a:extLst>
          </p:cNvPr>
          <p:cNvSpPr txBox="1">
            <a:spLocks/>
          </p:cNvSpPr>
          <p:nvPr/>
        </p:nvSpPr>
        <p:spPr>
          <a:xfrm>
            <a:off x="451338" y="88490"/>
            <a:ext cx="4730262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Arial Black" panose="020B0A04020102020204"/>
                <a:ea typeface="+mj-ea"/>
                <a:cs typeface="Arial Black" panose="020B0A04020102020204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 altLang="zh-CN" sz="2400" kern="0" spc="40" dirty="0">
                <a:solidFill>
                  <a:srgbClr val="404040"/>
                </a:solidFill>
              </a:rPr>
              <a:t>2. </a:t>
            </a:r>
            <a:r>
              <a:rPr lang="en-US" altLang="zh-CN" sz="2400" kern="0" spc="70" dirty="0">
                <a:solidFill>
                  <a:srgbClr val="404040"/>
                </a:solidFill>
              </a:rPr>
              <a:t>System Design &amp; Methodology</a:t>
            </a:r>
            <a:endParaRPr lang="en-US" sz="2400" kern="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361F800-6373-C854-B40C-9659BF884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1564"/>
            <a:ext cx="12192000" cy="382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173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DB4F0-4B78-E6EE-FEDE-7AB2B6F77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655DC0-7E6F-1181-9EE4-23749297C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9573" y="990600"/>
            <a:ext cx="6832854" cy="430887"/>
          </a:xfrm>
        </p:spPr>
        <p:txBody>
          <a:bodyPr/>
          <a:lstStyle/>
          <a:p>
            <a:pPr algn="ctr"/>
            <a:r>
              <a:rPr lang="en-US" altLang="zh-CN" sz="2800" dirty="0"/>
              <a:t>Background API &amp;</a:t>
            </a:r>
            <a:r>
              <a:rPr lang="zh-CN" altLang="en-US" sz="2800" dirty="0"/>
              <a:t> </a:t>
            </a:r>
            <a:r>
              <a:rPr lang="en-US" altLang="zh-CN" sz="2800" dirty="0"/>
              <a:t>Simulation Flow</a:t>
            </a:r>
            <a:endParaRPr lang="zh-CN" altLang="en-US" sz="2800" dirty="0"/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C9D724EF-119B-F955-79E3-9F0A1DA782F1}"/>
              </a:ext>
            </a:extLst>
          </p:cNvPr>
          <p:cNvSpPr txBox="1">
            <a:spLocks/>
          </p:cNvSpPr>
          <p:nvPr/>
        </p:nvSpPr>
        <p:spPr>
          <a:xfrm>
            <a:off x="451338" y="88490"/>
            <a:ext cx="4730262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Arial Black" panose="020B0A04020102020204"/>
                <a:ea typeface="+mj-ea"/>
                <a:cs typeface="Arial Black" panose="020B0A04020102020204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 altLang="zh-CN" sz="2400" kern="0" spc="40" dirty="0">
                <a:solidFill>
                  <a:srgbClr val="404040"/>
                </a:solidFill>
              </a:rPr>
              <a:t>2. </a:t>
            </a:r>
            <a:r>
              <a:rPr lang="en-US" altLang="zh-CN" sz="2400" kern="0" spc="70" dirty="0">
                <a:solidFill>
                  <a:srgbClr val="404040"/>
                </a:solidFill>
              </a:rPr>
              <a:t>System Design &amp; Methodology</a:t>
            </a:r>
            <a:endParaRPr lang="en-US" sz="2400" kern="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01F2D95-B6D5-0D52-053D-DB78D281D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300" y="1572750"/>
            <a:ext cx="9046500" cy="498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75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图片 44" descr="建筑旁的树&#10;&#10;中度可信度描述已自动生成"/>
          <p:cNvPicPr/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3636" r="19259"/>
          <a:stretch>
            <a:fillRect/>
          </a:stretch>
        </p:blipFill>
        <p:spPr>
          <a:xfrm>
            <a:off x="0" y="0"/>
            <a:ext cx="4845746" cy="6858000"/>
          </a:xfrm>
          <a:custGeom>
            <a:avLst/>
            <a:gdLst>
              <a:gd name="connsiteX0" fmla="*/ 0 w 4845746"/>
              <a:gd name="connsiteY0" fmla="*/ 0 h 6858000"/>
              <a:gd name="connsiteX1" fmla="*/ 4845746 w 4845746"/>
              <a:gd name="connsiteY1" fmla="*/ 0 h 6858000"/>
              <a:gd name="connsiteX2" fmla="*/ 4845746 w 4845746"/>
              <a:gd name="connsiteY2" fmla="*/ 6858000 h 6858000"/>
              <a:gd name="connsiteX3" fmla="*/ 0 w 484574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45746" h="6858000">
                <a:moveTo>
                  <a:pt x="0" y="0"/>
                </a:moveTo>
                <a:lnTo>
                  <a:pt x="4845746" y="0"/>
                </a:lnTo>
                <a:lnTo>
                  <a:pt x="484574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4" name="任意多边形: 形状 43"/>
          <p:cNvSpPr/>
          <p:nvPr/>
        </p:nvSpPr>
        <p:spPr>
          <a:xfrm>
            <a:off x="0" y="0"/>
            <a:ext cx="4845746" cy="6858000"/>
          </a:xfrm>
          <a:custGeom>
            <a:avLst/>
            <a:gdLst>
              <a:gd name="connsiteX0" fmla="*/ 0 w 4845746"/>
              <a:gd name="connsiteY0" fmla="*/ 0 h 6858000"/>
              <a:gd name="connsiteX1" fmla="*/ 4845746 w 4845746"/>
              <a:gd name="connsiteY1" fmla="*/ 0 h 6858000"/>
              <a:gd name="connsiteX2" fmla="*/ 4845746 w 4845746"/>
              <a:gd name="connsiteY2" fmla="*/ 6858000 h 6858000"/>
              <a:gd name="connsiteX3" fmla="*/ 0 w 484574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45746" h="6858000">
                <a:moveTo>
                  <a:pt x="0" y="0"/>
                </a:moveTo>
                <a:lnTo>
                  <a:pt x="4845746" y="0"/>
                </a:lnTo>
                <a:lnTo>
                  <a:pt x="484574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79BA">
              <a:alpha val="9400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325311" y="2908565"/>
            <a:ext cx="1040870" cy="1040870"/>
            <a:chOff x="4604026" y="2908565"/>
            <a:chExt cx="1040870" cy="1040870"/>
          </a:xfrm>
        </p:grpSpPr>
        <p:sp>
          <p:nvSpPr>
            <p:cNvPr id="12" name="椭圆 11"/>
            <p:cNvSpPr/>
            <p:nvPr/>
          </p:nvSpPr>
          <p:spPr>
            <a:xfrm>
              <a:off x="4604026" y="2908565"/>
              <a:ext cx="1040870" cy="1040870"/>
            </a:xfrm>
            <a:prstGeom prst="ellipse">
              <a:avLst/>
            </a:prstGeom>
            <a:solidFill>
              <a:schemeClr val="bg1"/>
            </a:solidFill>
            <a:ln w="34925">
              <a:solidFill>
                <a:srgbClr val="0090E0"/>
              </a:solidFill>
            </a:ln>
            <a:effectLst>
              <a:outerShdw blurRad="228600" dist="63500" dir="10800000" sx="98000" sy="98000" algn="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  <p:sp>
          <p:nvSpPr>
            <p:cNvPr id="13" name="paper-airplane-symbol_52116"/>
            <p:cNvSpPr/>
            <p:nvPr/>
          </p:nvSpPr>
          <p:spPr>
            <a:xfrm>
              <a:off x="4869202" y="3169913"/>
              <a:ext cx="510518" cy="518174"/>
            </a:xfrm>
            <a:custGeom>
              <a:avLst/>
              <a:gdLst>
                <a:gd name="T0" fmla="*/ 352 w 391"/>
                <a:gd name="T1" fmla="*/ 50 h 417"/>
                <a:gd name="T2" fmla="*/ 281 w 391"/>
                <a:gd name="T3" fmla="*/ 345 h 417"/>
                <a:gd name="T4" fmla="*/ 165 w 391"/>
                <a:gd name="T5" fmla="*/ 272 h 417"/>
                <a:gd name="T6" fmla="*/ 295 w 391"/>
                <a:gd name="T7" fmla="*/ 114 h 417"/>
                <a:gd name="T8" fmla="*/ 113 w 391"/>
                <a:gd name="T9" fmla="*/ 237 h 417"/>
                <a:gd name="T10" fmla="*/ 54 w 391"/>
                <a:gd name="T11" fmla="*/ 199 h 417"/>
                <a:gd name="T12" fmla="*/ 352 w 391"/>
                <a:gd name="T13" fmla="*/ 50 h 417"/>
                <a:gd name="T14" fmla="*/ 391 w 391"/>
                <a:gd name="T15" fmla="*/ 0 h 417"/>
                <a:gd name="T16" fmla="*/ 0 w 391"/>
                <a:gd name="T17" fmla="*/ 196 h 417"/>
                <a:gd name="T18" fmla="*/ 109 w 391"/>
                <a:gd name="T19" fmla="*/ 264 h 417"/>
                <a:gd name="T20" fmla="*/ 159 w 391"/>
                <a:gd name="T21" fmla="*/ 417 h 417"/>
                <a:gd name="T22" fmla="*/ 223 w 391"/>
                <a:gd name="T23" fmla="*/ 340 h 417"/>
                <a:gd name="T24" fmla="*/ 298 w 391"/>
                <a:gd name="T25" fmla="*/ 388 h 417"/>
                <a:gd name="T26" fmla="*/ 391 w 391"/>
                <a:gd name="T27" fmla="*/ 0 h 417"/>
                <a:gd name="T28" fmla="*/ 391 w 391"/>
                <a:gd name="T29" fmla="*/ 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91" h="417">
                  <a:moveTo>
                    <a:pt x="352" y="50"/>
                  </a:moveTo>
                  <a:lnTo>
                    <a:pt x="281" y="345"/>
                  </a:lnTo>
                  <a:lnTo>
                    <a:pt x="165" y="272"/>
                  </a:lnTo>
                  <a:lnTo>
                    <a:pt x="295" y="114"/>
                  </a:lnTo>
                  <a:lnTo>
                    <a:pt x="113" y="237"/>
                  </a:lnTo>
                  <a:lnTo>
                    <a:pt x="54" y="199"/>
                  </a:lnTo>
                  <a:lnTo>
                    <a:pt x="352" y="50"/>
                  </a:lnTo>
                  <a:moveTo>
                    <a:pt x="391" y="0"/>
                  </a:moveTo>
                  <a:lnTo>
                    <a:pt x="0" y="196"/>
                  </a:lnTo>
                  <a:lnTo>
                    <a:pt x="109" y="264"/>
                  </a:lnTo>
                  <a:lnTo>
                    <a:pt x="159" y="417"/>
                  </a:lnTo>
                  <a:lnTo>
                    <a:pt x="223" y="340"/>
                  </a:lnTo>
                  <a:lnTo>
                    <a:pt x="298" y="388"/>
                  </a:lnTo>
                  <a:lnTo>
                    <a:pt x="391" y="0"/>
                  </a:lnTo>
                  <a:lnTo>
                    <a:pt x="391" y="0"/>
                  </a:lnTo>
                  <a:close/>
                </a:path>
              </a:pathLst>
            </a:custGeom>
            <a:solidFill>
              <a:srgbClr val="0088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</p:grpSp>
      <p:sp>
        <p:nvSpPr>
          <p:cNvPr id="14" name="等腰三角形 13"/>
          <p:cNvSpPr/>
          <p:nvPr/>
        </p:nvSpPr>
        <p:spPr>
          <a:xfrm rot="5400000">
            <a:off x="5627249" y="3282110"/>
            <a:ext cx="384048" cy="293780"/>
          </a:xfrm>
          <a:prstGeom prst="triangle">
            <a:avLst/>
          </a:prstGeom>
          <a:solidFill>
            <a:srgbClr val="FFD6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886400" y="1543869"/>
            <a:ext cx="3778599" cy="3770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39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79BA"/>
                    </a:gs>
                    <a:gs pos="75000">
                      <a:srgbClr val="0079BA">
                        <a:alpha val="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03</a:t>
            </a:r>
            <a:endParaRPr kumimoji="0" lang="zh-CN" altLang="en-US" sz="239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0079BA"/>
                  </a:gs>
                  <a:gs pos="75000">
                    <a:srgbClr val="0079BA">
                      <a:alpha val="0"/>
                    </a:srgbClr>
                  </a:gs>
                </a:gsLst>
                <a:lin ang="5400000" scaled="1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937680" y="2535856"/>
            <a:ext cx="4246286" cy="1317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30000"/>
              </a:lnSpc>
              <a:defRPr/>
            </a:pPr>
            <a:r>
              <a:rPr lang="en-US" altLang="zh-CN" sz="3200" b="1" dirty="0"/>
              <a:t>Progress and Preliminary Results</a:t>
            </a:r>
            <a:endParaRPr kumimoji="0" lang="zh-CN" altLang="en-US" sz="3200" b="1" i="0" u="none" strike="noStrike" kern="1200" cap="none" spc="60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微软雅黑" panose="020B0503020204020204" charset="-122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11823700" y="0"/>
            <a:ext cx="368300" cy="6858000"/>
          </a:xfrm>
          <a:prstGeom prst="roundRect">
            <a:avLst>
              <a:gd name="adj" fmla="val 0"/>
            </a:avLst>
          </a:prstGeom>
          <a:solidFill>
            <a:srgbClr val="0079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622300" y="2895865"/>
            <a:ext cx="3317913" cy="872859"/>
            <a:chOff x="1787579" y="3204043"/>
            <a:chExt cx="8793335" cy="2313301"/>
          </a:xfrm>
        </p:grpSpPr>
        <p:pic>
          <p:nvPicPr>
            <p:cNvPr id="20" name="图片 19" descr="徽标&#10;&#10;描述已自动生成"/>
            <p:cNvPicPr>
              <a:picLocks noChangeAspect="1"/>
            </p:cNvPicPr>
            <p:nvPr/>
          </p:nvPicPr>
          <p:blipFill>
            <a:blip r:embed="rId4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787579" y="3204043"/>
              <a:ext cx="2313302" cy="2313301"/>
            </a:xfrm>
            <a:custGeom>
              <a:avLst/>
              <a:gdLst>
                <a:gd name="connsiteX0" fmla="*/ 5265550 w 10531101"/>
                <a:gd name="connsiteY0" fmla="*/ 1712068 h 10531101"/>
                <a:gd name="connsiteX1" fmla="*/ 1712068 w 10531101"/>
                <a:gd name="connsiteY1" fmla="*/ 5265550 h 10531101"/>
                <a:gd name="connsiteX2" fmla="*/ 5265550 w 10531101"/>
                <a:gd name="connsiteY2" fmla="*/ 8819032 h 10531101"/>
                <a:gd name="connsiteX3" fmla="*/ 8819032 w 10531101"/>
                <a:gd name="connsiteY3" fmla="*/ 5265550 h 10531101"/>
                <a:gd name="connsiteX4" fmla="*/ 5265550 w 10531101"/>
                <a:gd name="connsiteY4" fmla="*/ 1712068 h 10531101"/>
                <a:gd name="connsiteX5" fmla="*/ 0 w 10531101"/>
                <a:gd name="connsiteY5" fmla="*/ 0 h 10531101"/>
                <a:gd name="connsiteX6" fmla="*/ 10531101 w 10531101"/>
                <a:gd name="connsiteY6" fmla="*/ 0 h 10531101"/>
                <a:gd name="connsiteX7" fmla="*/ 10531101 w 10531101"/>
                <a:gd name="connsiteY7" fmla="*/ 10531101 h 10531101"/>
                <a:gd name="connsiteX8" fmla="*/ 0 w 10531101"/>
                <a:gd name="connsiteY8" fmla="*/ 10531101 h 1053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1101" h="10531101">
                  <a:moveTo>
                    <a:pt x="5265550" y="1712068"/>
                  </a:moveTo>
                  <a:cubicBezTo>
                    <a:pt x="3303016" y="1712068"/>
                    <a:pt x="1712068" y="3303016"/>
                    <a:pt x="1712068" y="5265550"/>
                  </a:cubicBezTo>
                  <a:cubicBezTo>
                    <a:pt x="1712068" y="7228084"/>
                    <a:pt x="3303016" y="8819032"/>
                    <a:pt x="5265550" y="8819032"/>
                  </a:cubicBezTo>
                  <a:cubicBezTo>
                    <a:pt x="7228084" y="8819032"/>
                    <a:pt x="8819032" y="7228084"/>
                    <a:pt x="8819032" y="5265550"/>
                  </a:cubicBezTo>
                  <a:cubicBezTo>
                    <a:pt x="8819032" y="3303016"/>
                    <a:pt x="7228084" y="1712068"/>
                    <a:pt x="5265550" y="1712068"/>
                  </a:cubicBezTo>
                  <a:close/>
                  <a:moveTo>
                    <a:pt x="0" y="0"/>
                  </a:moveTo>
                  <a:lnTo>
                    <a:pt x="10531101" y="0"/>
                  </a:lnTo>
                  <a:lnTo>
                    <a:pt x="10531101" y="10531101"/>
                  </a:lnTo>
                  <a:lnTo>
                    <a:pt x="0" y="10531101"/>
                  </a:lnTo>
                  <a:close/>
                </a:path>
              </a:pathLst>
            </a:custGeom>
          </p:spPr>
        </p:pic>
        <p:grpSp>
          <p:nvGrpSpPr>
            <p:cNvPr id="22" name="组合 21"/>
            <p:cNvGrpSpPr/>
            <p:nvPr/>
          </p:nvGrpSpPr>
          <p:grpSpPr>
            <a:xfrm>
              <a:off x="2375198" y="3792817"/>
              <a:ext cx="1137760" cy="1288749"/>
              <a:chOff x="9196100" y="1691088"/>
              <a:chExt cx="3421214" cy="3875236"/>
            </a:xfrm>
          </p:grpSpPr>
          <p:sp>
            <p:nvSpPr>
              <p:cNvPr id="42" name="ïṡļïḑe"/>
              <p:cNvSpPr/>
              <p:nvPr/>
            </p:nvSpPr>
            <p:spPr bwMode="auto">
              <a:xfrm>
                <a:off x="9270106" y="1760603"/>
                <a:ext cx="3273204" cy="3736206"/>
              </a:xfrm>
              <a:custGeom>
                <a:avLst/>
                <a:gdLst>
                  <a:gd name="T0" fmla="*/ 72 w 151"/>
                  <a:gd name="T1" fmla="*/ 92 h 171"/>
                  <a:gd name="T2" fmla="*/ 83 w 151"/>
                  <a:gd name="T3" fmla="*/ 96 h 171"/>
                  <a:gd name="T4" fmla="*/ 77 w 151"/>
                  <a:gd name="T5" fmla="*/ 92 h 171"/>
                  <a:gd name="T6" fmla="*/ 80 w 151"/>
                  <a:gd name="T7" fmla="*/ 115 h 171"/>
                  <a:gd name="T8" fmla="*/ 72 w 151"/>
                  <a:gd name="T9" fmla="*/ 115 h 171"/>
                  <a:gd name="T10" fmla="*/ 74 w 151"/>
                  <a:gd name="T11" fmla="*/ 97 h 171"/>
                  <a:gd name="T12" fmla="*/ 69 w 151"/>
                  <a:gd name="T13" fmla="*/ 137 h 171"/>
                  <a:gd name="T14" fmla="*/ 77 w 151"/>
                  <a:gd name="T15" fmla="*/ 121 h 171"/>
                  <a:gd name="T16" fmla="*/ 77 w 151"/>
                  <a:gd name="T17" fmla="*/ 127 h 171"/>
                  <a:gd name="T18" fmla="*/ 80 w 151"/>
                  <a:gd name="T19" fmla="*/ 145 h 171"/>
                  <a:gd name="T20" fmla="*/ 71 w 151"/>
                  <a:gd name="T21" fmla="*/ 144 h 171"/>
                  <a:gd name="T22" fmla="*/ 107 w 151"/>
                  <a:gd name="T23" fmla="*/ 13 h 171"/>
                  <a:gd name="T24" fmla="*/ 106 w 151"/>
                  <a:gd name="T25" fmla="*/ 11 h 171"/>
                  <a:gd name="T26" fmla="*/ 113 w 151"/>
                  <a:gd name="T27" fmla="*/ 10 h 171"/>
                  <a:gd name="T28" fmla="*/ 111 w 151"/>
                  <a:gd name="T29" fmla="*/ 15 h 171"/>
                  <a:gd name="T30" fmla="*/ 115 w 151"/>
                  <a:gd name="T31" fmla="*/ 26 h 171"/>
                  <a:gd name="T32" fmla="*/ 114 w 151"/>
                  <a:gd name="T33" fmla="*/ 30 h 171"/>
                  <a:gd name="T34" fmla="*/ 112 w 151"/>
                  <a:gd name="T35" fmla="*/ 22 h 171"/>
                  <a:gd name="T36" fmla="*/ 108 w 151"/>
                  <a:gd name="T37" fmla="*/ 27 h 171"/>
                  <a:gd name="T38" fmla="*/ 107 w 151"/>
                  <a:gd name="T39" fmla="*/ 27 h 171"/>
                  <a:gd name="T40" fmla="*/ 108 w 151"/>
                  <a:gd name="T41" fmla="*/ 22 h 171"/>
                  <a:gd name="T42" fmla="*/ 106 w 151"/>
                  <a:gd name="T43" fmla="*/ 28 h 171"/>
                  <a:gd name="T44" fmla="*/ 105 w 151"/>
                  <a:gd name="T45" fmla="*/ 30 h 171"/>
                  <a:gd name="T46" fmla="*/ 107 w 151"/>
                  <a:gd name="T47" fmla="*/ 16 h 171"/>
                  <a:gd name="T48" fmla="*/ 107 w 151"/>
                  <a:gd name="T49" fmla="*/ 18 h 171"/>
                  <a:gd name="T50" fmla="*/ 108 w 151"/>
                  <a:gd name="T51" fmla="*/ 25 h 171"/>
                  <a:gd name="T52" fmla="*/ 36 w 151"/>
                  <a:gd name="T53" fmla="*/ 65 h 171"/>
                  <a:gd name="T54" fmla="*/ 28 w 151"/>
                  <a:gd name="T55" fmla="*/ 69 h 171"/>
                  <a:gd name="T56" fmla="*/ 30 w 151"/>
                  <a:gd name="T57" fmla="*/ 63 h 171"/>
                  <a:gd name="T58" fmla="*/ 39 w 151"/>
                  <a:gd name="T59" fmla="*/ 65 h 171"/>
                  <a:gd name="T60" fmla="*/ 47 w 151"/>
                  <a:gd name="T61" fmla="*/ 69 h 171"/>
                  <a:gd name="T62" fmla="*/ 49 w 151"/>
                  <a:gd name="T63" fmla="*/ 65 h 171"/>
                  <a:gd name="T64" fmla="*/ 57 w 151"/>
                  <a:gd name="T65" fmla="*/ 66 h 171"/>
                  <a:gd name="T66" fmla="*/ 87 w 151"/>
                  <a:gd name="T67" fmla="*/ 71 h 171"/>
                  <a:gd name="T68" fmla="*/ 91 w 151"/>
                  <a:gd name="T69" fmla="*/ 72 h 171"/>
                  <a:gd name="T70" fmla="*/ 90 w 151"/>
                  <a:gd name="T71" fmla="*/ 57 h 171"/>
                  <a:gd name="T72" fmla="*/ 69 w 151"/>
                  <a:gd name="T73" fmla="*/ 67 h 171"/>
                  <a:gd name="T74" fmla="*/ 104 w 151"/>
                  <a:gd name="T75" fmla="*/ 59 h 171"/>
                  <a:gd name="T76" fmla="*/ 102 w 151"/>
                  <a:gd name="T77" fmla="*/ 94 h 171"/>
                  <a:gd name="T78" fmla="*/ 112 w 151"/>
                  <a:gd name="T79" fmla="*/ 20 h 171"/>
                  <a:gd name="T80" fmla="*/ 113 w 151"/>
                  <a:gd name="T81" fmla="*/ 18 h 171"/>
                  <a:gd name="T82" fmla="*/ 113 w 151"/>
                  <a:gd name="T83" fmla="*/ 18 h 171"/>
                  <a:gd name="T84" fmla="*/ 88 w 151"/>
                  <a:gd name="T85" fmla="*/ 29 h 171"/>
                  <a:gd name="T86" fmla="*/ 88 w 151"/>
                  <a:gd name="T87" fmla="*/ 29 h 171"/>
                  <a:gd name="T88" fmla="*/ 86 w 151"/>
                  <a:gd name="T89" fmla="*/ 17 h 171"/>
                  <a:gd name="T90" fmla="*/ 91 w 151"/>
                  <a:gd name="T91" fmla="*/ 25 h 171"/>
                  <a:gd name="T92" fmla="*/ 93 w 151"/>
                  <a:gd name="T93" fmla="*/ 22 h 171"/>
                  <a:gd name="T94" fmla="*/ 97 w 151"/>
                  <a:gd name="T95" fmla="*/ 14 h 171"/>
                  <a:gd name="T96" fmla="*/ 92 w 151"/>
                  <a:gd name="T97" fmla="*/ 25 h 171"/>
                  <a:gd name="T98" fmla="*/ 20 w 151"/>
                  <a:gd name="T99" fmla="*/ 110 h 171"/>
                  <a:gd name="T100" fmla="*/ 54 w 151"/>
                  <a:gd name="T101" fmla="*/ 88 h 171"/>
                  <a:gd name="T102" fmla="*/ 58 w 151"/>
                  <a:gd name="T103" fmla="*/ 120 h 171"/>
                  <a:gd name="T104" fmla="*/ 125 w 151"/>
                  <a:gd name="T105" fmla="*/ 4 h 171"/>
                  <a:gd name="T106" fmla="*/ 20 w 151"/>
                  <a:gd name="T107" fmla="*/ 119 h 171"/>
                  <a:gd name="T108" fmla="*/ 43 w 151"/>
                  <a:gd name="T109" fmla="*/ 129 h 171"/>
                  <a:gd name="T110" fmla="*/ 125 w 151"/>
                  <a:gd name="T111" fmla="*/ 134 h 171"/>
                  <a:gd name="T112" fmla="*/ 119 w 151"/>
                  <a:gd name="T113" fmla="*/ 67 h 171"/>
                  <a:gd name="T114" fmla="*/ 121 w 151"/>
                  <a:gd name="T115" fmla="*/ 68 h 171"/>
                  <a:gd name="T116" fmla="*/ 116 w 151"/>
                  <a:gd name="T117" fmla="*/ 66 h 171"/>
                  <a:gd name="T118" fmla="*/ 122 w 151"/>
                  <a:gd name="T119" fmla="*/ 62 h 171"/>
                  <a:gd name="T120" fmla="*/ 106 w 151"/>
                  <a:gd name="T121" fmla="*/ 39 h 171"/>
                  <a:gd name="T122" fmla="*/ 119 w 151"/>
                  <a:gd name="T123" fmla="*/ 46 h 171"/>
                  <a:gd name="T124" fmla="*/ 126 w 151"/>
                  <a:gd name="T125" fmla="*/ 40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51" h="171">
                    <a:moveTo>
                      <a:pt x="151" y="92"/>
                    </a:moveTo>
                    <a:cubicBezTo>
                      <a:pt x="151" y="22"/>
                      <a:pt x="151" y="22"/>
                      <a:pt x="151" y="22"/>
                    </a:cubicBezTo>
                    <a:cubicBezTo>
                      <a:pt x="144" y="19"/>
                      <a:pt x="130" y="8"/>
                      <a:pt x="129" y="0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1" y="8"/>
                      <a:pt x="6" y="19"/>
                      <a:pt x="0" y="22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96"/>
                      <a:pt x="0" y="100"/>
                      <a:pt x="1" y="105"/>
                    </a:cubicBezTo>
                    <a:cubicBezTo>
                      <a:pt x="9" y="137"/>
                      <a:pt x="39" y="165"/>
                      <a:pt x="76" y="171"/>
                    </a:cubicBezTo>
                    <a:cubicBezTo>
                      <a:pt x="76" y="171"/>
                      <a:pt x="76" y="171"/>
                      <a:pt x="76" y="171"/>
                    </a:cubicBezTo>
                    <a:cubicBezTo>
                      <a:pt x="114" y="164"/>
                      <a:pt x="142" y="139"/>
                      <a:pt x="150" y="109"/>
                    </a:cubicBezTo>
                    <a:cubicBezTo>
                      <a:pt x="151" y="103"/>
                      <a:pt x="151" y="98"/>
                      <a:pt x="151" y="92"/>
                    </a:cubicBezTo>
                    <a:close/>
                    <a:moveTo>
                      <a:pt x="75" y="94"/>
                    </a:moveTo>
                    <a:cubicBezTo>
                      <a:pt x="75" y="92"/>
                      <a:pt x="75" y="92"/>
                      <a:pt x="75" y="92"/>
                    </a:cubicBezTo>
                    <a:cubicBezTo>
                      <a:pt x="75" y="92"/>
                      <a:pt x="74" y="92"/>
                      <a:pt x="74" y="92"/>
                    </a:cubicBezTo>
                    <a:cubicBezTo>
                      <a:pt x="73" y="93"/>
                      <a:pt x="73" y="93"/>
                      <a:pt x="73" y="93"/>
                    </a:cubicBezTo>
                    <a:cubicBezTo>
                      <a:pt x="73" y="93"/>
                      <a:pt x="72" y="94"/>
                      <a:pt x="72" y="94"/>
                    </a:cubicBezTo>
                    <a:cubicBezTo>
                      <a:pt x="72" y="94"/>
                      <a:pt x="72" y="95"/>
                      <a:pt x="71" y="95"/>
                    </a:cubicBezTo>
                    <a:cubicBezTo>
                      <a:pt x="71" y="95"/>
                      <a:pt x="71" y="95"/>
                      <a:pt x="71" y="95"/>
                    </a:cubicBezTo>
                    <a:cubicBezTo>
                      <a:pt x="71" y="95"/>
                      <a:pt x="71" y="96"/>
                      <a:pt x="71" y="96"/>
                    </a:cubicBezTo>
                    <a:cubicBezTo>
                      <a:pt x="70" y="96"/>
                      <a:pt x="70" y="96"/>
                      <a:pt x="70" y="97"/>
                    </a:cubicBezTo>
                    <a:cubicBezTo>
                      <a:pt x="70" y="97"/>
                      <a:pt x="70" y="97"/>
                      <a:pt x="70" y="97"/>
                    </a:cubicBezTo>
                    <a:cubicBezTo>
                      <a:pt x="70" y="98"/>
                      <a:pt x="70" y="98"/>
                      <a:pt x="70" y="98"/>
                    </a:cubicBezTo>
                    <a:cubicBezTo>
                      <a:pt x="70" y="98"/>
                      <a:pt x="70" y="98"/>
                      <a:pt x="70" y="98"/>
                    </a:cubicBezTo>
                    <a:cubicBezTo>
                      <a:pt x="70" y="98"/>
                      <a:pt x="69" y="98"/>
                      <a:pt x="69" y="98"/>
                    </a:cubicBezTo>
                    <a:cubicBezTo>
                      <a:pt x="69" y="98"/>
                      <a:pt x="69" y="98"/>
                      <a:pt x="69" y="98"/>
                    </a:cubicBezTo>
                    <a:cubicBezTo>
                      <a:pt x="69" y="98"/>
                      <a:pt x="69" y="98"/>
                      <a:pt x="69" y="98"/>
                    </a:cubicBezTo>
                    <a:cubicBezTo>
                      <a:pt x="69" y="98"/>
                      <a:pt x="69" y="98"/>
                      <a:pt x="69" y="98"/>
                    </a:cubicBezTo>
                    <a:cubicBezTo>
                      <a:pt x="69" y="98"/>
                      <a:pt x="69" y="98"/>
                      <a:pt x="68" y="97"/>
                    </a:cubicBezTo>
                    <a:cubicBezTo>
                      <a:pt x="68" y="97"/>
                      <a:pt x="68" y="97"/>
                      <a:pt x="68" y="97"/>
                    </a:cubicBezTo>
                    <a:cubicBezTo>
                      <a:pt x="68" y="97"/>
                      <a:pt x="68" y="97"/>
                      <a:pt x="69" y="97"/>
                    </a:cubicBezTo>
                    <a:cubicBezTo>
                      <a:pt x="69" y="96"/>
                      <a:pt x="69" y="96"/>
                      <a:pt x="69" y="96"/>
                    </a:cubicBezTo>
                    <a:cubicBezTo>
                      <a:pt x="69" y="96"/>
                      <a:pt x="69" y="96"/>
                      <a:pt x="69" y="96"/>
                    </a:cubicBezTo>
                    <a:cubicBezTo>
                      <a:pt x="70" y="94"/>
                      <a:pt x="70" y="94"/>
                      <a:pt x="70" y="94"/>
                    </a:cubicBezTo>
                    <a:cubicBezTo>
                      <a:pt x="70" y="94"/>
                      <a:pt x="70" y="94"/>
                      <a:pt x="70" y="94"/>
                    </a:cubicBezTo>
                    <a:cubicBezTo>
                      <a:pt x="70" y="94"/>
                      <a:pt x="70" y="93"/>
                      <a:pt x="71" y="93"/>
                    </a:cubicBezTo>
                    <a:cubicBezTo>
                      <a:pt x="71" y="93"/>
                      <a:pt x="71" y="93"/>
                      <a:pt x="72" y="92"/>
                    </a:cubicBezTo>
                    <a:cubicBezTo>
                      <a:pt x="72" y="92"/>
                      <a:pt x="72" y="92"/>
                      <a:pt x="72" y="92"/>
                    </a:cubicBezTo>
                    <a:cubicBezTo>
                      <a:pt x="72" y="92"/>
                      <a:pt x="72" y="92"/>
                      <a:pt x="73" y="91"/>
                    </a:cubicBezTo>
                    <a:cubicBezTo>
                      <a:pt x="73" y="91"/>
                      <a:pt x="73" y="91"/>
                      <a:pt x="74" y="91"/>
                    </a:cubicBezTo>
                    <a:cubicBezTo>
                      <a:pt x="74" y="91"/>
                      <a:pt x="74" y="91"/>
                      <a:pt x="74" y="91"/>
                    </a:cubicBezTo>
                    <a:cubicBezTo>
                      <a:pt x="75" y="90"/>
                      <a:pt x="75" y="90"/>
                      <a:pt x="75" y="90"/>
                    </a:cubicBezTo>
                    <a:cubicBezTo>
                      <a:pt x="75" y="90"/>
                      <a:pt x="75" y="90"/>
                      <a:pt x="75" y="90"/>
                    </a:cubicBezTo>
                    <a:cubicBezTo>
                      <a:pt x="75" y="90"/>
                      <a:pt x="75" y="90"/>
                      <a:pt x="75" y="89"/>
                    </a:cubicBezTo>
                    <a:cubicBezTo>
                      <a:pt x="75" y="89"/>
                      <a:pt x="75" y="89"/>
                      <a:pt x="75" y="89"/>
                    </a:cubicBezTo>
                    <a:cubicBezTo>
                      <a:pt x="75" y="89"/>
                      <a:pt x="75" y="89"/>
                      <a:pt x="75" y="89"/>
                    </a:cubicBezTo>
                    <a:cubicBezTo>
                      <a:pt x="75" y="88"/>
                      <a:pt x="75" y="88"/>
                      <a:pt x="75" y="88"/>
                    </a:cubicBezTo>
                    <a:cubicBezTo>
                      <a:pt x="75" y="88"/>
                      <a:pt x="75" y="88"/>
                      <a:pt x="75" y="88"/>
                    </a:cubicBezTo>
                    <a:cubicBezTo>
                      <a:pt x="75" y="88"/>
                      <a:pt x="75" y="88"/>
                      <a:pt x="75" y="88"/>
                    </a:cubicBezTo>
                    <a:cubicBezTo>
                      <a:pt x="75" y="88"/>
                      <a:pt x="75" y="88"/>
                      <a:pt x="75" y="87"/>
                    </a:cubicBezTo>
                    <a:cubicBezTo>
                      <a:pt x="75" y="87"/>
                      <a:pt x="75" y="87"/>
                      <a:pt x="75" y="87"/>
                    </a:cubicBezTo>
                    <a:cubicBezTo>
                      <a:pt x="75" y="87"/>
                      <a:pt x="76" y="87"/>
                      <a:pt x="76" y="87"/>
                    </a:cubicBezTo>
                    <a:cubicBezTo>
                      <a:pt x="76" y="87"/>
                      <a:pt x="76" y="87"/>
                      <a:pt x="76" y="87"/>
                    </a:cubicBezTo>
                    <a:cubicBezTo>
                      <a:pt x="76" y="87"/>
                      <a:pt x="76" y="87"/>
                      <a:pt x="76" y="87"/>
                    </a:cubicBezTo>
                    <a:cubicBezTo>
                      <a:pt x="76" y="87"/>
                      <a:pt x="76" y="87"/>
                      <a:pt x="76" y="87"/>
                    </a:cubicBezTo>
                    <a:cubicBezTo>
                      <a:pt x="76" y="87"/>
                      <a:pt x="76" y="87"/>
                      <a:pt x="76" y="87"/>
                    </a:cubicBezTo>
                    <a:cubicBezTo>
                      <a:pt x="76" y="87"/>
                      <a:pt x="76" y="87"/>
                      <a:pt x="76" y="87"/>
                    </a:cubicBezTo>
                    <a:cubicBezTo>
                      <a:pt x="77" y="87"/>
                      <a:pt x="77" y="87"/>
                      <a:pt x="77" y="87"/>
                    </a:cubicBezTo>
                    <a:cubicBezTo>
                      <a:pt x="77" y="87"/>
                      <a:pt x="77" y="87"/>
                      <a:pt x="77" y="87"/>
                    </a:cubicBezTo>
                    <a:cubicBezTo>
                      <a:pt x="77" y="87"/>
                      <a:pt x="77" y="87"/>
                      <a:pt x="77" y="88"/>
                    </a:cubicBezTo>
                    <a:cubicBezTo>
                      <a:pt x="77" y="89"/>
                      <a:pt x="77" y="89"/>
                      <a:pt x="77" y="89"/>
                    </a:cubicBezTo>
                    <a:cubicBezTo>
                      <a:pt x="77" y="89"/>
                      <a:pt x="77" y="89"/>
                      <a:pt x="77" y="89"/>
                    </a:cubicBezTo>
                    <a:cubicBezTo>
                      <a:pt x="77" y="90"/>
                      <a:pt x="77" y="90"/>
                      <a:pt x="77" y="90"/>
                    </a:cubicBezTo>
                    <a:cubicBezTo>
                      <a:pt x="77" y="90"/>
                      <a:pt x="77" y="90"/>
                      <a:pt x="77" y="91"/>
                    </a:cubicBezTo>
                    <a:cubicBezTo>
                      <a:pt x="77" y="91"/>
                      <a:pt x="77" y="91"/>
                      <a:pt x="77" y="91"/>
                    </a:cubicBezTo>
                    <a:cubicBezTo>
                      <a:pt x="78" y="91"/>
                      <a:pt x="78" y="91"/>
                      <a:pt x="78" y="91"/>
                    </a:cubicBezTo>
                    <a:cubicBezTo>
                      <a:pt x="78" y="91"/>
                      <a:pt x="78" y="91"/>
                      <a:pt x="78" y="91"/>
                    </a:cubicBezTo>
                    <a:cubicBezTo>
                      <a:pt x="78" y="91"/>
                      <a:pt x="79" y="91"/>
                      <a:pt x="79" y="91"/>
                    </a:cubicBezTo>
                    <a:cubicBezTo>
                      <a:pt x="79" y="91"/>
                      <a:pt x="80" y="91"/>
                      <a:pt x="80" y="92"/>
                    </a:cubicBezTo>
                    <a:cubicBezTo>
                      <a:pt x="80" y="92"/>
                      <a:pt x="81" y="92"/>
                      <a:pt x="81" y="92"/>
                    </a:cubicBezTo>
                    <a:cubicBezTo>
                      <a:pt x="81" y="92"/>
                      <a:pt x="81" y="93"/>
                      <a:pt x="81" y="93"/>
                    </a:cubicBezTo>
                    <a:cubicBezTo>
                      <a:pt x="82" y="93"/>
                      <a:pt x="82" y="93"/>
                      <a:pt x="82" y="93"/>
                    </a:cubicBezTo>
                    <a:cubicBezTo>
                      <a:pt x="82" y="94"/>
                      <a:pt x="82" y="94"/>
                      <a:pt x="82" y="94"/>
                    </a:cubicBezTo>
                    <a:cubicBezTo>
                      <a:pt x="82" y="94"/>
                      <a:pt x="82" y="94"/>
                      <a:pt x="82" y="94"/>
                    </a:cubicBezTo>
                    <a:cubicBezTo>
                      <a:pt x="83" y="95"/>
                      <a:pt x="83" y="95"/>
                      <a:pt x="83" y="95"/>
                    </a:cubicBezTo>
                    <a:cubicBezTo>
                      <a:pt x="83" y="95"/>
                      <a:pt x="83" y="95"/>
                      <a:pt x="83" y="96"/>
                    </a:cubicBezTo>
                    <a:cubicBezTo>
                      <a:pt x="83" y="96"/>
                      <a:pt x="83" y="96"/>
                      <a:pt x="83" y="96"/>
                    </a:cubicBezTo>
                    <a:cubicBezTo>
                      <a:pt x="83" y="96"/>
                      <a:pt x="83" y="96"/>
                      <a:pt x="83" y="96"/>
                    </a:cubicBezTo>
                    <a:cubicBezTo>
                      <a:pt x="83" y="96"/>
                      <a:pt x="83" y="96"/>
                      <a:pt x="83" y="96"/>
                    </a:cubicBezTo>
                    <a:cubicBezTo>
                      <a:pt x="84" y="96"/>
                      <a:pt x="84" y="96"/>
                      <a:pt x="84" y="97"/>
                    </a:cubicBezTo>
                    <a:cubicBezTo>
                      <a:pt x="84" y="97"/>
                      <a:pt x="84" y="97"/>
                      <a:pt x="84" y="97"/>
                    </a:cubicBezTo>
                    <a:cubicBezTo>
                      <a:pt x="84" y="97"/>
                      <a:pt x="84" y="97"/>
                      <a:pt x="84" y="97"/>
                    </a:cubicBezTo>
                    <a:cubicBezTo>
                      <a:pt x="84" y="97"/>
                      <a:pt x="84" y="97"/>
                      <a:pt x="84" y="97"/>
                    </a:cubicBezTo>
                    <a:cubicBezTo>
                      <a:pt x="84" y="97"/>
                      <a:pt x="84" y="97"/>
                      <a:pt x="84" y="97"/>
                    </a:cubicBezTo>
                    <a:cubicBezTo>
                      <a:pt x="84" y="98"/>
                      <a:pt x="84" y="98"/>
                      <a:pt x="84" y="98"/>
                    </a:cubicBezTo>
                    <a:cubicBezTo>
                      <a:pt x="84" y="98"/>
                      <a:pt x="84" y="98"/>
                      <a:pt x="84" y="98"/>
                    </a:cubicBezTo>
                    <a:cubicBezTo>
                      <a:pt x="84" y="98"/>
                      <a:pt x="84" y="98"/>
                      <a:pt x="84" y="98"/>
                    </a:cubicBezTo>
                    <a:cubicBezTo>
                      <a:pt x="84" y="98"/>
                      <a:pt x="84" y="98"/>
                      <a:pt x="84" y="98"/>
                    </a:cubicBezTo>
                    <a:cubicBezTo>
                      <a:pt x="84" y="98"/>
                      <a:pt x="84" y="98"/>
                      <a:pt x="84" y="98"/>
                    </a:cubicBezTo>
                    <a:cubicBezTo>
                      <a:pt x="84" y="98"/>
                      <a:pt x="84" y="98"/>
                      <a:pt x="84" y="98"/>
                    </a:cubicBezTo>
                    <a:cubicBezTo>
                      <a:pt x="84" y="98"/>
                      <a:pt x="84" y="98"/>
                      <a:pt x="84" y="98"/>
                    </a:cubicBezTo>
                    <a:cubicBezTo>
                      <a:pt x="84" y="98"/>
                      <a:pt x="84" y="98"/>
                      <a:pt x="84" y="98"/>
                    </a:cubicBezTo>
                    <a:cubicBezTo>
                      <a:pt x="84" y="98"/>
                      <a:pt x="84" y="98"/>
                      <a:pt x="84" y="98"/>
                    </a:cubicBezTo>
                    <a:cubicBezTo>
                      <a:pt x="84" y="98"/>
                      <a:pt x="84" y="98"/>
                      <a:pt x="84" y="98"/>
                    </a:cubicBezTo>
                    <a:cubicBezTo>
                      <a:pt x="83" y="98"/>
                      <a:pt x="83" y="98"/>
                      <a:pt x="83" y="98"/>
                    </a:cubicBezTo>
                    <a:cubicBezTo>
                      <a:pt x="83" y="98"/>
                      <a:pt x="83" y="98"/>
                      <a:pt x="83" y="98"/>
                    </a:cubicBezTo>
                    <a:cubicBezTo>
                      <a:pt x="83" y="98"/>
                      <a:pt x="83" y="98"/>
                      <a:pt x="83" y="98"/>
                    </a:cubicBezTo>
                    <a:cubicBezTo>
                      <a:pt x="83" y="98"/>
                      <a:pt x="83" y="98"/>
                      <a:pt x="83" y="98"/>
                    </a:cubicBezTo>
                    <a:cubicBezTo>
                      <a:pt x="83" y="98"/>
                      <a:pt x="83" y="98"/>
                      <a:pt x="83" y="98"/>
                    </a:cubicBezTo>
                    <a:cubicBezTo>
                      <a:pt x="83" y="98"/>
                      <a:pt x="83" y="98"/>
                      <a:pt x="83" y="98"/>
                    </a:cubicBezTo>
                    <a:cubicBezTo>
                      <a:pt x="83" y="98"/>
                      <a:pt x="83" y="98"/>
                      <a:pt x="83" y="98"/>
                    </a:cubicBezTo>
                    <a:cubicBezTo>
                      <a:pt x="83" y="98"/>
                      <a:pt x="83" y="98"/>
                      <a:pt x="83" y="98"/>
                    </a:cubicBezTo>
                    <a:cubicBezTo>
                      <a:pt x="82" y="96"/>
                      <a:pt x="82" y="96"/>
                      <a:pt x="82" y="96"/>
                    </a:cubicBezTo>
                    <a:cubicBezTo>
                      <a:pt x="82" y="96"/>
                      <a:pt x="82" y="96"/>
                      <a:pt x="81" y="96"/>
                    </a:cubicBezTo>
                    <a:cubicBezTo>
                      <a:pt x="81" y="95"/>
                      <a:pt x="81" y="95"/>
                      <a:pt x="81" y="95"/>
                    </a:cubicBezTo>
                    <a:cubicBezTo>
                      <a:pt x="81" y="95"/>
                      <a:pt x="81" y="95"/>
                      <a:pt x="81" y="95"/>
                    </a:cubicBezTo>
                    <a:cubicBezTo>
                      <a:pt x="81" y="95"/>
                      <a:pt x="81" y="94"/>
                      <a:pt x="81" y="94"/>
                    </a:cubicBezTo>
                    <a:cubicBezTo>
                      <a:pt x="80" y="94"/>
                      <a:pt x="80" y="94"/>
                      <a:pt x="80" y="94"/>
                    </a:cubicBezTo>
                    <a:cubicBezTo>
                      <a:pt x="80" y="94"/>
                      <a:pt x="80" y="93"/>
                      <a:pt x="79" y="93"/>
                    </a:cubicBezTo>
                    <a:cubicBezTo>
                      <a:pt x="79" y="93"/>
                      <a:pt x="79" y="93"/>
                      <a:pt x="79" y="93"/>
                    </a:cubicBezTo>
                    <a:cubicBezTo>
                      <a:pt x="79" y="93"/>
                      <a:pt x="79" y="93"/>
                      <a:pt x="79" y="93"/>
                    </a:cubicBezTo>
                    <a:cubicBezTo>
                      <a:pt x="79" y="92"/>
                      <a:pt x="78" y="92"/>
                      <a:pt x="78" y="92"/>
                    </a:cubicBezTo>
                    <a:cubicBezTo>
                      <a:pt x="78" y="92"/>
                      <a:pt x="78" y="92"/>
                      <a:pt x="78" y="92"/>
                    </a:cubicBezTo>
                    <a:cubicBezTo>
                      <a:pt x="78" y="92"/>
                      <a:pt x="77" y="92"/>
                      <a:pt x="77" y="92"/>
                    </a:cubicBezTo>
                    <a:cubicBezTo>
                      <a:pt x="77" y="94"/>
                      <a:pt x="77" y="94"/>
                      <a:pt x="77" y="94"/>
                    </a:cubicBezTo>
                    <a:cubicBezTo>
                      <a:pt x="77" y="94"/>
                      <a:pt x="77" y="94"/>
                      <a:pt x="77" y="94"/>
                    </a:cubicBezTo>
                    <a:cubicBezTo>
                      <a:pt x="78" y="94"/>
                      <a:pt x="78" y="94"/>
                      <a:pt x="78" y="95"/>
                    </a:cubicBezTo>
                    <a:cubicBezTo>
                      <a:pt x="78" y="95"/>
                      <a:pt x="78" y="95"/>
                      <a:pt x="78" y="95"/>
                    </a:cubicBezTo>
                    <a:cubicBezTo>
                      <a:pt x="79" y="95"/>
                      <a:pt x="79" y="95"/>
                      <a:pt x="79" y="96"/>
                    </a:cubicBezTo>
                    <a:cubicBezTo>
                      <a:pt x="79" y="96"/>
                      <a:pt x="79" y="96"/>
                      <a:pt x="79" y="97"/>
                    </a:cubicBezTo>
                    <a:cubicBezTo>
                      <a:pt x="80" y="97"/>
                      <a:pt x="80" y="97"/>
                      <a:pt x="80" y="98"/>
                    </a:cubicBezTo>
                    <a:cubicBezTo>
                      <a:pt x="80" y="98"/>
                      <a:pt x="80" y="99"/>
                      <a:pt x="80" y="99"/>
                    </a:cubicBezTo>
                    <a:cubicBezTo>
                      <a:pt x="79" y="99"/>
                      <a:pt x="79" y="100"/>
                      <a:pt x="79" y="100"/>
                    </a:cubicBezTo>
                    <a:cubicBezTo>
                      <a:pt x="79" y="100"/>
                      <a:pt x="79" y="101"/>
                      <a:pt x="79" y="101"/>
                    </a:cubicBezTo>
                    <a:cubicBezTo>
                      <a:pt x="78" y="101"/>
                      <a:pt x="78" y="101"/>
                      <a:pt x="78" y="102"/>
                    </a:cubicBezTo>
                    <a:cubicBezTo>
                      <a:pt x="78" y="102"/>
                      <a:pt x="78" y="103"/>
                      <a:pt x="78" y="103"/>
                    </a:cubicBezTo>
                    <a:cubicBezTo>
                      <a:pt x="79" y="103"/>
                      <a:pt x="79" y="104"/>
                      <a:pt x="79" y="104"/>
                    </a:cubicBezTo>
                    <a:cubicBezTo>
                      <a:pt x="79" y="104"/>
                      <a:pt x="79" y="104"/>
                      <a:pt x="79" y="104"/>
                    </a:cubicBezTo>
                    <a:cubicBezTo>
                      <a:pt x="79" y="104"/>
                      <a:pt x="79" y="104"/>
                      <a:pt x="79" y="105"/>
                    </a:cubicBezTo>
                    <a:cubicBezTo>
                      <a:pt x="79" y="105"/>
                      <a:pt x="80" y="106"/>
                      <a:pt x="80" y="106"/>
                    </a:cubicBezTo>
                    <a:cubicBezTo>
                      <a:pt x="80" y="106"/>
                      <a:pt x="80" y="106"/>
                      <a:pt x="80" y="106"/>
                    </a:cubicBezTo>
                    <a:cubicBezTo>
                      <a:pt x="80" y="106"/>
                      <a:pt x="80" y="107"/>
                      <a:pt x="80" y="107"/>
                    </a:cubicBezTo>
                    <a:cubicBezTo>
                      <a:pt x="80" y="108"/>
                      <a:pt x="80" y="108"/>
                      <a:pt x="80" y="109"/>
                    </a:cubicBezTo>
                    <a:cubicBezTo>
                      <a:pt x="80" y="109"/>
                      <a:pt x="80" y="109"/>
                      <a:pt x="80" y="109"/>
                    </a:cubicBezTo>
                    <a:cubicBezTo>
                      <a:pt x="81" y="109"/>
                      <a:pt x="81" y="110"/>
                      <a:pt x="81" y="110"/>
                    </a:cubicBezTo>
                    <a:cubicBezTo>
                      <a:pt x="81" y="111"/>
                      <a:pt x="81" y="111"/>
                      <a:pt x="81" y="112"/>
                    </a:cubicBezTo>
                    <a:cubicBezTo>
                      <a:pt x="81" y="112"/>
                      <a:pt x="81" y="112"/>
                      <a:pt x="81" y="112"/>
                    </a:cubicBezTo>
                    <a:cubicBezTo>
                      <a:pt x="81" y="112"/>
                      <a:pt x="81" y="113"/>
                      <a:pt x="81" y="113"/>
                    </a:cubicBezTo>
                    <a:cubicBezTo>
                      <a:pt x="81" y="113"/>
                      <a:pt x="81" y="113"/>
                      <a:pt x="81" y="113"/>
                    </a:cubicBezTo>
                    <a:cubicBezTo>
                      <a:pt x="81" y="113"/>
                      <a:pt x="81" y="114"/>
                      <a:pt x="81" y="114"/>
                    </a:cubicBezTo>
                    <a:cubicBezTo>
                      <a:pt x="81" y="114"/>
                      <a:pt x="81" y="114"/>
                      <a:pt x="81" y="115"/>
                    </a:cubicBezTo>
                    <a:cubicBezTo>
                      <a:pt x="81" y="115"/>
                      <a:pt x="81" y="115"/>
                      <a:pt x="81" y="115"/>
                    </a:cubicBezTo>
                    <a:cubicBezTo>
                      <a:pt x="81" y="115"/>
                      <a:pt x="81" y="115"/>
                      <a:pt x="81" y="115"/>
                    </a:cubicBezTo>
                    <a:cubicBezTo>
                      <a:pt x="81" y="115"/>
                      <a:pt x="81" y="115"/>
                      <a:pt x="81" y="115"/>
                    </a:cubicBezTo>
                    <a:cubicBezTo>
                      <a:pt x="81" y="115"/>
                      <a:pt x="81" y="115"/>
                      <a:pt x="81" y="115"/>
                    </a:cubicBezTo>
                    <a:cubicBezTo>
                      <a:pt x="81" y="115"/>
                      <a:pt x="81" y="115"/>
                      <a:pt x="80" y="115"/>
                    </a:cubicBezTo>
                    <a:cubicBezTo>
                      <a:pt x="80" y="115"/>
                      <a:pt x="80" y="115"/>
                      <a:pt x="80" y="115"/>
                    </a:cubicBezTo>
                    <a:cubicBezTo>
                      <a:pt x="80" y="115"/>
                      <a:pt x="80" y="115"/>
                      <a:pt x="80" y="115"/>
                    </a:cubicBezTo>
                    <a:cubicBezTo>
                      <a:pt x="80" y="115"/>
                      <a:pt x="80" y="115"/>
                      <a:pt x="80" y="115"/>
                    </a:cubicBezTo>
                    <a:cubicBezTo>
                      <a:pt x="80" y="115"/>
                      <a:pt x="80" y="115"/>
                      <a:pt x="80" y="115"/>
                    </a:cubicBezTo>
                    <a:cubicBezTo>
                      <a:pt x="80" y="115"/>
                      <a:pt x="80" y="115"/>
                      <a:pt x="80" y="115"/>
                    </a:cubicBezTo>
                    <a:cubicBezTo>
                      <a:pt x="80" y="115"/>
                      <a:pt x="80" y="115"/>
                      <a:pt x="80" y="115"/>
                    </a:cubicBezTo>
                    <a:cubicBezTo>
                      <a:pt x="80" y="114"/>
                      <a:pt x="80" y="114"/>
                      <a:pt x="79" y="114"/>
                    </a:cubicBezTo>
                    <a:cubicBezTo>
                      <a:pt x="79" y="114"/>
                      <a:pt x="79" y="114"/>
                      <a:pt x="79" y="113"/>
                    </a:cubicBezTo>
                    <a:cubicBezTo>
                      <a:pt x="79" y="113"/>
                      <a:pt x="79" y="113"/>
                      <a:pt x="79" y="113"/>
                    </a:cubicBezTo>
                    <a:cubicBezTo>
                      <a:pt x="79" y="113"/>
                      <a:pt x="79" y="113"/>
                      <a:pt x="79" y="112"/>
                    </a:cubicBezTo>
                    <a:cubicBezTo>
                      <a:pt x="79" y="112"/>
                      <a:pt x="79" y="112"/>
                      <a:pt x="79" y="112"/>
                    </a:cubicBezTo>
                    <a:cubicBezTo>
                      <a:pt x="79" y="112"/>
                      <a:pt x="79" y="111"/>
                      <a:pt x="79" y="110"/>
                    </a:cubicBezTo>
                    <a:cubicBezTo>
                      <a:pt x="79" y="110"/>
                      <a:pt x="79" y="109"/>
                      <a:pt x="79" y="109"/>
                    </a:cubicBezTo>
                    <a:cubicBezTo>
                      <a:pt x="79" y="108"/>
                      <a:pt x="79" y="108"/>
                      <a:pt x="79" y="108"/>
                    </a:cubicBezTo>
                    <a:cubicBezTo>
                      <a:pt x="78" y="107"/>
                      <a:pt x="78" y="107"/>
                      <a:pt x="78" y="107"/>
                    </a:cubicBezTo>
                    <a:cubicBezTo>
                      <a:pt x="78" y="107"/>
                      <a:pt x="78" y="106"/>
                      <a:pt x="78" y="106"/>
                    </a:cubicBezTo>
                    <a:cubicBezTo>
                      <a:pt x="78" y="106"/>
                      <a:pt x="78" y="106"/>
                      <a:pt x="78" y="106"/>
                    </a:cubicBezTo>
                    <a:cubicBezTo>
                      <a:pt x="78" y="106"/>
                      <a:pt x="78" y="105"/>
                      <a:pt x="78" y="105"/>
                    </a:cubicBezTo>
                    <a:cubicBezTo>
                      <a:pt x="78" y="105"/>
                      <a:pt x="78" y="105"/>
                      <a:pt x="77" y="104"/>
                    </a:cubicBezTo>
                    <a:cubicBezTo>
                      <a:pt x="77" y="104"/>
                      <a:pt x="77" y="104"/>
                      <a:pt x="77" y="103"/>
                    </a:cubicBezTo>
                    <a:cubicBezTo>
                      <a:pt x="77" y="103"/>
                      <a:pt x="77" y="103"/>
                      <a:pt x="77" y="103"/>
                    </a:cubicBezTo>
                    <a:cubicBezTo>
                      <a:pt x="77" y="103"/>
                      <a:pt x="77" y="103"/>
                      <a:pt x="77" y="103"/>
                    </a:cubicBezTo>
                    <a:cubicBezTo>
                      <a:pt x="76" y="102"/>
                      <a:pt x="76" y="102"/>
                      <a:pt x="76" y="102"/>
                    </a:cubicBezTo>
                    <a:cubicBezTo>
                      <a:pt x="76" y="103"/>
                      <a:pt x="75" y="103"/>
                      <a:pt x="75" y="103"/>
                    </a:cubicBezTo>
                    <a:cubicBezTo>
                      <a:pt x="75" y="104"/>
                      <a:pt x="75" y="104"/>
                      <a:pt x="75" y="104"/>
                    </a:cubicBezTo>
                    <a:cubicBezTo>
                      <a:pt x="74" y="104"/>
                      <a:pt x="74" y="104"/>
                      <a:pt x="74" y="105"/>
                    </a:cubicBezTo>
                    <a:cubicBezTo>
                      <a:pt x="74" y="105"/>
                      <a:pt x="74" y="105"/>
                      <a:pt x="74" y="106"/>
                    </a:cubicBezTo>
                    <a:cubicBezTo>
                      <a:pt x="74" y="106"/>
                      <a:pt x="74" y="106"/>
                      <a:pt x="73" y="107"/>
                    </a:cubicBezTo>
                    <a:cubicBezTo>
                      <a:pt x="73" y="107"/>
                      <a:pt x="73" y="107"/>
                      <a:pt x="73" y="108"/>
                    </a:cubicBezTo>
                    <a:cubicBezTo>
                      <a:pt x="73" y="108"/>
                      <a:pt x="73" y="108"/>
                      <a:pt x="73" y="108"/>
                    </a:cubicBezTo>
                    <a:cubicBezTo>
                      <a:pt x="73" y="108"/>
                      <a:pt x="73" y="108"/>
                      <a:pt x="73" y="109"/>
                    </a:cubicBezTo>
                    <a:cubicBezTo>
                      <a:pt x="73" y="109"/>
                      <a:pt x="73" y="110"/>
                      <a:pt x="73" y="110"/>
                    </a:cubicBezTo>
                    <a:cubicBezTo>
                      <a:pt x="73" y="110"/>
                      <a:pt x="73" y="110"/>
                      <a:pt x="73" y="110"/>
                    </a:cubicBezTo>
                    <a:cubicBezTo>
                      <a:pt x="73" y="111"/>
                      <a:pt x="73" y="111"/>
                      <a:pt x="73" y="111"/>
                    </a:cubicBezTo>
                    <a:cubicBezTo>
                      <a:pt x="73" y="111"/>
                      <a:pt x="73" y="111"/>
                      <a:pt x="73" y="111"/>
                    </a:cubicBezTo>
                    <a:cubicBezTo>
                      <a:pt x="73" y="112"/>
                      <a:pt x="73" y="112"/>
                      <a:pt x="73" y="112"/>
                    </a:cubicBezTo>
                    <a:cubicBezTo>
                      <a:pt x="73" y="112"/>
                      <a:pt x="73" y="112"/>
                      <a:pt x="73" y="112"/>
                    </a:cubicBezTo>
                    <a:cubicBezTo>
                      <a:pt x="73" y="113"/>
                      <a:pt x="73" y="113"/>
                      <a:pt x="73" y="113"/>
                    </a:cubicBezTo>
                    <a:cubicBezTo>
                      <a:pt x="73" y="113"/>
                      <a:pt x="73" y="113"/>
                      <a:pt x="73" y="113"/>
                    </a:cubicBezTo>
                    <a:cubicBezTo>
                      <a:pt x="73" y="114"/>
                      <a:pt x="73" y="114"/>
                      <a:pt x="73" y="114"/>
                    </a:cubicBezTo>
                    <a:cubicBezTo>
                      <a:pt x="73" y="114"/>
                      <a:pt x="73" y="114"/>
                      <a:pt x="73" y="114"/>
                    </a:cubicBezTo>
                    <a:cubicBezTo>
                      <a:pt x="73" y="114"/>
                      <a:pt x="73" y="115"/>
                      <a:pt x="73" y="115"/>
                    </a:cubicBezTo>
                    <a:cubicBezTo>
                      <a:pt x="73" y="115"/>
                      <a:pt x="73" y="115"/>
                      <a:pt x="73" y="115"/>
                    </a:cubicBezTo>
                    <a:cubicBezTo>
                      <a:pt x="72" y="115"/>
                      <a:pt x="72" y="115"/>
                      <a:pt x="72" y="115"/>
                    </a:cubicBezTo>
                    <a:cubicBezTo>
                      <a:pt x="72" y="115"/>
                      <a:pt x="72" y="115"/>
                      <a:pt x="72" y="115"/>
                    </a:cubicBezTo>
                    <a:cubicBezTo>
                      <a:pt x="72" y="115"/>
                      <a:pt x="72" y="115"/>
                      <a:pt x="72" y="115"/>
                    </a:cubicBezTo>
                    <a:cubicBezTo>
                      <a:pt x="71" y="115"/>
                      <a:pt x="71" y="115"/>
                      <a:pt x="71" y="115"/>
                    </a:cubicBezTo>
                    <a:cubicBezTo>
                      <a:pt x="71" y="115"/>
                      <a:pt x="71" y="115"/>
                      <a:pt x="71" y="115"/>
                    </a:cubicBezTo>
                    <a:cubicBezTo>
                      <a:pt x="71" y="115"/>
                      <a:pt x="71" y="115"/>
                      <a:pt x="71" y="114"/>
                    </a:cubicBezTo>
                    <a:cubicBezTo>
                      <a:pt x="71" y="114"/>
                      <a:pt x="71" y="114"/>
                      <a:pt x="71" y="114"/>
                    </a:cubicBezTo>
                    <a:cubicBezTo>
                      <a:pt x="71" y="114"/>
                      <a:pt x="71" y="113"/>
                      <a:pt x="71" y="113"/>
                    </a:cubicBezTo>
                    <a:cubicBezTo>
                      <a:pt x="71" y="112"/>
                      <a:pt x="71" y="111"/>
                      <a:pt x="71" y="110"/>
                    </a:cubicBezTo>
                    <a:cubicBezTo>
                      <a:pt x="71" y="110"/>
                      <a:pt x="71" y="109"/>
                      <a:pt x="71" y="109"/>
                    </a:cubicBezTo>
                    <a:cubicBezTo>
                      <a:pt x="71" y="108"/>
                      <a:pt x="72" y="107"/>
                      <a:pt x="72" y="107"/>
                    </a:cubicBezTo>
                    <a:cubicBezTo>
                      <a:pt x="72" y="106"/>
                      <a:pt x="72" y="106"/>
                      <a:pt x="72" y="105"/>
                    </a:cubicBezTo>
                    <a:cubicBezTo>
                      <a:pt x="72" y="105"/>
                      <a:pt x="73" y="104"/>
                      <a:pt x="73" y="104"/>
                    </a:cubicBezTo>
                    <a:cubicBezTo>
                      <a:pt x="73" y="104"/>
                      <a:pt x="73" y="104"/>
                      <a:pt x="73" y="104"/>
                    </a:cubicBezTo>
                    <a:cubicBezTo>
                      <a:pt x="73" y="104"/>
                      <a:pt x="73" y="103"/>
                      <a:pt x="73" y="103"/>
                    </a:cubicBezTo>
                    <a:cubicBezTo>
                      <a:pt x="74" y="102"/>
                      <a:pt x="74" y="102"/>
                      <a:pt x="74" y="102"/>
                    </a:cubicBezTo>
                    <a:cubicBezTo>
                      <a:pt x="74" y="102"/>
                      <a:pt x="74" y="102"/>
                      <a:pt x="74" y="101"/>
                    </a:cubicBezTo>
                    <a:cubicBezTo>
                      <a:pt x="74" y="101"/>
                      <a:pt x="74" y="101"/>
                      <a:pt x="73" y="101"/>
                    </a:cubicBezTo>
                    <a:cubicBezTo>
                      <a:pt x="73" y="101"/>
                      <a:pt x="73" y="101"/>
                      <a:pt x="73" y="101"/>
                    </a:cubicBezTo>
                    <a:cubicBezTo>
                      <a:pt x="73" y="101"/>
                      <a:pt x="73" y="100"/>
                      <a:pt x="73" y="100"/>
                    </a:cubicBezTo>
                    <a:cubicBezTo>
                      <a:pt x="72" y="100"/>
                      <a:pt x="72" y="100"/>
                      <a:pt x="72" y="99"/>
                    </a:cubicBezTo>
                    <a:cubicBezTo>
                      <a:pt x="72" y="99"/>
                      <a:pt x="72" y="99"/>
                      <a:pt x="72" y="98"/>
                    </a:cubicBezTo>
                    <a:cubicBezTo>
                      <a:pt x="72" y="98"/>
                      <a:pt x="72" y="98"/>
                      <a:pt x="72" y="98"/>
                    </a:cubicBezTo>
                    <a:cubicBezTo>
                      <a:pt x="72" y="98"/>
                      <a:pt x="72" y="97"/>
                      <a:pt x="72" y="97"/>
                    </a:cubicBezTo>
                    <a:cubicBezTo>
                      <a:pt x="72" y="97"/>
                      <a:pt x="73" y="96"/>
                      <a:pt x="73" y="96"/>
                    </a:cubicBezTo>
                    <a:cubicBezTo>
                      <a:pt x="73" y="96"/>
                      <a:pt x="73" y="95"/>
                      <a:pt x="74" y="95"/>
                    </a:cubicBezTo>
                    <a:cubicBezTo>
                      <a:pt x="74" y="95"/>
                      <a:pt x="75" y="94"/>
                      <a:pt x="75" y="94"/>
                    </a:cubicBezTo>
                    <a:close/>
                    <a:moveTo>
                      <a:pt x="76" y="101"/>
                    </a:moveTo>
                    <a:cubicBezTo>
                      <a:pt x="75" y="100"/>
                      <a:pt x="75" y="100"/>
                      <a:pt x="75" y="100"/>
                    </a:cubicBezTo>
                    <a:cubicBezTo>
                      <a:pt x="75" y="100"/>
                      <a:pt x="75" y="100"/>
                      <a:pt x="75" y="100"/>
                    </a:cubicBezTo>
                    <a:cubicBezTo>
                      <a:pt x="75" y="100"/>
                      <a:pt x="75" y="100"/>
                      <a:pt x="74" y="100"/>
                    </a:cubicBezTo>
                    <a:cubicBezTo>
                      <a:pt x="74" y="100"/>
                      <a:pt x="74" y="100"/>
                      <a:pt x="74" y="100"/>
                    </a:cubicBezTo>
                    <a:cubicBezTo>
                      <a:pt x="74" y="100"/>
                      <a:pt x="74" y="100"/>
                      <a:pt x="74" y="99"/>
                    </a:cubicBezTo>
                    <a:cubicBezTo>
                      <a:pt x="74" y="99"/>
                      <a:pt x="74" y="99"/>
                      <a:pt x="74" y="99"/>
                    </a:cubicBezTo>
                    <a:cubicBezTo>
                      <a:pt x="74" y="99"/>
                      <a:pt x="74" y="99"/>
                      <a:pt x="74" y="99"/>
                    </a:cubicBezTo>
                    <a:cubicBezTo>
                      <a:pt x="74" y="98"/>
                      <a:pt x="74" y="98"/>
                      <a:pt x="74" y="98"/>
                    </a:cubicBezTo>
                    <a:cubicBezTo>
                      <a:pt x="74" y="98"/>
                      <a:pt x="74" y="98"/>
                      <a:pt x="74" y="97"/>
                    </a:cubicBezTo>
                    <a:cubicBezTo>
                      <a:pt x="74" y="97"/>
                      <a:pt x="74" y="97"/>
                      <a:pt x="74" y="97"/>
                    </a:cubicBezTo>
                    <a:cubicBezTo>
                      <a:pt x="74" y="97"/>
                      <a:pt x="74" y="97"/>
                      <a:pt x="74" y="97"/>
                    </a:cubicBezTo>
                    <a:cubicBezTo>
                      <a:pt x="74" y="97"/>
                      <a:pt x="74" y="97"/>
                      <a:pt x="74" y="96"/>
                    </a:cubicBezTo>
                    <a:cubicBezTo>
                      <a:pt x="75" y="96"/>
                      <a:pt x="75" y="96"/>
                      <a:pt x="75" y="96"/>
                    </a:cubicBezTo>
                    <a:cubicBezTo>
                      <a:pt x="75" y="96"/>
                      <a:pt x="75" y="96"/>
                      <a:pt x="75" y="96"/>
                    </a:cubicBezTo>
                    <a:cubicBezTo>
                      <a:pt x="75" y="96"/>
                      <a:pt x="75" y="96"/>
                      <a:pt x="76" y="96"/>
                    </a:cubicBezTo>
                    <a:cubicBezTo>
                      <a:pt x="76" y="95"/>
                      <a:pt x="76" y="95"/>
                      <a:pt x="76" y="95"/>
                    </a:cubicBezTo>
                    <a:cubicBezTo>
                      <a:pt x="76" y="95"/>
                      <a:pt x="76" y="95"/>
                      <a:pt x="76" y="95"/>
                    </a:cubicBezTo>
                    <a:cubicBezTo>
                      <a:pt x="76" y="95"/>
                      <a:pt x="76" y="95"/>
                      <a:pt x="76" y="96"/>
                    </a:cubicBezTo>
                    <a:cubicBezTo>
                      <a:pt x="77" y="96"/>
                      <a:pt x="77" y="96"/>
                      <a:pt x="77" y="96"/>
                    </a:cubicBezTo>
                    <a:cubicBezTo>
                      <a:pt x="77" y="96"/>
                      <a:pt x="77" y="96"/>
                      <a:pt x="77" y="96"/>
                    </a:cubicBezTo>
                    <a:cubicBezTo>
                      <a:pt x="78" y="96"/>
                      <a:pt x="78" y="97"/>
                      <a:pt x="78" y="97"/>
                    </a:cubicBezTo>
                    <a:cubicBezTo>
                      <a:pt x="78" y="97"/>
                      <a:pt x="78" y="97"/>
                      <a:pt x="78" y="97"/>
                    </a:cubicBezTo>
                    <a:cubicBezTo>
                      <a:pt x="78" y="97"/>
                      <a:pt x="78" y="97"/>
                      <a:pt x="78" y="97"/>
                    </a:cubicBezTo>
                    <a:cubicBezTo>
                      <a:pt x="78" y="97"/>
                      <a:pt x="78" y="98"/>
                      <a:pt x="78" y="98"/>
                    </a:cubicBezTo>
                    <a:cubicBezTo>
                      <a:pt x="78" y="98"/>
                      <a:pt x="78" y="98"/>
                      <a:pt x="78" y="98"/>
                    </a:cubicBezTo>
                    <a:cubicBezTo>
                      <a:pt x="78" y="98"/>
                      <a:pt x="78" y="99"/>
                      <a:pt x="78" y="99"/>
                    </a:cubicBezTo>
                    <a:cubicBezTo>
                      <a:pt x="78" y="99"/>
                      <a:pt x="78" y="99"/>
                      <a:pt x="78" y="99"/>
                    </a:cubicBezTo>
                    <a:cubicBezTo>
                      <a:pt x="78" y="100"/>
                      <a:pt x="77" y="100"/>
                      <a:pt x="77" y="100"/>
                    </a:cubicBezTo>
                    <a:cubicBezTo>
                      <a:pt x="77" y="100"/>
                      <a:pt x="77" y="100"/>
                      <a:pt x="77" y="100"/>
                    </a:cubicBezTo>
                    <a:cubicBezTo>
                      <a:pt x="77" y="100"/>
                      <a:pt x="77" y="100"/>
                      <a:pt x="77" y="101"/>
                    </a:cubicBezTo>
                    <a:cubicBezTo>
                      <a:pt x="77" y="101"/>
                      <a:pt x="77" y="101"/>
                      <a:pt x="77" y="101"/>
                    </a:cubicBezTo>
                    <a:cubicBezTo>
                      <a:pt x="76" y="101"/>
                      <a:pt x="76" y="101"/>
                      <a:pt x="76" y="101"/>
                    </a:cubicBezTo>
                    <a:close/>
                    <a:moveTo>
                      <a:pt x="75" y="127"/>
                    </a:moveTo>
                    <a:cubicBezTo>
                      <a:pt x="75" y="127"/>
                      <a:pt x="74" y="128"/>
                      <a:pt x="74" y="128"/>
                    </a:cubicBezTo>
                    <a:cubicBezTo>
                      <a:pt x="74" y="128"/>
                      <a:pt x="74" y="128"/>
                      <a:pt x="74" y="128"/>
                    </a:cubicBezTo>
                    <a:cubicBezTo>
                      <a:pt x="74" y="128"/>
                      <a:pt x="73" y="128"/>
                      <a:pt x="73" y="128"/>
                    </a:cubicBezTo>
                    <a:cubicBezTo>
                      <a:pt x="73" y="129"/>
                      <a:pt x="72" y="129"/>
                      <a:pt x="72" y="129"/>
                    </a:cubicBezTo>
                    <a:cubicBezTo>
                      <a:pt x="72" y="130"/>
                      <a:pt x="72" y="130"/>
                      <a:pt x="71" y="130"/>
                    </a:cubicBezTo>
                    <a:cubicBezTo>
                      <a:pt x="71" y="131"/>
                      <a:pt x="71" y="131"/>
                      <a:pt x="71" y="132"/>
                    </a:cubicBezTo>
                    <a:cubicBezTo>
                      <a:pt x="71" y="132"/>
                      <a:pt x="71" y="132"/>
                      <a:pt x="71" y="132"/>
                    </a:cubicBezTo>
                    <a:cubicBezTo>
                      <a:pt x="71" y="132"/>
                      <a:pt x="71" y="132"/>
                      <a:pt x="71" y="132"/>
                    </a:cubicBezTo>
                    <a:cubicBezTo>
                      <a:pt x="71" y="133"/>
                      <a:pt x="71" y="133"/>
                      <a:pt x="70" y="133"/>
                    </a:cubicBezTo>
                    <a:cubicBezTo>
                      <a:pt x="70" y="134"/>
                      <a:pt x="70" y="134"/>
                      <a:pt x="70" y="135"/>
                    </a:cubicBezTo>
                    <a:cubicBezTo>
                      <a:pt x="70" y="135"/>
                      <a:pt x="70" y="135"/>
                      <a:pt x="70" y="135"/>
                    </a:cubicBezTo>
                    <a:cubicBezTo>
                      <a:pt x="70" y="135"/>
                      <a:pt x="70" y="135"/>
                      <a:pt x="70" y="136"/>
                    </a:cubicBezTo>
                    <a:cubicBezTo>
                      <a:pt x="70" y="136"/>
                      <a:pt x="70" y="136"/>
                      <a:pt x="70" y="136"/>
                    </a:cubicBezTo>
                    <a:cubicBezTo>
                      <a:pt x="70" y="136"/>
                      <a:pt x="70" y="136"/>
                      <a:pt x="70" y="136"/>
                    </a:cubicBezTo>
                    <a:cubicBezTo>
                      <a:pt x="70" y="137"/>
                      <a:pt x="70" y="137"/>
                      <a:pt x="70" y="137"/>
                    </a:cubicBezTo>
                    <a:cubicBezTo>
                      <a:pt x="70" y="137"/>
                      <a:pt x="70" y="137"/>
                      <a:pt x="69" y="137"/>
                    </a:cubicBezTo>
                    <a:cubicBezTo>
                      <a:pt x="69" y="137"/>
                      <a:pt x="69" y="137"/>
                      <a:pt x="69" y="137"/>
                    </a:cubicBezTo>
                    <a:cubicBezTo>
                      <a:pt x="69" y="137"/>
                      <a:pt x="69" y="137"/>
                      <a:pt x="69" y="137"/>
                    </a:cubicBezTo>
                    <a:cubicBezTo>
                      <a:pt x="69" y="137"/>
                      <a:pt x="69" y="137"/>
                      <a:pt x="69" y="137"/>
                    </a:cubicBezTo>
                    <a:cubicBezTo>
                      <a:pt x="69" y="137"/>
                      <a:pt x="69" y="136"/>
                      <a:pt x="69" y="136"/>
                    </a:cubicBezTo>
                    <a:cubicBezTo>
                      <a:pt x="69" y="136"/>
                      <a:pt x="69" y="136"/>
                      <a:pt x="69" y="136"/>
                    </a:cubicBezTo>
                    <a:cubicBezTo>
                      <a:pt x="69" y="136"/>
                      <a:pt x="69" y="136"/>
                      <a:pt x="69" y="135"/>
                    </a:cubicBezTo>
                    <a:cubicBezTo>
                      <a:pt x="69" y="135"/>
                      <a:pt x="69" y="135"/>
                      <a:pt x="69" y="135"/>
                    </a:cubicBezTo>
                    <a:cubicBezTo>
                      <a:pt x="69" y="135"/>
                      <a:pt x="69" y="135"/>
                      <a:pt x="69" y="135"/>
                    </a:cubicBezTo>
                    <a:cubicBezTo>
                      <a:pt x="69" y="135"/>
                      <a:pt x="69" y="135"/>
                      <a:pt x="69" y="135"/>
                    </a:cubicBezTo>
                    <a:cubicBezTo>
                      <a:pt x="69" y="134"/>
                      <a:pt x="69" y="134"/>
                      <a:pt x="69" y="134"/>
                    </a:cubicBezTo>
                    <a:cubicBezTo>
                      <a:pt x="69" y="134"/>
                      <a:pt x="69" y="134"/>
                      <a:pt x="69" y="134"/>
                    </a:cubicBezTo>
                    <a:cubicBezTo>
                      <a:pt x="69" y="134"/>
                      <a:pt x="69" y="133"/>
                      <a:pt x="69" y="133"/>
                    </a:cubicBezTo>
                    <a:cubicBezTo>
                      <a:pt x="69" y="132"/>
                      <a:pt x="69" y="132"/>
                      <a:pt x="69" y="131"/>
                    </a:cubicBezTo>
                    <a:cubicBezTo>
                      <a:pt x="70" y="131"/>
                      <a:pt x="70" y="130"/>
                      <a:pt x="70" y="130"/>
                    </a:cubicBezTo>
                    <a:cubicBezTo>
                      <a:pt x="70" y="129"/>
                      <a:pt x="70" y="129"/>
                      <a:pt x="71" y="128"/>
                    </a:cubicBezTo>
                    <a:cubicBezTo>
                      <a:pt x="71" y="128"/>
                      <a:pt x="71" y="128"/>
                      <a:pt x="72" y="127"/>
                    </a:cubicBezTo>
                    <a:cubicBezTo>
                      <a:pt x="72" y="127"/>
                      <a:pt x="72" y="127"/>
                      <a:pt x="72" y="127"/>
                    </a:cubicBezTo>
                    <a:cubicBezTo>
                      <a:pt x="72" y="127"/>
                      <a:pt x="72" y="127"/>
                      <a:pt x="73" y="127"/>
                    </a:cubicBezTo>
                    <a:cubicBezTo>
                      <a:pt x="73" y="127"/>
                      <a:pt x="73" y="127"/>
                      <a:pt x="73" y="127"/>
                    </a:cubicBezTo>
                    <a:cubicBezTo>
                      <a:pt x="73" y="126"/>
                      <a:pt x="73" y="126"/>
                      <a:pt x="74" y="126"/>
                    </a:cubicBezTo>
                    <a:cubicBezTo>
                      <a:pt x="74" y="126"/>
                      <a:pt x="75" y="126"/>
                      <a:pt x="75" y="126"/>
                    </a:cubicBezTo>
                    <a:cubicBezTo>
                      <a:pt x="75" y="125"/>
                      <a:pt x="75" y="125"/>
                      <a:pt x="75" y="125"/>
                    </a:cubicBezTo>
                    <a:cubicBezTo>
                      <a:pt x="75" y="125"/>
                      <a:pt x="75" y="125"/>
                      <a:pt x="75" y="125"/>
                    </a:cubicBezTo>
                    <a:cubicBezTo>
                      <a:pt x="75" y="124"/>
                      <a:pt x="75" y="124"/>
                      <a:pt x="75" y="124"/>
                    </a:cubicBezTo>
                    <a:cubicBezTo>
                      <a:pt x="75" y="123"/>
                      <a:pt x="75" y="123"/>
                      <a:pt x="75" y="123"/>
                    </a:cubicBezTo>
                    <a:cubicBezTo>
                      <a:pt x="75" y="123"/>
                      <a:pt x="75" y="123"/>
                      <a:pt x="75" y="123"/>
                    </a:cubicBezTo>
                    <a:cubicBezTo>
                      <a:pt x="75" y="122"/>
                      <a:pt x="75" y="122"/>
                      <a:pt x="75" y="121"/>
                    </a:cubicBezTo>
                    <a:cubicBezTo>
                      <a:pt x="75" y="121"/>
                      <a:pt x="75" y="121"/>
                      <a:pt x="75" y="120"/>
                    </a:cubicBezTo>
                    <a:cubicBezTo>
                      <a:pt x="75" y="120"/>
                      <a:pt x="75" y="120"/>
                      <a:pt x="75" y="120"/>
                    </a:cubicBezTo>
                    <a:cubicBezTo>
                      <a:pt x="76" y="120"/>
                      <a:pt x="76" y="120"/>
                      <a:pt x="76" y="120"/>
                    </a:cubicBezTo>
                    <a:cubicBezTo>
                      <a:pt x="76" y="120"/>
                      <a:pt x="76" y="120"/>
                      <a:pt x="76" y="120"/>
                    </a:cubicBezTo>
                    <a:cubicBezTo>
                      <a:pt x="76" y="120"/>
                      <a:pt x="76" y="120"/>
                      <a:pt x="76" y="120"/>
                    </a:cubicBezTo>
                    <a:cubicBezTo>
                      <a:pt x="76" y="120"/>
                      <a:pt x="76" y="120"/>
                      <a:pt x="76" y="120"/>
                    </a:cubicBezTo>
                    <a:cubicBezTo>
                      <a:pt x="76" y="120"/>
                      <a:pt x="76" y="120"/>
                      <a:pt x="76" y="120"/>
                    </a:cubicBezTo>
                    <a:cubicBezTo>
                      <a:pt x="76" y="120"/>
                      <a:pt x="77" y="120"/>
                      <a:pt x="77" y="120"/>
                    </a:cubicBezTo>
                    <a:cubicBezTo>
                      <a:pt x="77" y="120"/>
                      <a:pt x="77" y="120"/>
                      <a:pt x="77" y="120"/>
                    </a:cubicBezTo>
                    <a:cubicBezTo>
                      <a:pt x="77" y="120"/>
                      <a:pt x="77" y="120"/>
                      <a:pt x="77" y="121"/>
                    </a:cubicBezTo>
                    <a:cubicBezTo>
                      <a:pt x="77" y="121"/>
                      <a:pt x="77" y="121"/>
                      <a:pt x="77" y="121"/>
                    </a:cubicBezTo>
                    <a:cubicBezTo>
                      <a:pt x="77" y="121"/>
                      <a:pt x="77" y="121"/>
                      <a:pt x="77" y="121"/>
                    </a:cubicBezTo>
                    <a:cubicBezTo>
                      <a:pt x="77" y="125"/>
                      <a:pt x="77" y="125"/>
                      <a:pt x="77" y="125"/>
                    </a:cubicBezTo>
                    <a:cubicBezTo>
                      <a:pt x="77" y="125"/>
                      <a:pt x="77" y="125"/>
                      <a:pt x="77" y="125"/>
                    </a:cubicBezTo>
                    <a:cubicBezTo>
                      <a:pt x="77" y="126"/>
                      <a:pt x="77" y="126"/>
                      <a:pt x="77" y="126"/>
                    </a:cubicBezTo>
                    <a:cubicBezTo>
                      <a:pt x="78" y="126"/>
                      <a:pt x="78" y="126"/>
                      <a:pt x="79" y="126"/>
                    </a:cubicBezTo>
                    <a:cubicBezTo>
                      <a:pt x="80" y="127"/>
                      <a:pt x="80" y="127"/>
                      <a:pt x="81" y="127"/>
                    </a:cubicBezTo>
                    <a:cubicBezTo>
                      <a:pt x="81" y="127"/>
                      <a:pt x="81" y="127"/>
                      <a:pt x="81" y="127"/>
                    </a:cubicBezTo>
                    <a:cubicBezTo>
                      <a:pt x="81" y="128"/>
                      <a:pt x="82" y="128"/>
                      <a:pt x="82" y="129"/>
                    </a:cubicBezTo>
                    <a:cubicBezTo>
                      <a:pt x="82" y="130"/>
                      <a:pt x="83" y="130"/>
                      <a:pt x="83" y="131"/>
                    </a:cubicBezTo>
                    <a:cubicBezTo>
                      <a:pt x="83" y="132"/>
                      <a:pt x="83" y="133"/>
                      <a:pt x="83" y="133"/>
                    </a:cubicBezTo>
                    <a:cubicBezTo>
                      <a:pt x="84" y="134"/>
                      <a:pt x="84" y="134"/>
                      <a:pt x="84" y="135"/>
                    </a:cubicBezTo>
                    <a:cubicBezTo>
                      <a:pt x="84" y="135"/>
                      <a:pt x="84" y="135"/>
                      <a:pt x="84" y="135"/>
                    </a:cubicBezTo>
                    <a:cubicBezTo>
                      <a:pt x="84" y="136"/>
                      <a:pt x="84" y="136"/>
                      <a:pt x="84" y="136"/>
                    </a:cubicBezTo>
                    <a:cubicBezTo>
                      <a:pt x="84" y="136"/>
                      <a:pt x="84" y="136"/>
                      <a:pt x="84" y="136"/>
                    </a:cubicBezTo>
                    <a:cubicBezTo>
                      <a:pt x="84" y="136"/>
                      <a:pt x="84" y="136"/>
                      <a:pt x="84" y="137"/>
                    </a:cubicBezTo>
                    <a:cubicBezTo>
                      <a:pt x="84" y="137"/>
                      <a:pt x="84" y="137"/>
                      <a:pt x="84" y="137"/>
                    </a:cubicBezTo>
                    <a:cubicBezTo>
                      <a:pt x="84" y="137"/>
                      <a:pt x="84" y="137"/>
                      <a:pt x="84" y="137"/>
                    </a:cubicBezTo>
                    <a:cubicBezTo>
                      <a:pt x="83" y="137"/>
                      <a:pt x="83" y="137"/>
                      <a:pt x="83" y="137"/>
                    </a:cubicBezTo>
                    <a:cubicBezTo>
                      <a:pt x="83" y="137"/>
                      <a:pt x="83" y="137"/>
                      <a:pt x="83" y="137"/>
                    </a:cubicBezTo>
                    <a:cubicBezTo>
                      <a:pt x="83" y="137"/>
                      <a:pt x="83" y="138"/>
                      <a:pt x="83" y="138"/>
                    </a:cubicBezTo>
                    <a:cubicBezTo>
                      <a:pt x="83" y="138"/>
                      <a:pt x="83" y="138"/>
                      <a:pt x="83" y="138"/>
                    </a:cubicBezTo>
                    <a:cubicBezTo>
                      <a:pt x="83" y="138"/>
                      <a:pt x="83" y="137"/>
                      <a:pt x="83" y="137"/>
                    </a:cubicBezTo>
                    <a:cubicBezTo>
                      <a:pt x="83" y="137"/>
                      <a:pt x="83" y="137"/>
                      <a:pt x="83" y="137"/>
                    </a:cubicBezTo>
                    <a:cubicBezTo>
                      <a:pt x="82" y="137"/>
                      <a:pt x="82" y="137"/>
                      <a:pt x="82" y="137"/>
                    </a:cubicBezTo>
                    <a:cubicBezTo>
                      <a:pt x="82" y="137"/>
                      <a:pt x="82" y="136"/>
                      <a:pt x="82" y="136"/>
                    </a:cubicBezTo>
                    <a:cubicBezTo>
                      <a:pt x="82" y="136"/>
                      <a:pt x="82" y="136"/>
                      <a:pt x="82" y="136"/>
                    </a:cubicBezTo>
                    <a:cubicBezTo>
                      <a:pt x="82" y="135"/>
                      <a:pt x="82" y="135"/>
                      <a:pt x="82" y="135"/>
                    </a:cubicBezTo>
                    <a:cubicBezTo>
                      <a:pt x="82" y="134"/>
                      <a:pt x="82" y="134"/>
                      <a:pt x="82" y="133"/>
                    </a:cubicBezTo>
                    <a:cubicBezTo>
                      <a:pt x="82" y="133"/>
                      <a:pt x="82" y="133"/>
                      <a:pt x="82" y="133"/>
                    </a:cubicBezTo>
                    <a:cubicBezTo>
                      <a:pt x="82" y="132"/>
                      <a:pt x="82" y="132"/>
                      <a:pt x="81" y="131"/>
                    </a:cubicBezTo>
                    <a:cubicBezTo>
                      <a:pt x="81" y="131"/>
                      <a:pt x="81" y="130"/>
                      <a:pt x="81" y="130"/>
                    </a:cubicBezTo>
                    <a:cubicBezTo>
                      <a:pt x="81" y="129"/>
                      <a:pt x="80" y="129"/>
                      <a:pt x="80" y="129"/>
                    </a:cubicBezTo>
                    <a:cubicBezTo>
                      <a:pt x="80" y="128"/>
                      <a:pt x="80" y="128"/>
                      <a:pt x="79" y="128"/>
                    </a:cubicBezTo>
                    <a:cubicBezTo>
                      <a:pt x="79" y="128"/>
                      <a:pt x="79" y="128"/>
                      <a:pt x="79" y="128"/>
                    </a:cubicBezTo>
                    <a:cubicBezTo>
                      <a:pt x="79" y="128"/>
                      <a:pt x="79" y="128"/>
                      <a:pt x="78" y="128"/>
                    </a:cubicBezTo>
                    <a:cubicBezTo>
                      <a:pt x="78" y="127"/>
                      <a:pt x="78" y="127"/>
                      <a:pt x="78" y="127"/>
                    </a:cubicBezTo>
                    <a:cubicBezTo>
                      <a:pt x="78" y="127"/>
                      <a:pt x="78" y="127"/>
                      <a:pt x="78" y="127"/>
                    </a:cubicBezTo>
                    <a:cubicBezTo>
                      <a:pt x="77" y="127"/>
                      <a:pt x="77" y="127"/>
                      <a:pt x="77" y="127"/>
                    </a:cubicBezTo>
                    <a:cubicBezTo>
                      <a:pt x="77" y="127"/>
                      <a:pt x="77" y="128"/>
                      <a:pt x="77" y="128"/>
                    </a:cubicBezTo>
                    <a:cubicBezTo>
                      <a:pt x="77" y="129"/>
                      <a:pt x="77" y="129"/>
                      <a:pt x="77" y="129"/>
                    </a:cubicBezTo>
                    <a:cubicBezTo>
                      <a:pt x="77" y="130"/>
                      <a:pt x="77" y="130"/>
                      <a:pt x="77" y="131"/>
                    </a:cubicBezTo>
                    <a:cubicBezTo>
                      <a:pt x="77" y="131"/>
                      <a:pt x="77" y="131"/>
                      <a:pt x="77" y="131"/>
                    </a:cubicBezTo>
                    <a:cubicBezTo>
                      <a:pt x="77" y="132"/>
                      <a:pt x="77" y="132"/>
                      <a:pt x="77" y="133"/>
                    </a:cubicBezTo>
                    <a:cubicBezTo>
                      <a:pt x="77" y="133"/>
                      <a:pt x="77" y="133"/>
                      <a:pt x="77" y="134"/>
                    </a:cubicBezTo>
                    <a:cubicBezTo>
                      <a:pt x="77" y="134"/>
                      <a:pt x="77" y="134"/>
                      <a:pt x="77" y="134"/>
                    </a:cubicBezTo>
                    <a:cubicBezTo>
                      <a:pt x="77" y="134"/>
                      <a:pt x="77" y="134"/>
                      <a:pt x="77" y="135"/>
                    </a:cubicBezTo>
                    <a:cubicBezTo>
                      <a:pt x="77" y="135"/>
                      <a:pt x="78" y="136"/>
                      <a:pt x="78" y="136"/>
                    </a:cubicBezTo>
                    <a:cubicBezTo>
                      <a:pt x="78" y="136"/>
                      <a:pt x="78" y="136"/>
                      <a:pt x="78" y="136"/>
                    </a:cubicBezTo>
                    <a:cubicBezTo>
                      <a:pt x="78" y="137"/>
                      <a:pt x="78" y="137"/>
                      <a:pt x="78" y="138"/>
                    </a:cubicBezTo>
                    <a:cubicBezTo>
                      <a:pt x="78" y="138"/>
                      <a:pt x="79" y="139"/>
                      <a:pt x="79" y="139"/>
                    </a:cubicBezTo>
                    <a:cubicBezTo>
                      <a:pt x="79" y="140"/>
                      <a:pt x="79" y="140"/>
                      <a:pt x="79" y="141"/>
                    </a:cubicBezTo>
                    <a:cubicBezTo>
                      <a:pt x="80" y="141"/>
                      <a:pt x="80" y="142"/>
                      <a:pt x="80" y="142"/>
                    </a:cubicBezTo>
                    <a:cubicBezTo>
                      <a:pt x="80" y="142"/>
                      <a:pt x="80" y="142"/>
                      <a:pt x="80" y="142"/>
                    </a:cubicBezTo>
                    <a:cubicBezTo>
                      <a:pt x="80" y="142"/>
                      <a:pt x="80" y="143"/>
                      <a:pt x="81" y="143"/>
                    </a:cubicBezTo>
                    <a:cubicBezTo>
                      <a:pt x="81" y="143"/>
                      <a:pt x="81" y="143"/>
                      <a:pt x="81" y="143"/>
                    </a:cubicBezTo>
                    <a:cubicBezTo>
                      <a:pt x="81" y="143"/>
                      <a:pt x="81" y="143"/>
                      <a:pt x="81" y="143"/>
                    </a:cubicBezTo>
                    <a:cubicBezTo>
                      <a:pt x="81" y="144"/>
                      <a:pt x="81" y="144"/>
                      <a:pt x="81" y="144"/>
                    </a:cubicBezTo>
                    <a:cubicBezTo>
                      <a:pt x="81" y="144"/>
                      <a:pt x="82" y="144"/>
                      <a:pt x="82" y="145"/>
                    </a:cubicBezTo>
                    <a:cubicBezTo>
                      <a:pt x="82" y="145"/>
                      <a:pt x="82" y="145"/>
                      <a:pt x="82" y="145"/>
                    </a:cubicBezTo>
                    <a:cubicBezTo>
                      <a:pt x="82" y="146"/>
                      <a:pt x="82" y="146"/>
                      <a:pt x="83" y="146"/>
                    </a:cubicBezTo>
                    <a:cubicBezTo>
                      <a:pt x="83" y="146"/>
                      <a:pt x="83" y="146"/>
                      <a:pt x="83" y="146"/>
                    </a:cubicBezTo>
                    <a:cubicBezTo>
                      <a:pt x="83" y="146"/>
                      <a:pt x="83" y="146"/>
                      <a:pt x="83" y="146"/>
                    </a:cubicBezTo>
                    <a:cubicBezTo>
                      <a:pt x="83" y="146"/>
                      <a:pt x="83" y="146"/>
                      <a:pt x="83" y="146"/>
                    </a:cubicBezTo>
                    <a:cubicBezTo>
                      <a:pt x="83" y="146"/>
                      <a:pt x="83" y="146"/>
                      <a:pt x="83" y="147"/>
                    </a:cubicBezTo>
                    <a:cubicBezTo>
                      <a:pt x="83" y="147"/>
                      <a:pt x="83" y="147"/>
                      <a:pt x="83" y="147"/>
                    </a:cubicBezTo>
                    <a:cubicBezTo>
                      <a:pt x="83" y="147"/>
                      <a:pt x="83" y="147"/>
                      <a:pt x="83" y="147"/>
                    </a:cubicBezTo>
                    <a:cubicBezTo>
                      <a:pt x="83" y="147"/>
                      <a:pt x="83" y="147"/>
                      <a:pt x="83" y="147"/>
                    </a:cubicBezTo>
                    <a:cubicBezTo>
                      <a:pt x="83" y="147"/>
                      <a:pt x="82" y="147"/>
                      <a:pt x="82" y="147"/>
                    </a:cubicBezTo>
                    <a:cubicBezTo>
                      <a:pt x="82" y="147"/>
                      <a:pt x="82" y="147"/>
                      <a:pt x="82" y="147"/>
                    </a:cubicBezTo>
                    <a:cubicBezTo>
                      <a:pt x="82" y="147"/>
                      <a:pt x="82" y="147"/>
                      <a:pt x="82" y="147"/>
                    </a:cubicBezTo>
                    <a:cubicBezTo>
                      <a:pt x="82" y="147"/>
                      <a:pt x="82" y="147"/>
                      <a:pt x="82" y="147"/>
                    </a:cubicBezTo>
                    <a:cubicBezTo>
                      <a:pt x="82" y="147"/>
                      <a:pt x="82" y="147"/>
                      <a:pt x="82" y="147"/>
                    </a:cubicBezTo>
                    <a:cubicBezTo>
                      <a:pt x="82" y="147"/>
                      <a:pt x="81" y="147"/>
                      <a:pt x="81" y="146"/>
                    </a:cubicBezTo>
                    <a:cubicBezTo>
                      <a:pt x="81" y="146"/>
                      <a:pt x="81" y="146"/>
                      <a:pt x="81" y="146"/>
                    </a:cubicBezTo>
                    <a:cubicBezTo>
                      <a:pt x="81" y="146"/>
                      <a:pt x="80" y="145"/>
                      <a:pt x="80" y="145"/>
                    </a:cubicBezTo>
                    <a:cubicBezTo>
                      <a:pt x="80" y="145"/>
                      <a:pt x="80" y="145"/>
                      <a:pt x="80" y="145"/>
                    </a:cubicBezTo>
                    <a:cubicBezTo>
                      <a:pt x="79" y="144"/>
                      <a:pt x="79" y="143"/>
                      <a:pt x="79" y="143"/>
                    </a:cubicBezTo>
                    <a:cubicBezTo>
                      <a:pt x="78" y="142"/>
                      <a:pt x="78" y="141"/>
                      <a:pt x="78" y="140"/>
                    </a:cubicBezTo>
                    <a:cubicBezTo>
                      <a:pt x="77" y="140"/>
                      <a:pt x="77" y="139"/>
                      <a:pt x="77" y="139"/>
                    </a:cubicBezTo>
                    <a:cubicBezTo>
                      <a:pt x="77" y="138"/>
                      <a:pt x="76" y="138"/>
                      <a:pt x="76" y="137"/>
                    </a:cubicBezTo>
                    <a:cubicBezTo>
                      <a:pt x="76" y="136"/>
                      <a:pt x="76" y="136"/>
                      <a:pt x="76" y="136"/>
                    </a:cubicBezTo>
                    <a:cubicBezTo>
                      <a:pt x="76" y="137"/>
                      <a:pt x="76" y="137"/>
                      <a:pt x="76" y="138"/>
                    </a:cubicBezTo>
                    <a:cubicBezTo>
                      <a:pt x="76" y="138"/>
                      <a:pt x="75" y="139"/>
                      <a:pt x="75" y="139"/>
                    </a:cubicBezTo>
                    <a:cubicBezTo>
                      <a:pt x="75" y="139"/>
                      <a:pt x="75" y="139"/>
                      <a:pt x="75" y="139"/>
                    </a:cubicBezTo>
                    <a:cubicBezTo>
                      <a:pt x="75" y="139"/>
                      <a:pt x="75" y="139"/>
                      <a:pt x="75" y="140"/>
                    </a:cubicBezTo>
                    <a:cubicBezTo>
                      <a:pt x="75" y="140"/>
                      <a:pt x="75" y="141"/>
                      <a:pt x="74" y="141"/>
                    </a:cubicBezTo>
                    <a:cubicBezTo>
                      <a:pt x="74" y="141"/>
                      <a:pt x="74" y="142"/>
                      <a:pt x="74" y="142"/>
                    </a:cubicBezTo>
                    <a:cubicBezTo>
                      <a:pt x="74" y="142"/>
                      <a:pt x="73" y="143"/>
                      <a:pt x="73" y="143"/>
                    </a:cubicBezTo>
                    <a:cubicBezTo>
                      <a:pt x="73" y="143"/>
                      <a:pt x="73" y="143"/>
                      <a:pt x="73" y="143"/>
                    </a:cubicBezTo>
                    <a:cubicBezTo>
                      <a:pt x="73" y="143"/>
                      <a:pt x="73" y="144"/>
                      <a:pt x="73" y="144"/>
                    </a:cubicBezTo>
                    <a:cubicBezTo>
                      <a:pt x="73" y="144"/>
                      <a:pt x="72" y="144"/>
                      <a:pt x="72" y="145"/>
                    </a:cubicBezTo>
                    <a:cubicBezTo>
                      <a:pt x="72" y="145"/>
                      <a:pt x="72" y="145"/>
                      <a:pt x="72" y="145"/>
                    </a:cubicBezTo>
                    <a:cubicBezTo>
                      <a:pt x="72" y="145"/>
                      <a:pt x="72" y="145"/>
                      <a:pt x="72" y="145"/>
                    </a:cubicBezTo>
                    <a:cubicBezTo>
                      <a:pt x="71" y="146"/>
                      <a:pt x="71" y="146"/>
                      <a:pt x="71" y="146"/>
                    </a:cubicBezTo>
                    <a:cubicBezTo>
                      <a:pt x="71" y="146"/>
                      <a:pt x="71" y="146"/>
                      <a:pt x="71" y="147"/>
                    </a:cubicBezTo>
                    <a:cubicBezTo>
                      <a:pt x="70" y="147"/>
                      <a:pt x="70" y="147"/>
                      <a:pt x="70" y="147"/>
                    </a:cubicBezTo>
                    <a:cubicBezTo>
                      <a:pt x="70" y="147"/>
                      <a:pt x="70" y="147"/>
                      <a:pt x="70" y="147"/>
                    </a:cubicBezTo>
                    <a:cubicBezTo>
                      <a:pt x="70" y="147"/>
                      <a:pt x="70" y="147"/>
                      <a:pt x="70" y="147"/>
                    </a:cubicBezTo>
                    <a:cubicBezTo>
                      <a:pt x="70" y="147"/>
                      <a:pt x="70" y="147"/>
                      <a:pt x="70" y="147"/>
                    </a:cubicBezTo>
                    <a:cubicBezTo>
                      <a:pt x="70" y="147"/>
                      <a:pt x="70" y="147"/>
                      <a:pt x="70" y="147"/>
                    </a:cubicBezTo>
                    <a:cubicBezTo>
                      <a:pt x="70" y="147"/>
                      <a:pt x="70" y="147"/>
                      <a:pt x="69" y="147"/>
                    </a:cubicBezTo>
                    <a:cubicBezTo>
                      <a:pt x="69" y="147"/>
                      <a:pt x="69" y="147"/>
                      <a:pt x="69" y="147"/>
                    </a:cubicBezTo>
                    <a:cubicBezTo>
                      <a:pt x="69" y="147"/>
                      <a:pt x="69" y="147"/>
                      <a:pt x="69" y="147"/>
                    </a:cubicBezTo>
                    <a:cubicBezTo>
                      <a:pt x="69" y="147"/>
                      <a:pt x="69" y="147"/>
                      <a:pt x="69" y="147"/>
                    </a:cubicBezTo>
                    <a:cubicBezTo>
                      <a:pt x="69" y="147"/>
                      <a:pt x="69" y="147"/>
                      <a:pt x="69" y="146"/>
                    </a:cubicBezTo>
                    <a:cubicBezTo>
                      <a:pt x="69" y="146"/>
                      <a:pt x="69" y="146"/>
                      <a:pt x="69" y="146"/>
                    </a:cubicBezTo>
                    <a:cubicBezTo>
                      <a:pt x="69" y="146"/>
                      <a:pt x="69" y="146"/>
                      <a:pt x="69" y="146"/>
                    </a:cubicBezTo>
                    <a:cubicBezTo>
                      <a:pt x="69" y="146"/>
                      <a:pt x="69" y="146"/>
                      <a:pt x="69" y="146"/>
                    </a:cubicBezTo>
                    <a:cubicBezTo>
                      <a:pt x="69" y="146"/>
                      <a:pt x="69" y="146"/>
                      <a:pt x="69" y="146"/>
                    </a:cubicBezTo>
                    <a:cubicBezTo>
                      <a:pt x="69" y="146"/>
                      <a:pt x="69" y="146"/>
                      <a:pt x="69" y="146"/>
                    </a:cubicBezTo>
                    <a:cubicBezTo>
                      <a:pt x="69" y="146"/>
                      <a:pt x="69" y="146"/>
                      <a:pt x="70" y="145"/>
                    </a:cubicBezTo>
                    <a:cubicBezTo>
                      <a:pt x="70" y="145"/>
                      <a:pt x="70" y="145"/>
                      <a:pt x="70" y="145"/>
                    </a:cubicBezTo>
                    <a:cubicBezTo>
                      <a:pt x="70" y="145"/>
                      <a:pt x="70" y="145"/>
                      <a:pt x="70" y="145"/>
                    </a:cubicBezTo>
                    <a:cubicBezTo>
                      <a:pt x="70" y="145"/>
                      <a:pt x="70" y="144"/>
                      <a:pt x="71" y="144"/>
                    </a:cubicBezTo>
                    <a:cubicBezTo>
                      <a:pt x="71" y="144"/>
                      <a:pt x="71" y="144"/>
                      <a:pt x="71" y="143"/>
                    </a:cubicBezTo>
                    <a:cubicBezTo>
                      <a:pt x="71" y="143"/>
                      <a:pt x="71" y="143"/>
                      <a:pt x="71" y="143"/>
                    </a:cubicBezTo>
                    <a:cubicBezTo>
                      <a:pt x="72" y="143"/>
                      <a:pt x="72" y="142"/>
                      <a:pt x="72" y="142"/>
                    </a:cubicBezTo>
                    <a:cubicBezTo>
                      <a:pt x="72" y="142"/>
                      <a:pt x="72" y="141"/>
                      <a:pt x="73" y="141"/>
                    </a:cubicBezTo>
                    <a:cubicBezTo>
                      <a:pt x="73" y="141"/>
                      <a:pt x="73" y="140"/>
                      <a:pt x="73" y="140"/>
                    </a:cubicBezTo>
                    <a:cubicBezTo>
                      <a:pt x="73" y="140"/>
                      <a:pt x="73" y="140"/>
                      <a:pt x="73" y="140"/>
                    </a:cubicBezTo>
                    <a:cubicBezTo>
                      <a:pt x="73" y="139"/>
                      <a:pt x="74" y="139"/>
                      <a:pt x="74" y="139"/>
                    </a:cubicBezTo>
                    <a:cubicBezTo>
                      <a:pt x="74" y="139"/>
                      <a:pt x="74" y="139"/>
                      <a:pt x="74" y="139"/>
                    </a:cubicBezTo>
                    <a:cubicBezTo>
                      <a:pt x="74" y="138"/>
                      <a:pt x="74" y="138"/>
                      <a:pt x="74" y="137"/>
                    </a:cubicBezTo>
                    <a:cubicBezTo>
                      <a:pt x="74" y="137"/>
                      <a:pt x="75" y="137"/>
                      <a:pt x="75" y="136"/>
                    </a:cubicBezTo>
                    <a:cubicBezTo>
                      <a:pt x="75" y="136"/>
                      <a:pt x="75" y="135"/>
                      <a:pt x="75" y="135"/>
                    </a:cubicBezTo>
                    <a:cubicBezTo>
                      <a:pt x="75" y="135"/>
                      <a:pt x="75" y="134"/>
                      <a:pt x="75" y="134"/>
                    </a:cubicBezTo>
                    <a:cubicBezTo>
                      <a:pt x="75" y="134"/>
                      <a:pt x="75" y="134"/>
                      <a:pt x="75" y="134"/>
                    </a:cubicBezTo>
                    <a:cubicBezTo>
                      <a:pt x="75" y="133"/>
                      <a:pt x="75" y="133"/>
                      <a:pt x="75" y="132"/>
                    </a:cubicBezTo>
                    <a:cubicBezTo>
                      <a:pt x="75" y="132"/>
                      <a:pt x="75" y="131"/>
                      <a:pt x="75" y="131"/>
                    </a:cubicBezTo>
                    <a:cubicBezTo>
                      <a:pt x="75" y="131"/>
                      <a:pt x="75" y="131"/>
                      <a:pt x="75" y="131"/>
                    </a:cubicBezTo>
                    <a:cubicBezTo>
                      <a:pt x="75" y="130"/>
                      <a:pt x="75" y="130"/>
                      <a:pt x="75" y="129"/>
                    </a:cubicBezTo>
                    <a:cubicBezTo>
                      <a:pt x="75" y="129"/>
                      <a:pt x="75" y="128"/>
                      <a:pt x="75" y="128"/>
                    </a:cubicBezTo>
                    <a:cubicBezTo>
                      <a:pt x="75" y="127"/>
                      <a:pt x="75" y="127"/>
                      <a:pt x="75" y="127"/>
                    </a:cubicBezTo>
                    <a:close/>
                    <a:moveTo>
                      <a:pt x="107" y="13"/>
                    </a:move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6" y="12"/>
                      <a:pt x="106" y="12"/>
                    </a:cubicBezTo>
                    <a:cubicBezTo>
                      <a:pt x="106" y="12"/>
                      <a:pt x="106" y="12"/>
                      <a:pt x="106" y="12"/>
                    </a:cubicBezTo>
                    <a:cubicBezTo>
                      <a:pt x="106" y="12"/>
                      <a:pt x="106" y="12"/>
                      <a:pt x="106" y="11"/>
                    </a:cubicBezTo>
                    <a:cubicBezTo>
                      <a:pt x="106" y="11"/>
                      <a:pt x="106" y="11"/>
                      <a:pt x="106" y="11"/>
                    </a:cubicBezTo>
                    <a:cubicBezTo>
                      <a:pt x="106" y="11"/>
                      <a:pt x="106" y="11"/>
                      <a:pt x="106" y="11"/>
                    </a:cubicBezTo>
                    <a:cubicBezTo>
                      <a:pt x="106" y="11"/>
                      <a:pt x="106" y="11"/>
                      <a:pt x="106" y="11"/>
                    </a:cubicBezTo>
                    <a:cubicBezTo>
                      <a:pt x="106" y="11"/>
                      <a:pt x="106" y="11"/>
                      <a:pt x="106" y="11"/>
                    </a:cubicBezTo>
                    <a:cubicBezTo>
                      <a:pt x="106" y="11"/>
                      <a:pt x="106" y="11"/>
                      <a:pt x="106" y="11"/>
                    </a:cubicBezTo>
                    <a:cubicBezTo>
                      <a:pt x="106" y="11"/>
                      <a:pt x="106" y="11"/>
                      <a:pt x="106" y="11"/>
                    </a:cubicBezTo>
                    <a:cubicBezTo>
                      <a:pt x="106" y="11"/>
                      <a:pt x="106" y="10"/>
                      <a:pt x="107" y="10"/>
                    </a:cubicBezTo>
                    <a:cubicBezTo>
                      <a:pt x="107" y="10"/>
                      <a:pt x="107" y="10"/>
                      <a:pt x="107" y="10"/>
                    </a:cubicBezTo>
                    <a:cubicBezTo>
                      <a:pt x="107" y="10"/>
                      <a:pt x="107" y="10"/>
                      <a:pt x="107" y="10"/>
                    </a:cubicBezTo>
                    <a:cubicBezTo>
                      <a:pt x="107" y="10"/>
                      <a:pt x="107" y="10"/>
                      <a:pt x="107" y="10"/>
                    </a:cubicBezTo>
                    <a:cubicBezTo>
                      <a:pt x="107" y="10"/>
                      <a:pt x="107" y="10"/>
                      <a:pt x="107" y="10"/>
                    </a:cubicBezTo>
                    <a:cubicBezTo>
                      <a:pt x="107" y="10"/>
                      <a:pt x="107" y="10"/>
                      <a:pt x="107" y="10"/>
                    </a:cubicBezTo>
                    <a:cubicBezTo>
                      <a:pt x="107" y="10"/>
                      <a:pt x="107" y="10"/>
                      <a:pt x="107" y="10"/>
                    </a:cubicBezTo>
                    <a:cubicBezTo>
                      <a:pt x="107" y="10"/>
                      <a:pt x="107" y="10"/>
                      <a:pt x="107" y="10"/>
                    </a:cubicBezTo>
                    <a:cubicBezTo>
                      <a:pt x="107" y="11"/>
                      <a:pt x="107" y="11"/>
                      <a:pt x="107" y="11"/>
                    </a:cubicBezTo>
                    <a:cubicBezTo>
                      <a:pt x="107" y="11"/>
                      <a:pt x="107" y="11"/>
                      <a:pt x="107" y="11"/>
                    </a:cubicBezTo>
                    <a:cubicBezTo>
                      <a:pt x="107" y="11"/>
                      <a:pt x="107" y="11"/>
                      <a:pt x="107" y="11"/>
                    </a:cubicBezTo>
                    <a:cubicBezTo>
                      <a:pt x="107" y="11"/>
                      <a:pt x="107" y="11"/>
                      <a:pt x="107" y="11"/>
                    </a:cubicBezTo>
                    <a:cubicBezTo>
                      <a:pt x="108" y="11"/>
                      <a:pt x="108" y="11"/>
                      <a:pt x="108" y="11"/>
                    </a:cubicBezTo>
                    <a:cubicBezTo>
                      <a:pt x="108" y="11"/>
                      <a:pt x="108" y="12"/>
                      <a:pt x="108" y="12"/>
                    </a:cubicBezTo>
                    <a:cubicBezTo>
                      <a:pt x="108" y="12"/>
                      <a:pt x="108" y="12"/>
                      <a:pt x="108" y="12"/>
                    </a:cubicBezTo>
                    <a:cubicBezTo>
                      <a:pt x="108" y="12"/>
                      <a:pt x="108" y="12"/>
                      <a:pt x="108" y="12"/>
                    </a:cubicBezTo>
                    <a:cubicBezTo>
                      <a:pt x="108" y="12"/>
                      <a:pt x="109" y="12"/>
                      <a:pt x="109" y="12"/>
                    </a:cubicBezTo>
                    <a:cubicBezTo>
                      <a:pt x="109" y="12"/>
                      <a:pt x="109" y="12"/>
                      <a:pt x="109" y="12"/>
                    </a:cubicBezTo>
                    <a:cubicBezTo>
                      <a:pt x="110" y="12"/>
                      <a:pt x="110" y="12"/>
                      <a:pt x="110" y="12"/>
                    </a:cubicBezTo>
                    <a:cubicBezTo>
                      <a:pt x="110" y="12"/>
                      <a:pt x="110" y="12"/>
                      <a:pt x="110" y="12"/>
                    </a:cubicBezTo>
                    <a:cubicBezTo>
                      <a:pt x="110" y="12"/>
                      <a:pt x="111" y="12"/>
                      <a:pt x="111" y="12"/>
                    </a:cubicBezTo>
                    <a:cubicBezTo>
                      <a:pt x="111" y="12"/>
                      <a:pt x="112" y="12"/>
                      <a:pt x="112" y="12"/>
                    </a:cubicBezTo>
                    <a:cubicBezTo>
                      <a:pt x="112" y="12"/>
                      <a:pt x="112" y="12"/>
                      <a:pt x="112" y="12"/>
                    </a:cubicBezTo>
                    <a:cubicBezTo>
                      <a:pt x="112" y="12"/>
                      <a:pt x="112" y="12"/>
                      <a:pt x="112" y="12"/>
                    </a:cubicBezTo>
                    <a:cubicBezTo>
                      <a:pt x="112" y="12"/>
                      <a:pt x="112" y="11"/>
                      <a:pt x="112" y="11"/>
                    </a:cubicBezTo>
                    <a:cubicBezTo>
                      <a:pt x="112" y="11"/>
                      <a:pt x="112" y="11"/>
                      <a:pt x="112" y="11"/>
                    </a:cubicBezTo>
                    <a:cubicBezTo>
                      <a:pt x="112" y="11"/>
                      <a:pt x="112" y="11"/>
                      <a:pt x="112" y="11"/>
                    </a:cubicBezTo>
                    <a:cubicBezTo>
                      <a:pt x="113" y="11"/>
                      <a:pt x="113" y="11"/>
                      <a:pt x="113" y="11"/>
                    </a:cubicBezTo>
                    <a:cubicBezTo>
                      <a:pt x="113" y="11"/>
                      <a:pt x="113" y="10"/>
                      <a:pt x="113" y="10"/>
                    </a:cubicBezTo>
                    <a:cubicBezTo>
                      <a:pt x="113" y="10"/>
                      <a:pt x="113" y="10"/>
                      <a:pt x="113" y="10"/>
                    </a:cubicBezTo>
                    <a:cubicBezTo>
                      <a:pt x="113" y="10"/>
                      <a:pt x="113" y="10"/>
                      <a:pt x="113" y="10"/>
                    </a:cubicBezTo>
                    <a:cubicBezTo>
                      <a:pt x="113" y="10"/>
                      <a:pt x="113" y="10"/>
                      <a:pt x="113" y="10"/>
                    </a:cubicBezTo>
                    <a:cubicBezTo>
                      <a:pt x="113" y="10"/>
                      <a:pt x="113" y="10"/>
                      <a:pt x="113" y="10"/>
                    </a:cubicBezTo>
                    <a:cubicBezTo>
                      <a:pt x="113" y="10"/>
                      <a:pt x="113" y="10"/>
                      <a:pt x="113" y="10"/>
                    </a:cubicBezTo>
                    <a:cubicBezTo>
                      <a:pt x="113" y="10"/>
                      <a:pt x="113" y="10"/>
                      <a:pt x="113" y="10"/>
                    </a:cubicBezTo>
                    <a:cubicBezTo>
                      <a:pt x="113" y="10"/>
                      <a:pt x="113" y="10"/>
                      <a:pt x="113" y="10"/>
                    </a:cubicBezTo>
                    <a:cubicBezTo>
                      <a:pt x="113" y="10"/>
                      <a:pt x="113" y="10"/>
                      <a:pt x="114" y="10"/>
                    </a:cubicBezTo>
                    <a:cubicBezTo>
                      <a:pt x="114" y="10"/>
                      <a:pt x="114" y="10"/>
                      <a:pt x="114" y="11"/>
                    </a:cubicBezTo>
                    <a:cubicBezTo>
                      <a:pt x="114" y="11"/>
                      <a:pt x="114" y="11"/>
                      <a:pt x="114" y="11"/>
                    </a:cubicBezTo>
                    <a:cubicBezTo>
                      <a:pt x="114" y="11"/>
                      <a:pt x="114" y="11"/>
                      <a:pt x="114" y="12"/>
                    </a:cubicBezTo>
                    <a:cubicBezTo>
                      <a:pt x="114" y="12"/>
                      <a:pt x="113" y="12"/>
                      <a:pt x="113" y="12"/>
                    </a:cubicBezTo>
                    <a:cubicBezTo>
                      <a:pt x="113" y="12"/>
                      <a:pt x="113" y="12"/>
                      <a:pt x="113" y="13"/>
                    </a:cubicBezTo>
                    <a:cubicBezTo>
                      <a:pt x="113" y="13"/>
                      <a:pt x="113" y="13"/>
                      <a:pt x="113" y="13"/>
                    </a:cubicBezTo>
                    <a:cubicBezTo>
                      <a:pt x="113" y="13"/>
                      <a:pt x="113" y="13"/>
                      <a:pt x="112" y="13"/>
                    </a:cubicBezTo>
                    <a:cubicBezTo>
                      <a:pt x="112" y="13"/>
                      <a:pt x="112" y="13"/>
                      <a:pt x="112" y="13"/>
                    </a:cubicBezTo>
                    <a:cubicBezTo>
                      <a:pt x="112" y="13"/>
                      <a:pt x="112" y="13"/>
                      <a:pt x="112" y="13"/>
                    </a:cubicBezTo>
                    <a:cubicBezTo>
                      <a:pt x="111" y="13"/>
                      <a:pt x="111" y="13"/>
                      <a:pt x="111" y="13"/>
                    </a:cubicBezTo>
                    <a:cubicBezTo>
                      <a:pt x="111" y="14"/>
                      <a:pt x="111" y="14"/>
                      <a:pt x="111" y="14"/>
                    </a:cubicBezTo>
                    <a:cubicBezTo>
                      <a:pt x="111" y="14"/>
                      <a:pt x="111" y="14"/>
                      <a:pt x="111" y="14"/>
                    </a:cubicBezTo>
                    <a:cubicBezTo>
                      <a:pt x="111" y="14"/>
                      <a:pt x="112" y="14"/>
                      <a:pt x="112" y="14"/>
                    </a:cubicBezTo>
                    <a:cubicBezTo>
                      <a:pt x="113" y="14"/>
                      <a:pt x="114" y="14"/>
                      <a:pt x="114" y="14"/>
                    </a:cubicBezTo>
                    <a:cubicBezTo>
                      <a:pt x="114" y="14"/>
                      <a:pt x="114" y="14"/>
                      <a:pt x="114" y="14"/>
                    </a:cubicBezTo>
                    <a:cubicBezTo>
                      <a:pt x="115" y="14"/>
                      <a:pt x="115" y="14"/>
                      <a:pt x="116" y="14"/>
                    </a:cubicBezTo>
                    <a:cubicBezTo>
                      <a:pt x="116" y="14"/>
                      <a:pt x="116" y="14"/>
                      <a:pt x="116" y="14"/>
                    </a:cubicBezTo>
                    <a:cubicBezTo>
                      <a:pt x="116" y="14"/>
                      <a:pt x="116" y="14"/>
                      <a:pt x="116" y="14"/>
                    </a:cubicBezTo>
                    <a:cubicBezTo>
                      <a:pt x="116" y="14"/>
                      <a:pt x="116" y="15"/>
                      <a:pt x="116" y="15"/>
                    </a:cubicBezTo>
                    <a:cubicBezTo>
                      <a:pt x="116" y="15"/>
                      <a:pt x="116" y="15"/>
                      <a:pt x="116" y="15"/>
                    </a:cubicBezTo>
                    <a:cubicBezTo>
                      <a:pt x="117" y="15"/>
                      <a:pt x="117" y="15"/>
                      <a:pt x="117" y="15"/>
                    </a:cubicBezTo>
                    <a:cubicBezTo>
                      <a:pt x="117" y="15"/>
                      <a:pt x="117" y="15"/>
                      <a:pt x="117" y="15"/>
                    </a:cubicBezTo>
                    <a:cubicBezTo>
                      <a:pt x="117" y="15"/>
                      <a:pt x="117" y="15"/>
                      <a:pt x="116" y="15"/>
                    </a:cubicBezTo>
                    <a:cubicBezTo>
                      <a:pt x="116" y="15"/>
                      <a:pt x="116" y="15"/>
                      <a:pt x="116" y="15"/>
                    </a:cubicBezTo>
                    <a:cubicBezTo>
                      <a:pt x="116" y="15"/>
                      <a:pt x="116" y="15"/>
                      <a:pt x="116" y="15"/>
                    </a:cubicBezTo>
                    <a:cubicBezTo>
                      <a:pt x="116" y="15"/>
                      <a:pt x="116" y="15"/>
                      <a:pt x="116" y="15"/>
                    </a:cubicBezTo>
                    <a:cubicBezTo>
                      <a:pt x="116" y="15"/>
                      <a:pt x="116" y="15"/>
                      <a:pt x="116" y="15"/>
                    </a:cubicBezTo>
                    <a:cubicBezTo>
                      <a:pt x="116" y="15"/>
                      <a:pt x="116" y="15"/>
                      <a:pt x="116" y="15"/>
                    </a:cubicBezTo>
                    <a:cubicBezTo>
                      <a:pt x="116" y="15"/>
                      <a:pt x="116" y="15"/>
                      <a:pt x="116" y="15"/>
                    </a:cubicBezTo>
                    <a:cubicBezTo>
                      <a:pt x="116" y="15"/>
                      <a:pt x="115" y="15"/>
                      <a:pt x="115" y="15"/>
                    </a:cubicBezTo>
                    <a:cubicBezTo>
                      <a:pt x="115" y="15"/>
                      <a:pt x="115" y="15"/>
                      <a:pt x="115" y="15"/>
                    </a:cubicBezTo>
                    <a:cubicBezTo>
                      <a:pt x="115" y="15"/>
                      <a:pt x="114" y="15"/>
                      <a:pt x="113" y="15"/>
                    </a:cubicBezTo>
                    <a:cubicBezTo>
                      <a:pt x="113" y="15"/>
                      <a:pt x="112" y="15"/>
                      <a:pt x="112" y="15"/>
                    </a:cubicBezTo>
                    <a:cubicBezTo>
                      <a:pt x="111" y="15"/>
                      <a:pt x="111" y="15"/>
                      <a:pt x="111" y="15"/>
                    </a:cubicBezTo>
                    <a:cubicBezTo>
                      <a:pt x="111" y="16"/>
                      <a:pt x="111" y="16"/>
                      <a:pt x="111" y="16"/>
                    </a:cubicBezTo>
                    <a:cubicBezTo>
                      <a:pt x="111" y="16"/>
                      <a:pt x="111" y="16"/>
                      <a:pt x="111" y="16"/>
                    </a:cubicBezTo>
                    <a:cubicBezTo>
                      <a:pt x="111" y="16"/>
                      <a:pt x="111" y="16"/>
                      <a:pt x="111" y="16"/>
                    </a:cubicBezTo>
                    <a:cubicBezTo>
                      <a:pt x="111" y="16"/>
                      <a:pt x="111" y="16"/>
                      <a:pt x="111" y="16"/>
                    </a:cubicBezTo>
                    <a:cubicBezTo>
                      <a:pt x="107" y="13"/>
                      <a:pt x="107" y="13"/>
                      <a:pt x="107" y="13"/>
                    </a:cubicBezTo>
                    <a:close/>
                    <a:moveTo>
                      <a:pt x="111" y="16"/>
                    </a:moveTo>
                    <a:cubicBezTo>
                      <a:pt x="111" y="16"/>
                      <a:pt x="111" y="16"/>
                      <a:pt x="111" y="16"/>
                    </a:cubicBezTo>
                    <a:cubicBezTo>
                      <a:pt x="111" y="16"/>
                      <a:pt x="111" y="16"/>
                      <a:pt x="111" y="16"/>
                    </a:cubicBezTo>
                    <a:cubicBezTo>
                      <a:pt x="111" y="16"/>
                      <a:pt x="111" y="16"/>
                      <a:pt x="111" y="16"/>
                    </a:cubicBezTo>
                    <a:cubicBezTo>
                      <a:pt x="112" y="16"/>
                      <a:pt x="112" y="16"/>
                      <a:pt x="112" y="16"/>
                    </a:cubicBezTo>
                    <a:cubicBezTo>
                      <a:pt x="113" y="16"/>
                      <a:pt x="113" y="16"/>
                      <a:pt x="113" y="17"/>
                    </a:cubicBezTo>
                    <a:cubicBezTo>
                      <a:pt x="113" y="17"/>
                      <a:pt x="114" y="17"/>
                      <a:pt x="114" y="17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4" y="18"/>
                      <a:pt x="115" y="18"/>
                      <a:pt x="115" y="18"/>
                    </a:cubicBezTo>
                    <a:cubicBezTo>
                      <a:pt x="115" y="18"/>
                      <a:pt x="115" y="18"/>
                      <a:pt x="115" y="18"/>
                    </a:cubicBezTo>
                    <a:cubicBezTo>
                      <a:pt x="115" y="18"/>
                      <a:pt x="115" y="18"/>
                      <a:pt x="115" y="18"/>
                    </a:cubicBezTo>
                    <a:cubicBezTo>
                      <a:pt x="115" y="18"/>
                      <a:pt x="115" y="19"/>
                      <a:pt x="115" y="19"/>
                    </a:cubicBezTo>
                    <a:cubicBezTo>
                      <a:pt x="115" y="19"/>
                      <a:pt x="115" y="19"/>
                      <a:pt x="115" y="19"/>
                    </a:cubicBezTo>
                    <a:cubicBezTo>
                      <a:pt x="115" y="19"/>
                      <a:pt x="115" y="19"/>
                      <a:pt x="115" y="19"/>
                    </a:cubicBezTo>
                    <a:cubicBezTo>
                      <a:pt x="115" y="19"/>
                      <a:pt x="115" y="20"/>
                      <a:pt x="114" y="20"/>
                    </a:cubicBezTo>
                    <a:cubicBezTo>
                      <a:pt x="114" y="20"/>
                      <a:pt x="114" y="20"/>
                      <a:pt x="114" y="20"/>
                    </a:cubicBezTo>
                    <a:cubicBezTo>
                      <a:pt x="114" y="20"/>
                      <a:pt x="114" y="20"/>
                      <a:pt x="114" y="20"/>
                    </a:cubicBezTo>
                    <a:cubicBezTo>
                      <a:pt x="114" y="21"/>
                      <a:pt x="114" y="21"/>
                      <a:pt x="114" y="21"/>
                    </a:cubicBezTo>
                    <a:cubicBezTo>
                      <a:pt x="114" y="21"/>
                      <a:pt x="114" y="21"/>
                      <a:pt x="114" y="21"/>
                    </a:cubicBezTo>
                    <a:cubicBezTo>
                      <a:pt x="114" y="21"/>
                      <a:pt x="114" y="21"/>
                      <a:pt x="114" y="21"/>
                    </a:cubicBezTo>
                    <a:cubicBezTo>
                      <a:pt x="114" y="21"/>
                      <a:pt x="114" y="21"/>
                      <a:pt x="114" y="21"/>
                    </a:cubicBezTo>
                    <a:cubicBezTo>
                      <a:pt x="114" y="21"/>
                      <a:pt x="114" y="21"/>
                      <a:pt x="114" y="21"/>
                    </a:cubicBezTo>
                    <a:cubicBezTo>
                      <a:pt x="114" y="21"/>
                      <a:pt x="114" y="21"/>
                      <a:pt x="115" y="22"/>
                    </a:cubicBezTo>
                    <a:cubicBezTo>
                      <a:pt x="115" y="22"/>
                      <a:pt x="115" y="22"/>
                      <a:pt x="115" y="22"/>
                    </a:cubicBezTo>
                    <a:cubicBezTo>
                      <a:pt x="115" y="22"/>
                      <a:pt x="115" y="22"/>
                      <a:pt x="115" y="22"/>
                    </a:cubicBezTo>
                    <a:cubicBezTo>
                      <a:pt x="115" y="23"/>
                      <a:pt x="115" y="23"/>
                      <a:pt x="115" y="23"/>
                    </a:cubicBezTo>
                    <a:cubicBezTo>
                      <a:pt x="115" y="23"/>
                      <a:pt x="115" y="24"/>
                      <a:pt x="115" y="24"/>
                    </a:cubicBezTo>
                    <a:cubicBezTo>
                      <a:pt x="115" y="24"/>
                      <a:pt x="115" y="24"/>
                      <a:pt x="115" y="25"/>
                    </a:cubicBezTo>
                    <a:cubicBezTo>
                      <a:pt x="115" y="25"/>
                      <a:pt x="115" y="25"/>
                      <a:pt x="115" y="25"/>
                    </a:cubicBezTo>
                    <a:cubicBezTo>
                      <a:pt x="115" y="25"/>
                      <a:pt x="115" y="25"/>
                      <a:pt x="115" y="26"/>
                    </a:cubicBezTo>
                    <a:cubicBezTo>
                      <a:pt x="115" y="26"/>
                      <a:pt x="115" y="26"/>
                      <a:pt x="115" y="26"/>
                    </a:cubicBezTo>
                    <a:cubicBezTo>
                      <a:pt x="115" y="28"/>
                      <a:pt x="115" y="28"/>
                      <a:pt x="115" y="28"/>
                    </a:cubicBezTo>
                    <a:cubicBezTo>
                      <a:pt x="115" y="28"/>
                      <a:pt x="115" y="28"/>
                      <a:pt x="115" y="28"/>
                    </a:cubicBezTo>
                    <a:cubicBezTo>
                      <a:pt x="115" y="28"/>
                      <a:pt x="115" y="29"/>
                      <a:pt x="115" y="29"/>
                    </a:cubicBezTo>
                    <a:cubicBezTo>
                      <a:pt x="115" y="29"/>
                      <a:pt x="115" y="29"/>
                      <a:pt x="115" y="29"/>
                    </a:cubicBezTo>
                    <a:cubicBezTo>
                      <a:pt x="115" y="30"/>
                      <a:pt x="115" y="30"/>
                      <a:pt x="115" y="30"/>
                    </a:cubicBezTo>
                    <a:cubicBezTo>
                      <a:pt x="115" y="30"/>
                      <a:pt x="115" y="30"/>
                      <a:pt x="115" y="30"/>
                    </a:cubicBezTo>
                    <a:cubicBezTo>
                      <a:pt x="115" y="30"/>
                      <a:pt x="115" y="30"/>
                      <a:pt x="115" y="30"/>
                    </a:cubicBezTo>
                    <a:cubicBezTo>
                      <a:pt x="115" y="30"/>
                      <a:pt x="115" y="30"/>
                      <a:pt x="115" y="31"/>
                    </a:cubicBezTo>
                    <a:cubicBezTo>
                      <a:pt x="115" y="31"/>
                      <a:pt x="115" y="31"/>
                      <a:pt x="115" y="31"/>
                    </a:cubicBezTo>
                    <a:cubicBezTo>
                      <a:pt x="115" y="31"/>
                      <a:pt x="115" y="31"/>
                      <a:pt x="115" y="31"/>
                    </a:cubicBezTo>
                    <a:cubicBezTo>
                      <a:pt x="115" y="31"/>
                      <a:pt x="115" y="31"/>
                      <a:pt x="114" y="31"/>
                    </a:cubicBezTo>
                    <a:cubicBezTo>
                      <a:pt x="114" y="31"/>
                      <a:pt x="114" y="31"/>
                      <a:pt x="114" y="31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29"/>
                      <a:pt x="114" y="29"/>
                      <a:pt x="114" y="29"/>
                    </a:cubicBezTo>
                    <a:cubicBezTo>
                      <a:pt x="114" y="29"/>
                      <a:pt x="114" y="29"/>
                      <a:pt x="114" y="29"/>
                    </a:cubicBezTo>
                    <a:cubicBezTo>
                      <a:pt x="114" y="29"/>
                      <a:pt x="114" y="28"/>
                      <a:pt x="114" y="28"/>
                    </a:cubicBezTo>
                    <a:cubicBezTo>
                      <a:pt x="114" y="26"/>
                      <a:pt x="114" y="26"/>
                      <a:pt x="114" y="26"/>
                    </a:cubicBezTo>
                    <a:cubicBezTo>
                      <a:pt x="114" y="26"/>
                      <a:pt x="114" y="26"/>
                      <a:pt x="114" y="26"/>
                    </a:cubicBezTo>
                    <a:cubicBezTo>
                      <a:pt x="114" y="26"/>
                      <a:pt x="114" y="26"/>
                      <a:pt x="114" y="26"/>
                    </a:cubicBezTo>
                    <a:cubicBezTo>
                      <a:pt x="114" y="26"/>
                      <a:pt x="114" y="25"/>
                      <a:pt x="114" y="25"/>
                    </a:cubicBezTo>
                    <a:cubicBezTo>
                      <a:pt x="114" y="24"/>
                      <a:pt x="114" y="24"/>
                      <a:pt x="114" y="24"/>
                    </a:cubicBezTo>
                    <a:cubicBezTo>
                      <a:pt x="114" y="23"/>
                      <a:pt x="114" y="23"/>
                      <a:pt x="114" y="23"/>
                    </a:cubicBezTo>
                    <a:cubicBezTo>
                      <a:pt x="114" y="23"/>
                      <a:pt x="114" y="23"/>
                      <a:pt x="114" y="23"/>
                    </a:cubicBezTo>
                    <a:cubicBezTo>
                      <a:pt x="114" y="23"/>
                      <a:pt x="113" y="22"/>
                      <a:pt x="113" y="22"/>
                    </a:cubicBezTo>
                    <a:cubicBezTo>
                      <a:pt x="113" y="22"/>
                      <a:pt x="113" y="22"/>
                      <a:pt x="113" y="22"/>
                    </a:cubicBezTo>
                    <a:cubicBezTo>
                      <a:pt x="113" y="22"/>
                      <a:pt x="113" y="22"/>
                      <a:pt x="113" y="21"/>
                    </a:cubicBezTo>
                    <a:cubicBezTo>
                      <a:pt x="113" y="21"/>
                      <a:pt x="113" y="21"/>
                      <a:pt x="113" y="21"/>
                    </a:cubicBezTo>
                    <a:cubicBezTo>
                      <a:pt x="113" y="22"/>
                      <a:pt x="113" y="22"/>
                      <a:pt x="112" y="22"/>
                    </a:cubicBezTo>
                    <a:cubicBezTo>
                      <a:pt x="112" y="22"/>
                      <a:pt x="112" y="22"/>
                      <a:pt x="112" y="22"/>
                    </a:cubicBezTo>
                    <a:cubicBezTo>
                      <a:pt x="112" y="22"/>
                      <a:pt x="112" y="22"/>
                      <a:pt x="112" y="22"/>
                    </a:cubicBezTo>
                    <a:cubicBezTo>
                      <a:pt x="111" y="22"/>
                      <a:pt x="111" y="22"/>
                      <a:pt x="111" y="22"/>
                    </a:cubicBezTo>
                    <a:cubicBezTo>
                      <a:pt x="111" y="22"/>
                      <a:pt x="111" y="22"/>
                      <a:pt x="111" y="22"/>
                    </a:cubicBezTo>
                    <a:cubicBezTo>
                      <a:pt x="111" y="22"/>
                      <a:pt x="111" y="22"/>
                      <a:pt x="111" y="22"/>
                    </a:cubicBezTo>
                    <a:cubicBezTo>
                      <a:pt x="111" y="22"/>
                      <a:pt x="111" y="23"/>
                      <a:pt x="111" y="23"/>
                    </a:cubicBezTo>
                    <a:cubicBezTo>
                      <a:pt x="111" y="23"/>
                      <a:pt x="111" y="23"/>
                      <a:pt x="111" y="23"/>
                    </a:cubicBezTo>
                    <a:cubicBezTo>
                      <a:pt x="111" y="23"/>
                      <a:pt x="111" y="23"/>
                      <a:pt x="111" y="23"/>
                    </a:cubicBezTo>
                    <a:cubicBezTo>
                      <a:pt x="111" y="23"/>
                      <a:pt x="111" y="23"/>
                      <a:pt x="111" y="23"/>
                    </a:cubicBezTo>
                    <a:cubicBezTo>
                      <a:pt x="111" y="23"/>
                      <a:pt x="111" y="23"/>
                      <a:pt x="111" y="23"/>
                    </a:cubicBezTo>
                    <a:cubicBezTo>
                      <a:pt x="112" y="23"/>
                      <a:pt x="112" y="23"/>
                      <a:pt x="112" y="23"/>
                    </a:cubicBezTo>
                    <a:cubicBezTo>
                      <a:pt x="112" y="23"/>
                      <a:pt x="112" y="23"/>
                      <a:pt x="112" y="23"/>
                    </a:cubicBezTo>
                    <a:cubicBezTo>
                      <a:pt x="112" y="23"/>
                      <a:pt x="112" y="23"/>
                      <a:pt x="112" y="23"/>
                    </a:cubicBezTo>
                    <a:cubicBezTo>
                      <a:pt x="112" y="23"/>
                      <a:pt x="112" y="23"/>
                      <a:pt x="112" y="23"/>
                    </a:cubicBezTo>
                    <a:cubicBezTo>
                      <a:pt x="112" y="23"/>
                      <a:pt x="112" y="23"/>
                      <a:pt x="112" y="23"/>
                    </a:cubicBezTo>
                    <a:cubicBezTo>
                      <a:pt x="112" y="23"/>
                      <a:pt x="112" y="23"/>
                      <a:pt x="112" y="23"/>
                    </a:cubicBezTo>
                    <a:cubicBezTo>
                      <a:pt x="112" y="23"/>
                      <a:pt x="112" y="23"/>
                      <a:pt x="112" y="23"/>
                    </a:cubicBezTo>
                    <a:cubicBezTo>
                      <a:pt x="112" y="23"/>
                      <a:pt x="112" y="23"/>
                      <a:pt x="112" y="23"/>
                    </a:cubicBezTo>
                    <a:cubicBezTo>
                      <a:pt x="112" y="22"/>
                      <a:pt x="112" y="22"/>
                      <a:pt x="112" y="22"/>
                    </a:cubicBezTo>
                    <a:cubicBezTo>
                      <a:pt x="112" y="22"/>
                      <a:pt x="112" y="22"/>
                      <a:pt x="112" y="22"/>
                    </a:cubicBezTo>
                    <a:cubicBezTo>
                      <a:pt x="112" y="22"/>
                      <a:pt x="112" y="22"/>
                      <a:pt x="112" y="22"/>
                    </a:cubicBezTo>
                    <a:cubicBezTo>
                      <a:pt x="112" y="22"/>
                      <a:pt x="112" y="22"/>
                      <a:pt x="112" y="22"/>
                    </a:cubicBezTo>
                    <a:cubicBezTo>
                      <a:pt x="112" y="22"/>
                      <a:pt x="112" y="22"/>
                      <a:pt x="112" y="22"/>
                    </a:cubicBezTo>
                    <a:cubicBezTo>
                      <a:pt x="112" y="22"/>
                      <a:pt x="112" y="22"/>
                      <a:pt x="112" y="22"/>
                    </a:cubicBezTo>
                    <a:cubicBezTo>
                      <a:pt x="112" y="22"/>
                      <a:pt x="112" y="22"/>
                      <a:pt x="112" y="22"/>
                    </a:cubicBezTo>
                    <a:cubicBezTo>
                      <a:pt x="112" y="22"/>
                      <a:pt x="112" y="22"/>
                      <a:pt x="112" y="22"/>
                    </a:cubicBezTo>
                    <a:cubicBezTo>
                      <a:pt x="113" y="22"/>
                      <a:pt x="113" y="22"/>
                      <a:pt x="113" y="22"/>
                    </a:cubicBezTo>
                    <a:cubicBezTo>
                      <a:pt x="113" y="22"/>
                      <a:pt x="113" y="22"/>
                      <a:pt x="113" y="22"/>
                    </a:cubicBezTo>
                    <a:cubicBezTo>
                      <a:pt x="113" y="22"/>
                      <a:pt x="113" y="23"/>
                      <a:pt x="113" y="23"/>
                    </a:cubicBezTo>
                    <a:cubicBezTo>
                      <a:pt x="113" y="23"/>
                      <a:pt x="113" y="23"/>
                      <a:pt x="113" y="23"/>
                    </a:cubicBezTo>
                    <a:cubicBezTo>
                      <a:pt x="113" y="24"/>
                      <a:pt x="113" y="24"/>
                      <a:pt x="113" y="24"/>
                    </a:cubicBezTo>
                    <a:cubicBezTo>
                      <a:pt x="113" y="24"/>
                      <a:pt x="113" y="24"/>
                      <a:pt x="113" y="24"/>
                    </a:cubicBezTo>
                    <a:cubicBezTo>
                      <a:pt x="113" y="24"/>
                      <a:pt x="113" y="24"/>
                      <a:pt x="113" y="24"/>
                    </a:cubicBezTo>
                    <a:cubicBezTo>
                      <a:pt x="113" y="24"/>
                      <a:pt x="113" y="24"/>
                      <a:pt x="113" y="24"/>
                    </a:cubicBezTo>
                    <a:cubicBezTo>
                      <a:pt x="113" y="24"/>
                      <a:pt x="113" y="24"/>
                      <a:pt x="113" y="24"/>
                    </a:cubicBezTo>
                    <a:cubicBezTo>
                      <a:pt x="113" y="25"/>
                      <a:pt x="113" y="25"/>
                      <a:pt x="113" y="25"/>
                    </a:cubicBezTo>
                    <a:cubicBezTo>
                      <a:pt x="113" y="26"/>
                      <a:pt x="113" y="26"/>
                      <a:pt x="113" y="26"/>
                    </a:cubicBezTo>
                    <a:cubicBezTo>
                      <a:pt x="113" y="26"/>
                      <a:pt x="113" y="26"/>
                      <a:pt x="113" y="26"/>
                    </a:cubicBezTo>
                    <a:cubicBezTo>
                      <a:pt x="113" y="27"/>
                      <a:pt x="113" y="27"/>
                      <a:pt x="112" y="27"/>
                    </a:cubicBezTo>
                    <a:cubicBezTo>
                      <a:pt x="112" y="27"/>
                      <a:pt x="112" y="27"/>
                      <a:pt x="112" y="27"/>
                    </a:cubicBezTo>
                    <a:cubicBezTo>
                      <a:pt x="112" y="27"/>
                      <a:pt x="112" y="27"/>
                      <a:pt x="112" y="27"/>
                    </a:cubicBezTo>
                    <a:cubicBezTo>
                      <a:pt x="111" y="28"/>
                      <a:pt x="111" y="28"/>
                      <a:pt x="111" y="28"/>
                    </a:cubicBezTo>
                    <a:cubicBezTo>
                      <a:pt x="110" y="28"/>
                      <a:pt x="110" y="28"/>
                      <a:pt x="110" y="28"/>
                    </a:cubicBezTo>
                    <a:cubicBezTo>
                      <a:pt x="109" y="28"/>
                      <a:pt x="109" y="28"/>
                      <a:pt x="109" y="28"/>
                    </a:cubicBezTo>
                    <a:cubicBezTo>
                      <a:pt x="108" y="28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6"/>
                    </a:cubicBezTo>
                    <a:cubicBezTo>
                      <a:pt x="107" y="26"/>
                      <a:pt x="107" y="26"/>
                      <a:pt x="107" y="26"/>
                    </a:cubicBezTo>
                    <a:cubicBezTo>
                      <a:pt x="107" y="26"/>
                      <a:pt x="107" y="26"/>
                      <a:pt x="107" y="25"/>
                    </a:cubicBezTo>
                    <a:cubicBezTo>
                      <a:pt x="107" y="25"/>
                      <a:pt x="107" y="25"/>
                      <a:pt x="107" y="25"/>
                    </a:cubicBezTo>
                    <a:cubicBezTo>
                      <a:pt x="107" y="25"/>
                      <a:pt x="107" y="25"/>
                      <a:pt x="107" y="25"/>
                    </a:cubicBezTo>
                    <a:cubicBezTo>
                      <a:pt x="107" y="25"/>
                      <a:pt x="107" y="25"/>
                      <a:pt x="107" y="24"/>
                    </a:cubicBezTo>
                    <a:cubicBezTo>
                      <a:pt x="107" y="24"/>
                      <a:pt x="107" y="24"/>
                      <a:pt x="107" y="24"/>
                    </a:cubicBezTo>
                    <a:cubicBezTo>
                      <a:pt x="107" y="24"/>
                      <a:pt x="107" y="24"/>
                      <a:pt x="107" y="24"/>
                    </a:cubicBezTo>
                    <a:cubicBezTo>
                      <a:pt x="107" y="24"/>
                      <a:pt x="107" y="23"/>
                      <a:pt x="107" y="23"/>
                    </a:cubicBezTo>
                    <a:cubicBezTo>
                      <a:pt x="107" y="23"/>
                      <a:pt x="107" y="23"/>
                      <a:pt x="107" y="23"/>
                    </a:cubicBezTo>
                    <a:cubicBezTo>
                      <a:pt x="107" y="23"/>
                      <a:pt x="107" y="23"/>
                      <a:pt x="107" y="23"/>
                    </a:cubicBezTo>
                    <a:cubicBezTo>
                      <a:pt x="107" y="23"/>
                      <a:pt x="107" y="23"/>
                      <a:pt x="107" y="22"/>
                    </a:cubicBezTo>
                    <a:cubicBezTo>
                      <a:pt x="107" y="22"/>
                      <a:pt x="107" y="22"/>
                      <a:pt x="107" y="22"/>
                    </a:cubicBezTo>
                    <a:cubicBezTo>
                      <a:pt x="107" y="22"/>
                      <a:pt x="107" y="22"/>
                      <a:pt x="107" y="22"/>
                    </a:cubicBezTo>
                    <a:cubicBezTo>
                      <a:pt x="107" y="22"/>
                      <a:pt x="108" y="22"/>
                      <a:pt x="108" y="22"/>
                    </a:cubicBezTo>
                    <a:cubicBezTo>
                      <a:pt x="108" y="22"/>
                      <a:pt x="108" y="22"/>
                      <a:pt x="108" y="22"/>
                    </a:cubicBezTo>
                    <a:cubicBezTo>
                      <a:pt x="108" y="22"/>
                      <a:pt x="108" y="22"/>
                      <a:pt x="108" y="22"/>
                    </a:cubicBezTo>
                    <a:cubicBezTo>
                      <a:pt x="108" y="22"/>
                      <a:pt x="108" y="22"/>
                      <a:pt x="108" y="22"/>
                    </a:cubicBezTo>
                    <a:cubicBezTo>
                      <a:pt x="108" y="22"/>
                      <a:pt x="108" y="22"/>
                      <a:pt x="108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4"/>
                      <a:pt x="108" y="24"/>
                      <a:pt x="108" y="24"/>
                    </a:cubicBezTo>
                    <a:cubicBezTo>
                      <a:pt x="108" y="24"/>
                      <a:pt x="109" y="23"/>
                      <a:pt x="109" y="23"/>
                    </a:cubicBezTo>
                    <a:cubicBezTo>
                      <a:pt x="109" y="23"/>
                      <a:pt x="109" y="23"/>
                      <a:pt x="109" y="23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109" y="22"/>
                      <a:pt x="108" y="22"/>
                      <a:pt x="108" y="22"/>
                    </a:cubicBezTo>
                    <a:cubicBezTo>
                      <a:pt x="108" y="22"/>
                      <a:pt x="107" y="22"/>
                      <a:pt x="107" y="22"/>
                    </a:cubicBezTo>
                    <a:cubicBezTo>
                      <a:pt x="107" y="21"/>
                      <a:pt x="107" y="21"/>
                      <a:pt x="107" y="21"/>
                    </a:cubicBezTo>
                    <a:cubicBezTo>
                      <a:pt x="107" y="21"/>
                      <a:pt x="107" y="22"/>
                      <a:pt x="107" y="22"/>
                    </a:cubicBezTo>
                    <a:cubicBezTo>
                      <a:pt x="107" y="22"/>
                      <a:pt x="107" y="22"/>
                      <a:pt x="107" y="22"/>
                    </a:cubicBezTo>
                    <a:cubicBezTo>
                      <a:pt x="106" y="22"/>
                      <a:pt x="106" y="22"/>
                      <a:pt x="106" y="22"/>
                    </a:cubicBezTo>
                    <a:cubicBezTo>
                      <a:pt x="106" y="22"/>
                      <a:pt x="106" y="22"/>
                      <a:pt x="106" y="22"/>
                    </a:cubicBezTo>
                    <a:cubicBezTo>
                      <a:pt x="106" y="22"/>
                      <a:pt x="106" y="22"/>
                      <a:pt x="106" y="23"/>
                    </a:cubicBezTo>
                    <a:cubicBezTo>
                      <a:pt x="106" y="23"/>
                      <a:pt x="106" y="23"/>
                      <a:pt x="106" y="23"/>
                    </a:cubicBezTo>
                    <a:cubicBezTo>
                      <a:pt x="106" y="23"/>
                      <a:pt x="106" y="23"/>
                      <a:pt x="106" y="23"/>
                    </a:cubicBezTo>
                    <a:cubicBezTo>
                      <a:pt x="106" y="23"/>
                      <a:pt x="106" y="23"/>
                      <a:pt x="106" y="24"/>
                    </a:cubicBezTo>
                    <a:cubicBezTo>
                      <a:pt x="106" y="24"/>
                      <a:pt x="106" y="24"/>
                      <a:pt x="106" y="25"/>
                    </a:cubicBezTo>
                    <a:cubicBezTo>
                      <a:pt x="106" y="25"/>
                      <a:pt x="106" y="25"/>
                      <a:pt x="106" y="25"/>
                    </a:cubicBezTo>
                    <a:cubicBezTo>
                      <a:pt x="106" y="26"/>
                      <a:pt x="106" y="26"/>
                      <a:pt x="106" y="26"/>
                    </a:cubicBezTo>
                    <a:cubicBezTo>
                      <a:pt x="106" y="26"/>
                      <a:pt x="106" y="26"/>
                      <a:pt x="106" y="26"/>
                    </a:cubicBezTo>
                    <a:cubicBezTo>
                      <a:pt x="106" y="26"/>
                      <a:pt x="106" y="26"/>
                      <a:pt x="106" y="26"/>
                    </a:cubicBezTo>
                    <a:cubicBezTo>
                      <a:pt x="106" y="27"/>
                      <a:pt x="106" y="27"/>
                      <a:pt x="106" y="28"/>
                    </a:cubicBezTo>
                    <a:cubicBezTo>
                      <a:pt x="106" y="28"/>
                      <a:pt x="106" y="28"/>
                      <a:pt x="106" y="28"/>
                    </a:cubicBezTo>
                    <a:cubicBezTo>
                      <a:pt x="106" y="28"/>
                      <a:pt x="106" y="28"/>
                      <a:pt x="106" y="28"/>
                    </a:cubicBezTo>
                    <a:cubicBezTo>
                      <a:pt x="106" y="28"/>
                      <a:pt x="106" y="28"/>
                      <a:pt x="106" y="28"/>
                    </a:cubicBezTo>
                    <a:cubicBezTo>
                      <a:pt x="106" y="30"/>
                      <a:pt x="106" y="30"/>
                      <a:pt x="106" y="30"/>
                    </a:cubicBezTo>
                    <a:cubicBezTo>
                      <a:pt x="106" y="30"/>
                      <a:pt x="106" y="30"/>
                      <a:pt x="106" y="30"/>
                    </a:cubicBezTo>
                    <a:cubicBezTo>
                      <a:pt x="106" y="30"/>
                      <a:pt x="106" y="30"/>
                      <a:pt x="106" y="30"/>
                    </a:cubicBezTo>
                    <a:cubicBezTo>
                      <a:pt x="106" y="30"/>
                      <a:pt x="106" y="30"/>
                      <a:pt x="106" y="30"/>
                    </a:cubicBezTo>
                    <a:cubicBezTo>
                      <a:pt x="106" y="30"/>
                      <a:pt x="106" y="30"/>
                      <a:pt x="106" y="30"/>
                    </a:cubicBezTo>
                    <a:cubicBezTo>
                      <a:pt x="106" y="30"/>
                      <a:pt x="106" y="30"/>
                      <a:pt x="106" y="30"/>
                    </a:cubicBezTo>
                    <a:cubicBezTo>
                      <a:pt x="106" y="30"/>
                      <a:pt x="106" y="30"/>
                      <a:pt x="105" y="30"/>
                    </a:cubicBezTo>
                    <a:cubicBezTo>
                      <a:pt x="105" y="30"/>
                      <a:pt x="105" y="31"/>
                      <a:pt x="105" y="31"/>
                    </a:cubicBezTo>
                    <a:cubicBezTo>
                      <a:pt x="105" y="31"/>
                      <a:pt x="105" y="31"/>
                      <a:pt x="105" y="31"/>
                    </a:cubicBezTo>
                    <a:cubicBezTo>
                      <a:pt x="105" y="31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29"/>
                      <a:pt x="105" y="29"/>
                    </a:cubicBezTo>
                    <a:cubicBezTo>
                      <a:pt x="105" y="29"/>
                      <a:pt x="105" y="29"/>
                      <a:pt x="105" y="29"/>
                    </a:cubicBezTo>
                    <a:cubicBezTo>
                      <a:pt x="105" y="29"/>
                      <a:pt x="105" y="29"/>
                      <a:pt x="105" y="29"/>
                    </a:cubicBezTo>
                    <a:cubicBezTo>
                      <a:pt x="105" y="28"/>
                      <a:pt x="105" y="28"/>
                      <a:pt x="105" y="28"/>
                    </a:cubicBezTo>
                    <a:cubicBezTo>
                      <a:pt x="105" y="28"/>
                      <a:pt x="105" y="28"/>
                      <a:pt x="105" y="28"/>
                    </a:cubicBezTo>
                    <a:cubicBezTo>
                      <a:pt x="105" y="28"/>
                      <a:pt x="105" y="28"/>
                      <a:pt x="105" y="28"/>
                    </a:cubicBezTo>
                    <a:cubicBezTo>
                      <a:pt x="105" y="27"/>
                      <a:pt x="105" y="27"/>
                      <a:pt x="105" y="27"/>
                    </a:cubicBezTo>
                    <a:cubicBezTo>
                      <a:pt x="105" y="27"/>
                      <a:pt x="105" y="26"/>
                      <a:pt x="105" y="26"/>
                    </a:cubicBezTo>
                    <a:cubicBezTo>
                      <a:pt x="105" y="26"/>
                      <a:pt x="105" y="25"/>
                      <a:pt x="105" y="25"/>
                    </a:cubicBezTo>
                    <a:cubicBezTo>
                      <a:pt x="105" y="25"/>
                      <a:pt x="105" y="25"/>
                      <a:pt x="105" y="25"/>
                    </a:cubicBezTo>
                    <a:cubicBezTo>
                      <a:pt x="105" y="25"/>
                      <a:pt x="105" y="25"/>
                      <a:pt x="105" y="24"/>
                    </a:cubicBezTo>
                    <a:cubicBezTo>
                      <a:pt x="105" y="24"/>
                      <a:pt x="105" y="24"/>
                      <a:pt x="105" y="23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5" y="23"/>
                      <a:pt x="105" y="23"/>
                      <a:pt x="105" y="22"/>
                    </a:cubicBezTo>
                    <a:cubicBezTo>
                      <a:pt x="105" y="22"/>
                      <a:pt x="105" y="22"/>
                      <a:pt x="105" y="22"/>
                    </a:cubicBezTo>
                    <a:cubicBezTo>
                      <a:pt x="105" y="22"/>
                      <a:pt x="105" y="22"/>
                      <a:pt x="105" y="22"/>
                    </a:cubicBezTo>
                    <a:cubicBezTo>
                      <a:pt x="105" y="22"/>
                      <a:pt x="105" y="21"/>
                      <a:pt x="105" y="21"/>
                    </a:cubicBezTo>
                    <a:cubicBezTo>
                      <a:pt x="105" y="21"/>
                      <a:pt x="106" y="21"/>
                      <a:pt x="106" y="20"/>
                    </a:cubicBezTo>
                    <a:cubicBezTo>
                      <a:pt x="106" y="20"/>
                      <a:pt x="106" y="20"/>
                      <a:pt x="106" y="20"/>
                    </a:cubicBezTo>
                    <a:cubicBezTo>
                      <a:pt x="106" y="20"/>
                      <a:pt x="106" y="20"/>
                      <a:pt x="106" y="20"/>
                    </a:cubicBezTo>
                    <a:cubicBezTo>
                      <a:pt x="106" y="20"/>
                      <a:pt x="106" y="20"/>
                      <a:pt x="106" y="19"/>
                    </a:cubicBezTo>
                    <a:cubicBezTo>
                      <a:pt x="106" y="19"/>
                      <a:pt x="106" y="19"/>
                      <a:pt x="106" y="19"/>
                    </a:cubicBezTo>
                    <a:cubicBezTo>
                      <a:pt x="106" y="19"/>
                      <a:pt x="106" y="19"/>
                      <a:pt x="106" y="19"/>
                    </a:cubicBezTo>
                    <a:cubicBezTo>
                      <a:pt x="106" y="18"/>
                      <a:pt x="106" y="18"/>
                      <a:pt x="106" y="18"/>
                    </a:cubicBezTo>
                    <a:cubicBezTo>
                      <a:pt x="106" y="18"/>
                      <a:pt x="106" y="18"/>
                      <a:pt x="106" y="18"/>
                    </a:cubicBezTo>
                    <a:cubicBezTo>
                      <a:pt x="106" y="18"/>
                      <a:pt x="106" y="18"/>
                      <a:pt x="106" y="17"/>
                    </a:cubicBezTo>
                    <a:cubicBezTo>
                      <a:pt x="106" y="17"/>
                      <a:pt x="106" y="17"/>
                      <a:pt x="106" y="17"/>
                    </a:cubicBezTo>
                    <a:cubicBezTo>
                      <a:pt x="106" y="17"/>
                      <a:pt x="106" y="17"/>
                      <a:pt x="107" y="17"/>
                    </a:cubicBezTo>
                    <a:cubicBezTo>
                      <a:pt x="107" y="17"/>
                      <a:pt x="107" y="17"/>
                      <a:pt x="107" y="17"/>
                    </a:cubicBezTo>
                    <a:cubicBezTo>
                      <a:pt x="107" y="17"/>
                      <a:pt x="107" y="17"/>
                      <a:pt x="107" y="17"/>
                    </a:cubicBezTo>
                    <a:cubicBezTo>
                      <a:pt x="108" y="17"/>
                      <a:pt x="108" y="16"/>
                      <a:pt x="108" y="16"/>
                    </a:cubicBezTo>
                    <a:cubicBezTo>
                      <a:pt x="109" y="16"/>
                      <a:pt x="109" y="16"/>
                      <a:pt x="109" y="16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08" y="15"/>
                      <a:pt x="108" y="16"/>
                      <a:pt x="107" y="16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5" y="16"/>
                      <a:pt x="105" y="16"/>
                      <a:pt x="105" y="16"/>
                    </a:cubicBezTo>
                    <a:cubicBezTo>
                      <a:pt x="105" y="16"/>
                      <a:pt x="105" y="16"/>
                      <a:pt x="105" y="16"/>
                    </a:cubicBezTo>
                    <a:cubicBezTo>
                      <a:pt x="105" y="16"/>
                      <a:pt x="105" y="16"/>
                      <a:pt x="105" y="16"/>
                    </a:cubicBezTo>
                    <a:cubicBezTo>
                      <a:pt x="104" y="16"/>
                      <a:pt x="104" y="16"/>
                      <a:pt x="104" y="16"/>
                    </a:cubicBezTo>
                    <a:cubicBezTo>
                      <a:pt x="104" y="15"/>
                      <a:pt x="104" y="15"/>
                      <a:pt x="104" y="15"/>
                    </a:cubicBezTo>
                    <a:cubicBezTo>
                      <a:pt x="104" y="15"/>
                      <a:pt x="104" y="15"/>
                      <a:pt x="104" y="15"/>
                    </a:cubicBezTo>
                    <a:cubicBezTo>
                      <a:pt x="104" y="15"/>
                      <a:pt x="104" y="15"/>
                      <a:pt x="104" y="15"/>
                    </a:cubicBezTo>
                    <a:cubicBezTo>
                      <a:pt x="104" y="15"/>
                      <a:pt x="104" y="15"/>
                      <a:pt x="104" y="15"/>
                    </a:cubicBezTo>
                    <a:cubicBezTo>
                      <a:pt x="104" y="15"/>
                      <a:pt x="104" y="15"/>
                      <a:pt x="104" y="14"/>
                    </a:cubicBezTo>
                    <a:cubicBezTo>
                      <a:pt x="104" y="14"/>
                      <a:pt x="104" y="14"/>
                      <a:pt x="104" y="14"/>
                    </a:cubicBezTo>
                    <a:cubicBezTo>
                      <a:pt x="104" y="14"/>
                      <a:pt x="104" y="14"/>
                      <a:pt x="104" y="14"/>
                    </a:cubicBezTo>
                    <a:cubicBezTo>
                      <a:pt x="104" y="14"/>
                      <a:pt x="105" y="14"/>
                      <a:pt x="105" y="14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7" y="14"/>
                      <a:pt x="107" y="14"/>
                      <a:pt x="107" y="14"/>
                    </a:cubicBezTo>
                    <a:cubicBezTo>
                      <a:pt x="107" y="14"/>
                      <a:pt x="107" y="14"/>
                      <a:pt x="107" y="14"/>
                    </a:cubicBezTo>
                    <a:cubicBezTo>
                      <a:pt x="108" y="14"/>
                      <a:pt x="108" y="14"/>
                      <a:pt x="108" y="14"/>
                    </a:cubicBezTo>
                    <a:cubicBezTo>
                      <a:pt x="110" y="14"/>
                      <a:pt x="110" y="14"/>
                      <a:pt x="110" y="14"/>
                    </a:cubicBezTo>
                    <a:cubicBezTo>
                      <a:pt x="110" y="14"/>
                      <a:pt x="110" y="14"/>
                      <a:pt x="110" y="14"/>
                    </a:cubicBezTo>
                    <a:cubicBezTo>
                      <a:pt x="110" y="14"/>
                      <a:pt x="110" y="14"/>
                      <a:pt x="110" y="14"/>
                    </a:cubicBezTo>
                    <a:cubicBezTo>
                      <a:pt x="110" y="14"/>
                      <a:pt x="110" y="14"/>
                      <a:pt x="110" y="14"/>
                    </a:cubicBezTo>
                    <a:cubicBezTo>
                      <a:pt x="110" y="13"/>
                      <a:pt x="110" y="13"/>
                      <a:pt x="110" y="13"/>
                    </a:cubicBezTo>
                    <a:cubicBezTo>
                      <a:pt x="109" y="13"/>
                      <a:pt x="108" y="13"/>
                      <a:pt x="108" y="13"/>
                    </a:cubicBezTo>
                    <a:cubicBezTo>
                      <a:pt x="108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11" y="16"/>
                      <a:pt x="111" y="16"/>
                      <a:pt x="111" y="16"/>
                    </a:cubicBezTo>
                    <a:close/>
                    <a:moveTo>
                      <a:pt x="107" y="19"/>
                    </a:moveTo>
                    <a:cubicBezTo>
                      <a:pt x="107" y="19"/>
                      <a:pt x="107" y="19"/>
                      <a:pt x="107" y="19"/>
                    </a:cubicBezTo>
                    <a:cubicBezTo>
                      <a:pt x="107" y="19"/>
                      <a:pt x="107" y="19"/>
                      <a:pt x="107" y="19"/>
                    </a:cubicBezTo>
                    <a:cubicBezTo>
                      <a:pt x="107" y="19"/>
                      <a:pt x="107" y="19"/>
                      <a:pt x="107" y="19"/>
                    </a:cubicBezTo>
                    <a:cubicBezTo>
                      <a:pt x="107" y="19"/>
                      <a:pt x="107" y="19"/>
                      <a:pt x="107" y="19"/>
                    </a:cubicBezTo>
                    <a:cubicBezTo>
                      <a:pt x="107" y="19"/>
                      <a:pt x="107" y="19"/>
                      <a:pt x="107" y="19"/>
                    </a:cubicBezTo>
                    <a:cubicBezTo>
                      <a:pt x="107" y="19"/>
                      <a:pt x="107" y="19"/>
                      <a:pt x="107" y="19"/>
                    </a:cubicBezTo>
                    <a:cubicBezTo>
                      <a:pt x="107" y="19"/>
                      <a:pt x="107" y="19"/>
                      <a:pt x="107" y="18"/>
                    </a:cubicBezTo>
                    <a:cubicBezTo>
                      <a:pt x="107" y="18"/>
                      <a:pt x="107" y="18"/>
                      <a:pt x="107" y="18"/>
                    </a:cubicBezTo>
                    <a:cubicBezTo>
                      <a:pt x="107" y="18"/>
                      <a:pt x="107" y="18"/>
                      <a:pt x="107" y="18"/>
                    </a:cubicBezTo>
                    <a:cubicBezTo>
                      <a:pt x="107" y="18"/>
                      <a:pt x="107" y="18"/>
                      <a:pt x="107" y="18"/>
                    </a:cubicBezTo>
                    <a:cubicBezTo>
                      <a:pt x="107" y="18"/>
                      <a:pt x="107" y="18"/>
                      <a:pt x="107" y="18"/>
                    </a:cubicBezTo>
                    <a:cubicBezTo>
                      <a:pt x="107" y="18"/>
                      <a:pt x="107" y="18"/>
                      <a:pt x="107" y="18"/>
                    </a:cubicBezTo>
                    <a:cubicBezTo>
                      <a:pt x="107" y="18"/>
                      <a:pt x="107" y="18"/>
                      <a:pt x="107" y="18"/>
                    </a:cubicBezTo>
                    <a:cubicBezTo>
                      <a:pt x="107" y="18"/>
                      <a:pt x="107" y="18"/>
                      <a:pt x="108" y="18"/>
                    </a:cubicBezTo>
                    <a:cubicBezTo>
                      <a:pt x="108" y="18"/>
                      <a:pt x="109" y="17"/>
                      <a:pt x="109" y="17"/>
                    </a:cubicBezTo>
                    <a:cubicBezTo>
                      <a:pt x="109" y="18"/>
                      <a:pt x="109" y="18"/>
                      <a:pt x="109" y="18"/>
                    </a:cubicBezTo>
                    <a:cubicBezTo>
                      <a:pt x="109" y="18"/>
                      <a:pt x="109" y="18"/>
                      <a:pt x="109" y="18"/>
                    </a:cubicBezTo>
                    <a:cubicBezTo>
                      <a:pt x="109" y="18"/>
                      <a:pt x="109" y="18"/>
                      <a:pt x="109" y="18"/>
                    </a:cubicBezTo>
                    <a:cubicBezTo>
                      <a:pt x="108" y="18"/>
                      <a:pt x="108" y="18"/>
                      <a:pt x="108" y="19"/>
                    </a:cubicBezTo>
                    <a:cubicBezTo>
                      <a:pt x="108" y="19"/>
                      <a:pt x="108" y="19"/>
                      <a:pt x="108" y="19"/>
                    </a:cubicBezTo>
                    <a:cubicBezTo>
                      <a:pt x="108" y="19"/>
                      <a:pt x="108" y="19"/>
                      <a:pt x="107" y="19"/>
                    </a:cubicBezTo>
                    <a:cubicBezTo>
                      <a:pt x="107" y="19"/>
                      <a:pt x="107" y="19"/>
                      <a:pt x="107" y="19"/>
                    </a:cubicBezTo>
                    <a:cubicBezTo>
                      <a:pt x="107" y="19"/>
                      <a:pt x="107" y="19"/>
                      <a:pt x="107" y="19"/>
                    </a:cubicBezTo>
                    <a:close/>
                    <a:moveTo>
                      <a:pt x="109" y="19"/>
                    </a:moveTo>
                    <a:cubicBezTo>
                      <a:pt x="109" y="21"/>
                      <a:pt x="109" y="21"/>
                      <a:pt x="109" y="21"/>
                    </a:cubicBezTo>
                    <a:cubicBezTo>
                      <a:pt x="109" y="21"/>
                      <a:pt x="109" y="21"/>
                      <a:pt x="109" y="21"/>
                    </a:cubicBezTo>
                    <a:cubicBezTo>
                      <a:pt x="108" y="21"/>
                      <a:pt x="108" y="21"/>
                      <a:pt x="108" y="21"/>
                    </a:cubicBezTo>
                    <a:cubicBezTo>
                      <a:pt x="108" y="21"/>
                      <a:pt x="108" y="21"/>
                      <a:pt x="108" y="21"/>
                    </a:cubicBezTo>
                    <a:cubicBezTo>
                      <a:pt x="108" y="20"/>
                      <a:pt x="108" y="20"/>
                      <a:pt x="108" y="20"/>
                    </a:cubicBezTo>
                    <a:cubicBezTo>
                      <a:pt x="108" y="20"/>
                      <a:pt x="107" y="20"/>
                      <a:pt x="107" y="20"/>
                    </a:cubicBezTo>
                    <a:cubicBezTo>
                      <a:pt x="107" y="20"/>
                      <a:pt x="107" y="20"/>
                      <a:pt x="107" y="20"/>
                    </a:cubicBezTo>
                    <a:cubicBezTo>
                      <a:pt x="107" y="20"/>
                      <a:pt x="107" y="20"/>
                      <a:pt x="107" y="20"/>
                    </a:cubicBezTo>
                    <a:cubicBezTo>
                      <a:pt x="108" y="20"/>
                      <a:pt x="108" y="20"/>
                      <a:pt x="108" y="20"/>
                    </a:cubicBezTo>
                    <a:cubicBezTo>
                      <a:pt x="108" y="20"/>
                      <a:pt x="108" y="20"/>
                      <a:pt x="108" y="20"/>
                    </a:cubicBezTo>
                    <a:cubicBezTo>
                      <a:pt x="108" y="20"/>
                      <a:pt x="108" y="20"/>
                      <a:pt x="108" y="20"/>
                    </a:cubicBezTo>
                    <a:cubicBezTo>
                      <a:pt x="109" y="19"/>
                      <a:pt x="109" y="19"/>
                      <a:pt x="109" y="19"/>
                    </a:cubicBezTo>
                    <a:close/>
                    <a:moveTo>
                      <a:pt x="112" y="25"/>
                    </a:moveTo>
                    <a:cubicBezTo>
                      <a:pt x="112" y="25"/>
                      <a:pt x="112" y="25"/>
                      <a:pt x="112" y="25"/>
                    </a:cubicBezTo>
                    <a:cubicBezTo>
                      <a:pt x="112" y="25"/>
                      <a:pt x="112" y="25"/>
                      <a:pt x="112" y="25"/>
                    </a:cubicBezTo>
                    <a:cubicBezTo>
                      <a:pt x="112" y="25"/>
                      <a:pt x="112" y="26"/>
                      <a:pt x="112" y="26"/>
                    </a:cubicBezTo>
                    <a:cubicBezTo>
                      <a:pt x="112" y="26"/>
                      <a:pt x="112" y="26"/>
                      <a:pt x="111" y="26"/>
                    </a:cubicBezTo>
                    <a:cubicBezTo>
                      <a:pt x="111" y="26"/>
                      <a:pt x="111" y="26"/>
                      <a:pt x="111" y="26"/>
                    </a:cubicBezTo>
                    <a:cubicBezTo>
                      <a:pt x="111" y="26"/>
                      <a:pt x="111" y="26"/>
                      <a:pt x="111" y="26"/>
                    </a:cubicBezTo>
                    <a:cubicBezTo>
                      <a:pt x="111" y="27"/>
                      <a:pt x="110" y="27"/>
                      <a:pt x="110" y="27"/>
                    </a:cubicBezTo>
                    <a:cubicBezTo>
                      <a:pt x="109" y="27"/>
                      <a:pt x="109" y="27"/>
                      <a:pt x="109" y="26"/>
                    </a:cubicBezTo>
                    <a:cubicBezTo>
                      <a:pt x="109" y="26"/>
                      <a:pt x="109" y="26"/>
                      <a:pt x="108" y="26"/>
                    </a:cubicBezTo>
                    <a:cubicBezTo>
                      <a:pt x="108" y="26"/>
                      <a:pt x="108" y="26"/>
                      <a:pt x="108" y="26"/>
                    </a:cubicBezTo>
                    <a:cubicBezTo>
                      <a:pt x="108" y="26"/>
                      <a:pt x="108" y="26"/>
                      <a:pt x="108" y="26"/>
                    </a:cubicBezTo>
                    <a:cubicBezTo>
                      <a:pt x="108" y="25"/>
                      <a:pt x="108" y="25"/>
                      <a:pt x="108" y="25"/>
                    </a:cubicBezTo>
                    <a:cubicBezTo>
                      <a:pt x="108" y="25"/>
                      <a:pt x="108" y="25"/>
                      <a:pt x="108" y="25"/>
                    </a:cubicBezTo>
                    <a:cubicBezTo>
                      <a:pt x="108" y="25"/>
                      <a:pt x="108" y="25"/>
                      <a:pt x="108" y="25"/>
                    </a:cubicBezTo>
                    <a:cubicBezTo>
                      <a:pt x="108" y="25"/>
                      <a:pt x="108" y="25"/>
                      <a:pt x="108" y="25"/>
                    </a:cubicBezTo>
                    <a:cubicBezTo>
                      <a:pt x="109" y="25"/>
                      <a:pt x="109" y="25"/>
                      <a:pt x="110" y="25"/>
                    </a:cubicBezTo>
                    <a:cubicBezTo>
                      <a:pt x="110" y="25"/>
                      <a:pt x="110" y="24"/>
                      <a:pt x="111" y="24"/>
                    </a:cubicBezTo>
                    <a:cubicBezTo>
                      <a:pt x="111" y="24"/>
                      <a:pt x="111" y="24"/>
                      <a:pt x="111" y="24"/>
                    </a:cubicBezTo>
                    <a:cubicBezTo>
                      <a:pt x="111" y="24"/>
                      <a:pt x="111" y="24"/>
                      <a:pt x="111" y="25"/>
                    </a:cubicBezTo>
                    <a:cubicBezTo>
                      <a:pt x="111" y="25"/>
                      <a:pt x="112" y="25"/>
                      <a:pt x="112" y="25"/>
                    </a:cubicBezTo>
                    <a:close/>
                    <a:moveTo>
                      <a:pt x="32" y="72"/>
                    </a:moveTo>
                    <a:cubicBezTo>
                      <a:pt x="31" y="73"/>
                      <a:pt x="31" y="73"/>
                      <a:pt x="31" y="73"/>
                    </a:cubicBezTo>
                    <a:cubicBezTo>
                      <a:pt x="31" y="73"/>
                      <a:pt x="30" y="73"/>
                      <a:pt x="30" y="73"/>
                    </a:cubicBezTo>
                    <a:cubicBezTo>
                      <a:pt x="30" y="73"/>
                      <a:pt x="29" y="73"/>
                      <a:pt x="29" y="73"/>
                    </a:cubicBezTo>
                    <a:cubicBezTo>
                      <a:pt x="29" y="73"/>
                      <a:pt x="29" y="73"/>
                      <a:pt x="29" y="73"/>
                    </a:cubicBezTo>
                    <a:cubicBezTo>
                      <a:pt x="29" y="72"/>
                      <a:pt x="29" y="72"/>
                      <a:pt x="29" y="72"/>
                    </a:cubicBezTo>
                    <a:cubicBezTo>
                      <a:pt x="29" y="72"/>
                      <a:pt x="29" y="72"/>
                      <a:pt x="29" y="72"/>
                    </a:cubicBezTo>
                    <a:cubicBezTo>
                      <a:pt x="29" y="72"/>
                      <a:pt x="29" y="72"/>
                      <a:pt x="29" y="72"/>
                    </a:cubicBezTo>
                    <a:cubicBezTo>
                      <a:pt x="29" y="72"/>
                      <a:pt x="29" y="72"/>
                      <a:pt x="29" y="72"/>
                    </a:cubicBezTo>
                    <a:cubicBezTo>
                      <a:pt x="30" y="71"/>
                      <a:pt x="31" y="71"/>
                      <a:pt x="31" y="71"/>
                    </a:cubicBezTo>
                    <a:cubicBezTo>
                      <a:pt x="31" y="71"/>
                      <a:pt x="31" y="71"/>
                      <a:pt x="31" y="71"/>
                    </a:cubicBezTo>
                    <a:cubicBezTo>
                      <a:pt x="31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3" y="71"/>
                      <a:pt x="33" y="71"/>
                    </a:cubicBezTo>
                    <a:cubicBezTo>
                      <a:pt x="33" y="71"/>
                      <a:pt x="33" y="71"/>
                      <a:pt x="33" y="71"/>
                    </a:cubicBezTo>
                    <a:cubicBezTo>
                      <a:pt x="33" y="71"/>
                      <a:pt x="33" y="71"/>
                      <a:pt x="33" y="71"/>
                    </a:cubicBezTo>
                    <a:cubicBezTo>
                      <a:pt x="33" y="71"/>
                      <a:pt x="34" y="71"/>
                      <a:pt x="34" y="71"/>
                    </a:cubicBezTo>
                    <a:cubicBezTo>
                      <a:pt x="34" y="70"/>
                      <a:pt x="34" y="70"/>
                      <a:pt x="34" y="70"/>
                    </a:cubicBezTo>
                    <a:cubicBezTo>
                      <a:pt x="34" y="70"/>
                      <a:pt x="34" y="69"/>
                      <a:pt x="34" y="69"/>
                    </a:cubicBezTo>
                    <a:cubicBezTo>
                      <a:pt x="34" y="69"/>
                      <a:pt x="34" y="68"/>
                      <a:pt x="35" y="68"/>
                    </a:cubicBezTo>
                    <a:cubicBezTo>
                      <a:pt x="35" y="68"/>
                      <a:pt x="35" y="68"/>
                      <a:pt x="35" y="67"/>
                    </a:cubicBezTo>
                    <a:cubicBezTo>
                      <a:pt x="35" y="67"/>
                      <a:pt x="35" y="67"/>
                      <a:pt x="35" y="66"/>
                    </a:cubicBezTo>
                    <a:cubicBezTo>
                      <a:pt x="35" y="66"/>
                      <a:pt x="36" y="66"/>
                      <a:pt x="36" y="66"/>
                    </a:cubicBezTo>
                    <a:cubicBezTo>
                      <a:pt x="36" y="66"/>
                      <a:pt x="36" y="65"/>
                      <a:pt x="36" y="65"/>
                    </a:cubicBezTo>
                    <a:cubicBezTo>
                      <a:pt x="36" y="65"/>
                      <a:pt x="36" y="65"/>
                      <a:pt x="36" y="65"/>
                    </a:cubicBezTo>
                    <a:cubicBezTo>
                      <a:pt x="36" y="65"/>
                      <a:pt x="36" y="65"/>
                      <a:pt x="36" y="65"/>
                    </a:cubicBezTo>
                    <a:cubicBezTo>
                      <a:pt x="36" y="65"/>
                      <a:pt x="36" y="65"/>
                      <a:pt x="36" y="64"/>
                    </a:cubicBezTo>
                    <a:cubicBezTo>
                      <a:pt x="36" y="64"/>
                      <a:pt x="36" y="65"/>
                      <a:pt x="36" y="65"/>
                    </a:cubicBezTo>
                    <a:cubicBezTo>
                      <a:pt x="35" y="65"/>
                      <a:pt x="35" y="65"/>
                      <a:pt x="35" y="65"/>
                    </a:cubicBezTo>
                    <a:cubicBezTo>
                      <a:pt x="35" y="65"/>
                      <a:pt x="35" y="65"/>
                      <a:pt x="35" y="65"/>
                    </a:cubicBezTo>
                    <a:cubicBezTo>
                      <a:pt x="36" y="65"/>
                      <a:pt x="35" y="65"/>
                      <a:pt x="35" y="65"/>
                    </a:cubicBezTo>
                    <a:cubicBezTo>
                      <a:pt x="35" y="65"/>
                      <a:pt x="35" y="65"/>
                      <a:pt x="35" y="65"/>
                    </a:cubicBezTo>
                    <a:cubicBezTo>
                      <a:pt x="34" y="65"/>
                      <a:pt x="34" y="66"/>
                      <a:pt x="34" y="66"/>
                    </a:cubicBezTo>
                    <a:cubicBezTo>
                      <a:pt x="34" y="66"/>
                      <a:pt x="33" y="66"/>
                      <a:pt x="33" y="66"/>
                    </a:cubicBezTo>
                    <a:cubicBezTo>
                      <a:pt x="33" y="66"/>
                      <a:pt x="33" y="67"/>
                      <a:pt x="33" y="67"/>
                    </a:cubicBezTo>
                    <a:cubicBezTo>
                      <a:pt x="33" y="67"/>
                      <a:pt x="33" y="67"/>
                      <a:pt x="33" y="67"/>
                    </a:cubicBezTo>
                    <a:cubicBezTo>
                      <a:pt x="33" y="67"/>
                      <a:pt x="33" y="67"/>
                      <a:pt x="33" y="67"/>
                    </a:cubicBezTo>
                    <a:cubicBezTo>
                      <a:pt x="33" y="67"/>
                      <a:pt x="33" y="67"/>
                      <a:pt x="33" y="67"/>
                    </a:cubicBezTo>
                    <a:cubicBezTo>
                      <a:pt x="33" y="68"/>
                      <a:pt x="33" y="68"/>
                      <a:pt x="33" y="68"/>
                    </a:cubicBezTo>
                    <a:cubicBezTo>
                      <a:pt x="33" y="68"/>
                      <a:pt x="32" y="68"/>
                      <a:pt x="32" y="68"/>
                    </a:cubicBezTo>
                    <a:cubicBezTo>
                      <a:pt x="32" y="68"/>
                      <a:pt x="32" y="68"/>
                      <a:pt x="32" y="68"/>
                    </a:cubicBezTo>
                    <a:cubicBezTo>
                      <a:pt x="32" y="68"/>
                      <a:pt x="32" y="68"/>
                      <a:pt x="32" y="67"/>
                    </a:cubicBezTo>
                    <a:cubicBezTo>
                      <a:pt x="32" y="67"/>
                      <a:pt x="32" y="67"/>
                      <a:pt x="32" y="67"/>
                    </a:cubicBezTo>
                    <a:cubicBezTo>
                      <a:pt x="32" y="67"/>
                      <a:pt x="32" y="67"/>
                      <a:pt x="32" y="67"/>
                    </a:cubicBezTo>
                    <a:cubicBezTo>
                      <a:pt x="31" y="67"/>
                      <a:pt x="31" y="67"/>
                      <a:pt x="31" y="67"/>
                    </a:cubicBezTo>
                    <a:cubicBezTo>
                      <a:pt x="31" y="67"/>
                      <a:pt x="31" y="67"/>
                      <a:pt x="31" y="67"/>
                    </a:cubicBezTo>
                    <a:cubicBezTo>
                      <a:pt x="31" y="67"/>
                      <a:pt x="31" y="67"/>
                      <a:pt x="31" y="68"/>
                    </a:cubicBezTo>
                    <a:cubicBezTo>
                      <a:pt x="30" y="68"/>
                      <a:pt x="30" y="68"/>
                      <a:pt x="30" y="68"/>
                    </a:cubicBezTo>
                    <a:cubicBezTo>
                      <a:pt x="30" y="68"/>
                      <a:pt x="30" y="68"/>
                      <a:pt x="30" y="68"/>
                    </a:cubicBezTo>
                    <a:cubicBezTo>
                      <a:pt x="30" y="68"/>
                      <a:pt x="30" y="68"/>
                      <a:pt x="30" y="68"/>
                    </a:cubicBezTo>
                    <a:cubicBezTo>
                      <a:pt x="30" y="68"/>
                      <a:pt x="30" y="69"/>
                      <a:pt x="30" y="69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9" y="69"/>
                      <a:pt x="29" y="69"/>
                      <a:pt x="29" y="69"/>
                    </a:cubicBezTo>
                    <a:cubicBezTo>
                      <a:pt x="29" y="69"/>
                      <a:pt x="29" y="70"/>
                      <a:pt x="29" y="70"/>
                    </a:cubicBezTo>
                    <a:cubicBezTo>
                      <a:pt x="29" y="70"/>
                      <a:pt x="29" y="70"/>
                      <a:pt x="29" y="70"/>
                    </a:cubicBezTo>
                    <a:cubicBezTo>
                      <a:pt x="29" y="70"/>
                      <a:pt x="29" y="70"/>
                      <a:pt x="29" y="70"/>
                    </a:cubicBezTo>
                    <a:cubicBezTo>
                      <a:pt x="29" y="70"/>
                      <a:pt x="29" y="70"/>
                      <a:pt x="29" y="71"/>
                    </a:cubicBezTo>
                    <a:cubicBezTo>
                      <a:pt x="28" y="71"/>
                      <a:pt x="28" y="70"/>
                      <a:pt x="28" y="70"/>
                    </a:cubicBezTo>
                    <a:cubicBezTo>
                      <a:pt x="28" y="70"/>
                      <a:pt x="28" y="70"/>
                      <a:pt x="28" y="70"/>
                    </a:cubicBezTo>
                    <a:cubicBezTo>
                      <a:pt x="28" y="70"/>
                      <a:pt x="28" y="70"/>
                      <a:pt x="28" y="69"/>
                    </a:cubicBezTo>
                    <a:cubicBezTo>
                      <a:pt x="28" y="69"/>
                      <a:pt x="28" y="69"/>
                      <a:pt x="28" y="69"/>
                    </a:cubicBezTo>
                    <a:cubicBezTo>
                      <a:pt x="28" y="69"/>
                      <a:pt x="28" y="69"/>
                      <a:pt x="28" y="69"/>
                    </a:cubicBezTo>
                    <a:cubicBezTo>
                      <a:pt x="28" y="69"/>
                      <a:pt x="28" y="69"/>
                      <a:pt x="28" y="69"/>
                    </a:cubicBezTo>
                    <a:cubicBezTo>
                      <a:pt x="28" y="69"/>
                      <a:pt x="28" y="69"/>
                      <a:pt x="28" y="69"/>
                    </a:cubicBezTo>
                    <a:cubicBezTo>
                      <a:pt x="28" y="69"/>
                      <a:pt x="28" y="69"/>
                      <a:pt x="28" y="69"/>
                    </a:cubicBezTo>
                    <a:cubicBezTo>
                      <a:pt x="28" y="69"/>
                      <a:pt x="28" y="69"/>
                      <a:pt x="28" y="69"/>
                    </a:cubicBezTo>
                    <a:cubicBezTo>
                      <a:pt x="28" y="69"/>
                      <a:pt x="28" y="69"/>
                      <a:pt x="28" y="69"/>
                    </a:cubicBezTo>
                    <a:cubicBezTo>
                      <a:pt x="27" y="69"/>
                      <a:pt x="27" y="70"/>
                      <a:pt x="27" y="70"/>
                    </a:cubicBezTo>
                    <a:cubicBezTo>
                      <a:pt x="27" y="70"/>
                      <a:pt x="26" y="71"/>
                      <a:pt x="26" y="71"/>
                    </a:cubicBezTo>
                    <a:cubicBezTo>
                      <a:pt x="26" y="72"/>
                      <a:pt x="26" y="72"/>
                      <a:pt x="26" y="72"/>
                    </a:cubicBezTo>
                    <a:cubicBezTo>
                      <a:pt x="26" y="72"/>
                      <a:pt x="25" y="73"/>
                      <a:pt x="25" y="73"/>
                    </a:cubicBezTo>
                    <a:cubicBezTo>
                      <a:pt x="25" y="73"/>
                      <a:pt x="25" y="73"/>
                      <a:pt x="25" y="73"/>
                    </a:cubicBezTo>
                    <a:cubicBezTo>
                      <a:pt x="25" y="73"/>
                      <a:pt x="24" y="73"/>
                      <a:pt x="24" y="73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4" y="73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3" y="72"/>
                      <a:pt x="23" y="72"/>
                    </a:cubicBezTo>
                    <a:cubicBezTo>
                      <a:pt x="23" y="72"/>
                      <a:pt x="23" y="72"/>
                      <a:pt x="23" y="71"/>
                    </a:cubicBezTo>
                    <a:cubicBezTo>
                      <a:pt x="23" y="72"/>
                      <a:pt x="24" y="71"/>
                      <a:pt x="24" y="71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0"/>
                      <a:pt x="25" y="70"/>
                      <a:pt x="25" y="70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5" y="70"/>
                      <a:pt x="26" y="70"/>
                      <a:pt x="26" y="70"/>
                    </a:cubicBezTo>
                    <a:cubicBezTo>
                      <a:pt x="26" y="70"/>
                      <a:pt x="26" y="69"/>
                      <a:pt x="26" y="69"/>
                    </a:cubicBezTo>
                    <a:cubicBezTo>
                      <a:pt x="27" y="69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8" y="68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28" y="68"/>
                      <a:pt x="28" y="67"/>
                      <a:pt x="29" y="67"/>
                    </a:cubicBezTo>
                    <a:cubicBezTo>
                      <a:pt x="29" y="67"/>
                      <a:pt x="29" y="67"/>
                      <a:pt x="29" y="67"/>
                    </a:cubicBezTo>
                    <a:cubicBezTo>
                      <a:pt x="29" y="66"/>
                      <a:pt x="29" y="66"/>
                      <a:pt x="29" y="66"/>
                    </a:cubicBezTo>
                    <a:cubicBezTo>
                      <a:pt x="29" y="66"/>
                      <a:pt x="29" y="66"/>
                      <a:pt x="29" y="66"/>
                    </a:cubicBezTo>
                    <a:cubicBezTo>
                      <a:pt x="29" y="65"/>
                      <a:pt x="29" y="65"/>
                      <a:pt x="29" y="65"/>
                    </a:cubicBezTo>
                    <a:cubicBezTo>
                      <a:pt x="29" y="65"/>
                      <a:pt x="29" y="65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2"/>
                      <a:pt x="30" y="62"/>
                      <a:pt x="30" y="62"/>
                    </a:cubicBezTo>
                    <a:cubicBezTo>
                      <a:pt x="30" y="62"/>
                      <a:pt x="30" y="62"/>
                      <a:pt x="30" y="62"/>
                    </a:cubicBezTo>
                    <a:cubicBezTo>
                      <a:pt x="30" y="62"/>
                      <a:pt x="30" y="62"/>
                      <a:pt x="30" y="62"/>
                    </a:cubicBezTo>
                    <a:cubicBezTo>
                      <a:pt x="30" y="62"/>
                      <a:pt x="29" y="62"/>
                      <a:pt x="29" y="61"/>
                    </a:cubicBezTo>
                    <a:cubicBezTo>
                      <a:pt x="29" y="61"/>
                      <a:pt x="29" y="61"/>
                      <a:pt x="29" y="61"/>
                    </a:cubicBezTo>
                    <a:cubicBezTo>
                      <a:pt x="29" y="61"/>
                      <a:pt x="30" y="61"/>
                      <a:pt x="30" y="61"/>
                    </a:cubicBezTo>
                    <a:cubicBezTo>
                      <a:pt x="31" y="61"/>
                      <a:pt x="31" y="61"/>
                      <a:pt x="31" y="61"/>
                    </a:cubicBezTo>
                    <a:cubicBezTo>
                      <a:pt x="31" y="61"/>
                      <a:pt x="32" y="61"/>
                      <a:pt x="32" y="61"/>
                    </a:cubicBezTo>
                    <a:cubicBezTo>
                      <a:pt x="32" y="61"/>
                      <a:pt x="33" y="60"/>
                      <a:pt x="33" y="60"/>
                    </a:cubicBezTo>
                    <a:cubicBezTo>
                      <a:pt x="33" y="60"/>
                      <a:pt x="34" y="60"/>
                      <a:pt x="34" y="60"/>
                    </a:cubicBezTo>
                    <a:cubicBezTo>
                      <a:pt x="34" y="60"/>
                      <a:pt x="34" y="60"/>
                      <a:pt x="34" y="60"/>
                    </a:cubicBezTo>
                    <a:cubicBezTo>
                      <a:pt x="34" y="60"/>
                      <a:pt x="34" y="59"/>
                      <a:pt x="35" y="59"/>
                    </a:cubicBezTo>
                    <a:cubicBezTo>
                      <a:pt x="35" y="59"/>
                      <a:pt x="35" y="59"/>
                      <a:pt x="36" y="59"/>
                    </a:cubicBezTo>
                    <a:cubicBezTo>
                      <a:pt x="36" y="59"/>
                      <a:pt x="36" y="59"/>
                      <a:pt x="36" y="59"/>
                    </a:cubicBezTo>
                    <a:cubicBezTo>
                      <a:pt x="36" y="58"/>
                      <a:pt x="36" y="58"/>
                      <a:pt x="36" y="58"/>
                    </a:cubicBezTo>
                    <a:cubicBezTo>
                      <a:pt x="37" y="58"/>
                      <a:pt x="37" y="58"/>
                      <a:pt x="37" y="58"/>
                    </a:cubicBezTo>
                    <a:cubicBezTo>
                      <a:pt x="37" y="58"/>
                      <a:pt x="37" y="58"/>
                      <a:pt x="37" y="58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8" y="59"/>
                      <a:pt x="37" y="60"/>
                      <a:pt x="37" y="60"/>
                    </a:cubicBezTo>
                    <a:cubicBezTo>
                      <a:pt x="37" y="60"/>
                      <a:pt x="37" y="60"/>
                      <a:pt x="36" y="60"/>
                    </a:cubicBezTo>
                    <a:cubicBezTo>
                      <a:pt x="36" y="60"/>
                      <a:pt x="36" y="60"/>
                      <a:pt x="36" y="61"/>
                    </a:cubicBezTo>
                    <a:cubicBezTo>
                      <a:pt x="35" y="61"/>
                      <a:pt x="34" y="61"/>
                      <a:pt x="34" y="62"/>
                    </a:cubicBezTo>
                    <a:cubicBezTo>
                      <a:pt x="34" y="62"/>
                      <a:pt x="34" y="62"/>
                      <a:pt x="34" y="62"/>
                    </a:cubicBezTo>
                    <a:cubicBezTo>
                      <a:pt x="34" y="62"/>
                      <a:pt x="34" y="62"/>
                      <a:pt x="34" y="62"/>
                    </a:cubicBezTo>
                    <a:cubicBezTo>
                      <a:pt x="34" y="62"/>
                      <a:pt x="34" y="62"/>
                      <a:pt x="34" y="63"/>
                    </a:cubicBezTo>
                    <a:cubicBezTo>
                      <a:pt x="34" y="63"/>
                      <a:pt x="34" y="63"/>
                      <a:pt x="34" y="64"/>
                    </a:cubicBezTo>
                    <a:cubicBezTo>
                      <a:pt x="34" y="64"/>
                      <a:pt x="34" y="64"/>
                      <a:pt x="34" y="64"/>
                    </a:cubicBezTo>
                    <a:cubicBezTo>
                      <a:pt x="35" y="64"/>
                      <a:pt x="35" y="64"/>
                      <a:pt x="35" y="64"/>
                    </a:cubicBezTo>
                    <a:cubicBezTo>
                      <a:pt x="35" y="64"/>
                      <a:pt x="36" y="64"/>
                      <a:pt x="36" y="63"/>
                    </a:cubicBezTo>
                    <a:cubicBezTo>
                      <a:pt x="36" y="63"/>
                      <a:pt x="37" y="63"/>
                      <a:pt x="37" y="63"/>
                    </a:cubicBezTo>
                    <a:cubicBezTo>
                      <a:pt x="37" y="63"/>
                      <a:pt x="37" y="63"/>
                      <a:pt x="37" y="63"/>
                    </a:cubicBezTo>
                    <a:cubicBezTo>
                      <a:pt x="38" y="63"/>
                      <a:pt x="38" y="63"/>
                      <a:pt x="38" y="63"/>
                    </a:cubicBezTo>
                    <a:cubicBezTo>
                      <a:pt x="38" y="63"/>
                      <a:pt x="38" y="63"/>
                      <a:pt x="38" y="63"/>
                    </a:cubicBezTo>
                    <a:cubicBezTo>
                      <a:pt x="38" y="63"/>
                      <a:pt x="39" y="63"/>
                      <a:pt x="39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4"/>
                      <a:pt x="39" y="64"/>
                      <a:pt x="39" y="64"/>
                    </a:cubicBezTo>
                    <a:cubicBezTo>
                      <a:pt x="39" y="64"/>
                      <a:pt x="39" y="64"/>
                      <a:pt x="39" y="65"/>
                    </a:cubicBezTo>
                    <a:cubicBezTo>
                      <a:pt x="38" y="65"/>
                      <a:pt x="38" y="65"/>
                      <a:pt x="38" y="65"/>
                    </a:cubicBezTo>
                    <a:cubicBezTo>
                      <a:pt x="38" y="65"/>
                      <a:pt x="38" y="66"/>
                      <a:pt x="38" y="66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7" y="67"/>
                      <a:pt x="37" y="67"/>
                      <a:pt x="37" y="67"/>
                    </a:cubicBezTo>
                    <a:cubicBezTo>
                      <a:pt x="37" y="67"/>
                      <a:pt x="37" y="68"/>
                      <a:pt x="37" y="68"/>
                    </a:cubicBezTo>
                    <a:cubicBezTo>
                      <a:pt x="37" y="68"/>
                      <a:pt x="36" y="69"/>
                      <a:pt x="36" y="69"/>
                    </a:cubicBezTo>
                    <a:cubicBezTo>
                      <a:pt x="36" y="70"/>
                      <a:pt x="36" y="70"/>
                      <a:pt x="36" y="70"/>
                    </a:cubicBezTo>
                    <a:cubicBezTo>
                      <a:pt x="36" y="70"/>
                      <a:pt x="36" y="71"/>
                      <a:pt x="36" y="71"/>
                    </a:cubicBezTo>
                    <a:cubicBezTo>
                      <a:pt x="35" y="71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3"/>
                      <a:pt x="35" y="73"/>
                      <a:pt x="35" y="73"/>
                    </a:cubicBezTo>
                    <a:cubicBezTo>
                      <a:pt x="35" y="73"/>
                      <a:pt x="34" y="73"/>
                      <a:pt x="34" y="73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3" y="73"/>
                      <a:pt x="33" y="73"/>
                      <a:pt x="33" y="73"/>
                    </a:cubicBezTo>
                    <a:cubicBezTo>
                      <a:pt x="33" y="72"/>
                      <a:pt x="33" y="72"/>
                      <a:pt x="33" y="72"/>
                    </a:cubicBezTo>
                    <a:cubicBezTo>
                      <a:pt x="33" y="72"/>
                      <a:pt x="33" y="72"/>
                      <a:pt x="33" y="72"/>
                    </a:cubicBezTo>
                    <a:cubicBezTo>
                      <a:pt x="33" y="71"/>
                      <a:pt x="32" y="71"/>
                      <a:pt x="32" y="71"/>
                    </a:cubicBezTo>
                    <a:cubicBezTo>
                      <a:pt x="32" y="71"/>
                      <a:pt x="32" y="72"/>
                      <a:pt x="32" y="72"/>
                    </a:cubicBezTo>
                    <a:cubicBezTo>
                      <a:pt x="32" y="72"/>
                      <a:pt x="32" y="72"/>
                      <a:pt x="32" y="72"/>
                    </a:cubicBezTo>
                    <a:close/>
                    <a:moveTo>
                      <a:pt x="30" y="64"/>
                    </a:moveTo>
                    <a:cubicBezTo>
                      <a:pt x="30" y="64"/>
                      <a:pt x="30" y="64"/>
                      <a:pt x="30" y="63"/>
                    </a:cubicBezTo>
                    <a:cubicBezTo>
                      <a:pt x="31" y="63"/>
                      <a:pt x="31" y="63"/>
                      <a:pt x="31" y="63"/>
                    </a:cubicBezTo>
                    <a:cubicBezTo>
                      <a:pt x="32" y="63"/>
                      <a:pt x="32" y="63"/>
                      <a:pt x="32" y="63"/>
                    </a:cubicBezTo>
                    <a:cubicBezTo>
                      <a:pt x="32" y="63"/>
                      <a:pt x="32" y="63"/>
                      <a:pt x="33" y="63"/>
                    </a:cubicBezTo>
                    <a:cubicBezTo>
                      <a:pt x="33" y="63"/>
                      <a:pt x="33" y="63"/>
                      <a:pt x="33" y="63"/>
                    </a:cubicBezTo>
                    <a:cubicBezTo>
                      <a:pt x="33" y="63"/>
                      <a:pt x="33" y="63"/>
                      <a:pt x="33" y="64"/>
                    </a:cubicBezTo>
                    <a:cubicBezTo>
                      <a:pt x="33" y="64"/>
                      <a:pt x="33" y="65"/>
                      <a:pt x="33" y="65"/>
                    </a:cubicBezTo>
                    <a:cubicBezTo>
                      <a:pt x="33" y="65"/>
                      <a:pt x="33" y="65"/>
                      <a:pt x="33" y="65"/>
                    </a:cubicBezTo>
                    <a:cubicBezTo>
                      <a:pt x="33" y="65"/>
                      <a:pt x="32" y="65"/>
                      <a:pt x="32" y="65"/>
                    </a:cubicBezTo>
                    <a:cubicBezTo>
                      <a:pt x="31" y="65"/>
                      <a:pt x="31" y="66"/>
                      <a:pt x="31" y="66"/>
                    </a:cubicBezTo>
                    <a:cubicBezTo>
                      <a:pt x="31" y="66"/>
                      <a:pt x="31" y="66"/>
                      <a:pt x="31" y="66"/>
                    </a:cubicBezTo>
                    <a:cubicBezTo>
                      <a:pt x="31" y="66"/>
                      <a:pt x="30" y="65"/>
                      <a:pt x="30" y="65"/>
                    </a:cubicBezTo>
                    <a:cubicBezTo>
                      <a:pt x="30" y="65"/>
                      <a:pt x="30" y="64"/>
                      <a:pt x="30" y="64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4"/>
                      <a:pt x="30" y="64"/>
                      <a:pt x="30" y="64"/>
                    </a:cubicBezTo>
                    <a:close/>
                    <a:moveTo>
                      <a:pt x="47" y="72"/>
                    </a:moveTo>
                    <a:cubicBezTo>
                      <a:pt x="47" y="72"/>
                      <a:pt x="47" y="71"/>
                      <a:pt x="47" y="70"/>
                    </a:cubicBezTo>
                    <a:cubicBezTo>
                      <a:pt x="47" y="70"/>
                      <a:pt x="47" y="69"/>
                      <a:pt x="47" y="69"/>
                    </a:cubicBezTo>
                    <a:cubicBezTo>
                      <a:pt x="47" y="69"/>
                      <a:pt x="47" y="69"/>
                      <a:pt x="47" y="69"/>
                    </a:cubicBezTo>
                    <a:cubicBezTo>
                      <a:pt x="47" y="69"/>
                      <a:pt x="47" y="69"/>
                      <a:pt x="48" y="69"/>
                    </a:cubicBezTo>
                    <a:cubicBezTo>
                      <a:pt x="48" y="69"/>
                      <a:pt x="48" y="69"/>
                      <a:pt x="48" y="69"/>
                    </a:cubicBezTo>
                    <a:cubicBezTo>
                      <a:pt x="48" y="69"/>
                      <a:pt x="48" y="69"/>
                      <a:pt x="48" y="70"/>
                    </a:cubicBezTo>
                    <a:cubicBezTo>
                      <a:pt x="49" y="70"/>
                      <a:pt x="49" y="70"/>
                      <a:pt x="49" y="70"/>
                    </a:cubicBezTo>
                    <a:cubicBezTo>
                      <a:pt x="49" y="70"/>
                      <a:pt x="49" y="71"/>
                      <a:pt x="49" y="71"/>
                    </a:cubicBezTo>
                    <a:cubicBezTo>
                      <a:pt x="49" y="72"/>
                      <a:pt x="49" y="72"/>
                      <a:pt x="49" y="72"/>
                    </a:cubicBezTo>
                    <a:cubicBezTo>
                      <a:pt x="49" y="73"/>
                      <a:pt x="49" y="73"/>
                      <a:pt x="49" y="73"/>
                    </a:cubicBezTo>
                    <a:cubicBezTo>
                      <a:pt x="49" y="73"/>
                      <a:pt x="48" y="73"/>
                      <a:pt x="48" y="73"/>
                    </a:cubicBezTo>
                    <a:cubicBezTo>
                      <a:pt x="48" y="73"/>
                      <a:pt x="48" y="73"/>
                      <a:pt x="48" y="73"/>
                    </a:cubicBezTo>
                    <a:cubicBezTo>
                      <a:pt x="48" y="73"/>
                      <a:pt x="47" y="72"/>
                      <a:pt x="47" y="72"/>
                    </a:cubicBezTo>
                    <a:close/>
                    <a:moveTo>
                      <a:pt x="55" y="69"/>
                    </a:moveTo>
                    <a:cubicBezTo>
                      <a:pt x="55" y="69"/>
                      <a:pt x="55" y="69"/>
                      <a:pt x="55" y="68"/>
                    </a:cubicBezTo>
                    <a:cubicBezTo>
                      <a:pt x="55" y="68"/>
                      <a:pt x="55" y="67"/>
                      <a:pt x="55" y="67"/>
                    </a:cubicBezTo>
                    <a:cubicBezTo>
                      <a:pt x="55" y="67"/>
                      <a:pt x="55" y="66"/>
                      <a:pt x="55" y="66"/>
                    </a:cubicBezTo>
                    <a:cubicBezTo>
                      <a:pt x="55" y="66"/>
                      <a:pt x="56" y="65"/>
                      <a:pt x="56" y="65"/>
                    </a:cubicBezTo>
                    <a:cubicBezTo>
                      <a:pt x="55" y="65"/>
                      <a:pt x="55" y="65"/>
                      <a:pt x="55" y="65"/>
                    </a:cubicBezTo>
                    <a:cubicBezTo>
                      <a:pt x="55" y="65"/>
                      <a:pt x="55" y="65"/>
                      <a:pt x="55" y="65"/>
                    </a:cubicBezTo>
                    <a:cubicBezTo>
                      <a:pt x="55" y="65"/>
                      <a:pt x="55" y="65"/>
                      <a:pt x="55" y="65"/>
                    </a:cubicBezTo>
                    <a:cubicBezTo>
                      <a:pt x="54" y="65"/>
                      <a:pt x="54" y="65"/>
                      <a:pt x="54" y="65"/>
                    </a:cubicBezTo>
                    <a:cubicBezTo>
                      <a:pt x="54" y="65"/>
                      <a:pt x="54" y="66"/>
                      <a:pt x="53" y="66"/>
                    </a:cubicBezTo>
                    <a:cubicBezTo>
                      <a:pt x="53" y="66"/>
                      <a:pt x="53" y="67"/>
                      <a:pt x="53" y="67"/>
                    </a:cubicBezTo>
                    <a:cubicBezTo>
                      <a:pt x="53" y="67"/>
                      <a:pt x="53" y="67"/>
                      <a:pt x="53" y="67"/>
                    </a:cubicBezTo>
                    <a:cubicBezTo>
                      <a:pt x="53" y="67"/>
                      <a:pt x="52" y="67"/>
                      <a:pt x="52" y="68"/>
                    </a:cubicBezTo>
                    <a:cubicBezTo>
                      <a:pt x="51" y="68"/>
                      <a:pt x="51" y="68"/>
                      <a:pt x="51" y="69"/>
                    </a:cubicBezTo>
                    <a:cubicBezTo>
                      <a:pt x="50" y="69"/>
                      <a:pt x="49" y="69"/>
                      <a:pt x="49" y="69"/>
                    </a:cubicBezTo>
                    <a:cubicBezTo>
                      <a:pt x="49" y="69"/>
                      <a:pt x="49" y="68"/>
                      <a:pt x="48" y="68"/>
                    </a:cubicBezTo>
                    <a:cubicBezTo>
                      <a:pt x="48" y="68"/>
                      <a:pt x="48" y="68"/>
                      <a:pt x="48" y="68"/>
                    </a:cubicBezTo>
                    <a:cubicBezTo>
                      <a:pt x="48" y="68"/>
                      <a:pt x="48" y="67"/>
                      <a:pt x="48" y="67"/>
                    </a:cubicBezTo>
                    <a:cubicBezTo>
                      <a:pt x="49" y="67"/>
                      <a:pt x="49" y="67"/>
                      <a:pt x="49" y="67"/>
                    </a:cubicBezTo>
                    <a:cubicBezTo>
                      <a:pt x="49" y="67"/>
                      <a:pt x="49" y="67"/>
                      <a:pt x="50" y="67"/>
                    </a:cubicBezTo>
                    <a:cubicBezTo>
                      <a:pt x="50" y="67"/>
                      <a:pt x="50" y="67"/>
                      <a:pt x="51" y="67"/>
                    </a:cubicBezTo>
                    <a:cubicBezTo>
                      <a:pt x="51" y="67"/>
                      <a:pt x="51" y="66"/>
                      <a:pt x="51" y="66"/>
                    </a:cubicBezTo>
                    <a:cubicBezTo>
                      <a:pt x="51" y="66"/>
                      <a:pt x="51" y="66"/>
                      <a:pt x="51" y="66"/>
                    </a:cubicBezTo>
                    <a:cubicBezTo>
                      <a:pt x="51" y="66"/>
                      <a:pt x="51" y="66"/>
                      <a:pt x="51" y="65"/>
                    </a:cubicBezTo>
                    <a:cubicBezTo>
                      <a:pt x="50" y="65"/>
                      <a:pt x="50" y="66"/>
                      <a:pt x="50" y="66"/>
                    </a:cubicBezTo>
                    <a:cubicBezTo>
                      <a:pt x="50" y="66"/>
                      <a:pt x="50" y="66"/>
                      <a:pt x="50" y="66"/>
                    </a:cubicBezTo>
                    <a:cubicBezTo>
                      <a:pt x="49" y="66"/>
                      <a:pt x="49" y="66"/>
                      <a:pt x="49" y="65"/>
                    </a:cubicBezTo>
                    <a:cubicBezTo>
                      <a:pt x="49" y="65"/>
                      <a:pt x="48" y="65"/>
                      <a:pt x="48" y="65"/>
                    </a:cubicBezTo>
                    <a:cubicBezTo>
                      <a:pt x="48" y="65"/>
                      <a:pt x="48" y="65"/>
                      <a:pt x="48" y="65"/>
                    </a:cubicBezTo>
                    <a:cubicBezTo>
                      <a:pt x="48" y="65"/>
                      <a:pt x="48" y="65"/>
                      <a:pt x="48" y="65"/>
                    </a:cubicBezTo>
                    <a:cubicBezTo>
                      <a:pt x="48" y="65"/>
                      <a:pt x="48" y="65"/>
                      <a:pt x="48" y="64"/>
                    </a:cubicBezTo>
                    <a:cubicBezTo>
                      <a:pt x="49" y="64"/>
                      <a:pt x="48" y="64"/>
                      <a:pt x="49" y="64"/>
                    </a:cubicBezTo>
                    <a:cubicBezTo>
                      <a:pt x="49" y="64"/>
                      <a:pt x="50" y="64"/>
                      <a:pt x="50" y="64"/>
                    </a:cubicBezTo>
                    <a:cubicBezTo>
                      <a:pt x="50" y="64"/>
                      <a:pt x="50" y="64"/>
                      <a:pt x="50" y="64"/>
                    </a:cubicBezTo>
                    <a:cubicBezTo>
                      <a:pt x="50" y="64"/>
                      <a:pt x="50" y="64"/>
                      <a:pt x="51" y="64"/>
                    </a:cubicBezTo>
                    <a:cubicBezTo>
                      <a:pt x="51" y="64"/>
                      <a:pt x="52" y="64"/>
                      <a:pt x="52" y="63"/>
                    </a:cubicBezTo>
                    <a:cubicBezTo>
                      <a:pt x="52" y="63"/>
                      <a:pt x="52" y="63"/>
                      <a:pt x="52" y="62"/>
                    </a:cubicBezTo>
                    <a:cubicBezTo>
                      <a:pt x="53" y="62"/>
                      <a:pt x="53" y="62"/>
                      <a:pt x="53" y="61"/>
                    </a:cubicBezTo>
                    <a:cubicBezTo>
                      <a:pt x="53" y="61"/>
                      <a:pt x="53" y="61"/>
                      <a:pt x="53" y="61"/>
                    </a:cubicBezTo>
                    <a:cubicBezTo>
                      <a:pt x="53" y="61"/>
                      <a:pt x="53" y="60"/>
                      <a:pt x="53" y="60"/>
                    </a:cubicBezTo>
                    <a:cubicBezTo>
                      <a:pt x="53" y="60"/>
                      <a:pt x="53" y="60"/>
                      <a:pt x="53" y="60"/>
                    </a:cubicBezTo>
                    <a:cubicBezTo>
                      <a:pt x="53" y="59"/>
                      <a:pt x="53" y="59"/>
                      <a:pt x="54" y="59"/>
                    </a:cubicBezTo>
                    <a:cubicBezTo>
                      <a:pt x="54" y="59"/>
                      <a:pt x="54" y="59"/>
                      <a:pt x="54" y="59"/>
                    </a:cubicBezTo>
                    <a:cubicBezTo>
                      <a:pt x="54" y="59"/>
                      <a:pt x="54" y="59"/>
                      <a:pt x="54" y="59"/>
                    </a:cubicBezTo>
                    <a:cubicBezTo>
                      <a:pt x="55" y="60"/>
                      <a:pt x="55" y="60"/>
                      <a:pt x="55" y="60"/>
                    </a:cubicBezTo>
                    <a:cubicBezTo>
                      <a:pt x="55" y="60"/>
                      <a:pt x="55" y="61"/>
                      <a:pt x="55" y="62"/>
                    </a:cubicBezTo>
                    <a:cubicBezTo>
                      <a:pt x="54" y="62"/>
                      <a:pt x="55" y="62"/>
                      <a:pt x="55" y="62"/>
                    </a:cubicBezTo>
                    <a:cubicBezTo>
                      <a:pt x="55" y="61"/>
                      <a:pt x="55" y="61"/>
                      <a:pt x="55" y="61"/>
                    </a:cubicBezTo>
                    <a:cubicBezTo>
                      <a:pt x="55" y="62"/>
                      <a:pt x="56" y="61"/>
                      <a:pt x="56" y="61"/>
                    </a:cubicBezTo>
                    <a:cubicBezTo>
                      <a:pt x="56" y="61"/>
                      <a:pt x="56" y="61"/>
                      <a:pt x="56" y="61"/>
                    </a:cubicBezTo>
                    <a:cubicBezTo>
                      <a:pt x="56" y="61"/>
                      <a:pt x="57" y="60"/>
                      <a:pt x="57" y="61"/>
                    </a:cubicBezTo>
                    <a:cubicBezTo>
                      <a:pt x="57" y="61"/>
                      <a:pt x="57" y="61"/>
                      <a:pt x="57" y="61"/>
                    </a:cubicBezTo>
                    <a:cubicBezTo>
                      <a:pt x="57" y="62"/>
                      <a:pt x="57" y="62"/>
                      <a:pt x="56" y="62"/>
                    </a:cubicBezTo>
                    <a:cubicBezTo>
                      <a:pt x="55" y="63"/>
                      <a:pt x="54" y="63"/>
                      <a:pt x="54" y="63"/>
                    </a:cubicBezTo>
                    <a:cubicBezTo>
                      <a:pt x="53" y="63"/>
                      <a:pt x="53" y="64"/>
                      <a:pt x="53" y="64"/>
                    </a:cubicBezTo>
                    <a:cubicBezTo>
                      <a:pt x="52" y="65"/>
                      <a:pt x="52" y="65"/>
                      <a:pt x="52" y="65"/>
                    </a:cubicBezTo>
                    <a:cubicBezTo>
                      <a:pt x="52" y="65"/>
                      <a:pt x="52" y="66"/>
                      <a:pt x="52" y="66"/>
                    </a:cubicBezTo>
                    <a:cubicBezTo>
                      <a:pt x="53" y="66"/>
                      <a:pt x="53" y="65"/>
                      <a:pt x="54" y="65"/>
                    </a:cubicBezTo>
                    <a:cubicBezTo>
                      <a:pt x="54" y="65"/>
                      <a:pt x="54" y="64"/>
                      <a:pt x="55" y="64"/>
                    </a:cubicBezTo>
                    <a:cubicBezTo>
                      <a:pt x="55" y="64"/>
                      <a:pt x="55" y="64"/>
                      <a:pt x="55" y="64"/>
                    </a:cubicBezTo>
                    <a:cubicBezTo>
                      <a:pt x="56" y="64"/>
                      <a:pt x="56" y="64"/>
                      <a:pt x="56" y="63"/>
                    </a:cubicBezTo>
                    <a:cubicBezTo>
                      <a:pt x="56" y="63"/>
                      <a:pt x="56" y="63"/>
                      <a:pt x="56" y="63"/>
                    </a:cubicBezTo>
                    <a:cubicBezTo>
                      <a:pt x="56" y="63"/>
                      <a:pt x="57" y="63"/>
                      <a:pt x="57" y="64"/>
                    </a:cubicBezTo>
                    <a:cubicBezTo>
                      <a:pt x="57" y="64"/>
                      <a:pt x="57" y="64"/>
                      <a:pt x="57" y="64"/>
                    </a:cubicBezTo>
                    <a:cubicBezTo>
                      <a:pt x="57" y="65"/>
                      <a:pt x="57" y="65"/>
                      <a:pt x="57" y="66"/>
                    </a:cubicBezTo>
                    <a:cubicBezTo>
                      <a:pt x="57" y="66"/>
                      <a:pt x="57" y="67"/>
                      <a:pt x="56" y="67"/>
                    </a:cubicBezTo>
                    <a:cubicBezTo>
                      <a:pt x="56" y="69"/>
                      <a:pt x="56" y="71"/>
                      <a:pt x="55" y="72"/>
                    </a:cubicBezTo>
                    <a:cubicBezTo>
                      <a:pt x="55" y="72"/>
                      <a:pt x="55" y="72"/>
                      <a:pt x="55" y="72"/>
                    </a:cubicBezTo>
                    <a:cubicBezTo>
                      <a:pt x="55" y="72"/>
                      <a:pt x="54" y="72"/>
                      <a:pt x="54" y="72"/>
                    </a:cubicBezTo>
                    <a:cubicBezTo>
                      <a:pt x="54" y="72"/>
                      <a:pt x="54" y="71"/>
                      <a:pt x="54" y="71"/>
                    </a:cubicBezTo>
                    <a:cubicBezTo>
                      <a:pt x="53" y="71"/>
                      <a:pt x="53" y="71"/>
                      <a:pt x="53" y="71"/>
                    </a:cubicBezTo>
                    <a:cubicBezTo>
                      <a:pt x="53" y="71"/>
                      <a:pt x="53" y="71"/>
                      <a:pt x="53" y="71"/>
                    </a:cubicBezTo>
                    <a:cubicBezTo>
                      <a:pt x="53" y="71"/>
                      <a:pt x="53" y="71"/>
                      <a:pt x="52" y="71"/>
                    </a:cubicBezTo>
                    <a:cubicBezTo>
                      <a:pt x="52" y="71"/>
                      <a:pt x="52" y="71"/>
                      <a:pt x="52" y="72"/>
                    </a:cubicBezTo>
                    <a:cubicBezTo>
                      <a:pt x="52" y="72"/>
                      <a:pt x="52" y="72"/>
                      <a:pt x="52" y="72"/>
                    </a:cubicBezTo>
                    <a:cubicBezTo>
                      <a:pt x="52" y="73"/>
                      <a:pt x="52" y="73"/>
                      <a:pt x="52" y="73"/>
                    </a:cubicBezTo>
                    <a:cubicBezTo>
                      <a:pt x="51" y="73"/>
                      <a:pt x="51" y="73"/>
                      <a:pt x="51" y="73"/>
                    </a:cubicBezTo>
                    <a:cubicBezTo>
                      <a:pt x="51" y="73"/>
                      <a:pt x="51" y="73"/>
                      <a:pt x="51" y="73"/>
                    </a:cubicBezTo>
                    <a:cubicBezTo>
                      <a:pt x="51" y="72"/>
                      <a:pt x="51" y="72"/>
                      <a:pt x="51" y="71"/>
                    </a:cubicBezTo>
                    <a:cubicBezTo>
                      <a:pt x="51" y="71"/>
                      <a:pt x="50" y="71"/>
                      <a:pt x="50" y="71"/>
                    </a:cubicBezTo>
                    <a:cubicBezTo>
                      <a:pt x="50" y="71"/>
                      <a:pt x="50" y="71"/>
                      <a:pt x="50" y="71"/>
                    </a:cubicBezTo>
                    <a:cubicBezTo>
                      <a:pt x="50" y="70"/>
                      <a:pt x="50" y="71"/>
                      <a:pt x="51" y="71"/>
                    </a:cubicBezTo>
                    <a:cubicBezTo>
                      <a:pt x="51" y="70"/>
                      <a:pt x="51" y="70"/>
                      <a:pt x="51" y="70"/>
                    </a:cubicBezTo>
                    <a:cubicBezTo>
                      <a:pt x="51" y="70"/>
                      <a:pt x="51" y="70"/>
                      <a:pt x="50" y="70"/>
                    </a:cubicBezTo>
                    <a:cubicBezTo>
                      <a:pt x="50" y="70"/>
                      <a:pt x="50" y="69"/>
                      <a:pt x="50" y="69"/>
                    </a:cubicBezTo>
                    <a:cubicBezTo>
                      <a:pt x="51" y="69"/>
                      <a:pt x="51" y="69"/>
                      <a:pt x="51" y="69"/>
                    </a:cubicBezTo>
                    <a:cubicBezTo>
                      <a:pt x="52" y="69"/>
                      <a:pt x="53" y="69"/>
                      <a:pt x="53" y="69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53" y="69"/>
                      <a:pt x="53" y="69"/>
                      <a:pt x="53" y="70"/>
                    </a:cubicBezTo>
                    <a:cubicBezTo>
                      <a:pt x="53" y="70"/>
                      <a:pt x="53" y="70"/>
                      <a:pt x="53" y="70"/>
                    </a:cubicBezTo>
                    <a:cubicBezTo>
                      <a:pt x="54" y="71"/>
                      <a:pt x="54" y="70"/>
                      <a:pt x="55" y="70"/>
                    </a:cubicBezTo>
                    <a:cubicBezTo>
                      <a:pt x="55" y="70"/>
                      <a:pt x="55" y="70"/>
                      <a:pt x="55" y="69"/>
                    </a:cubicBezTo>
                    <a:close/>
                    <a:moveTo>
                      <a:pt x="84" y="65"/>
                    </a:moveTo>
                    <a:cubicBezTo>
                      <a:pt x="84" y="65"/>
                      <a:pt x="84" y="66"/>
                      <a:pt x="84" y="66"/>
                    </a:cubicBezTo>
                    <a:cubicBezTo>
                      <a:pt x="84" y="66"/>
                      <a:pt x="84" y="66"/>
                      <a:pt x="84" y="66"/>
                    </a:cubicBezTo>
                    <a:cubicBezTo>
                      <a:pt x="85" y="66"/>
                      <a:pt x="85" y="65"/>
                      <a:pt x="85" y="65"/>
                    </a:cubicBezTo>
                    <a:cubicBezTo>
                      <a:pt x="86" y="64"/>
                      <a:pt x="87" y="63"/>
                      <a:pt x="87" y="63"/>
                    </a:cubicBezTo>
                    <a:cubicBezTo>
                      <a:pt x="88" y="63"/>
                      <a:pt x="89" y="62"/>
                      <a:pt x="89" y="63"/>
                    </a:cubicBezTo>
                    <a:cubicBezTo>
                      <a:pt x="90" y="63"/>
                      <a:pt x="89" y="64"/>
                      <a:pt x="88" y="66"/>
                    </a:cubicBezTo>
                    <a:cubicBezTo>
                      <a:pt x="88" y="66"/>
                      <a:pt x="88" y="67"/>
                      <a:pt x="88" y="67"/>
                    </a:cubicBezTo>
                    <a:cubicBezTo>
                      <a:pt x="88" y="68"/>
                      <a:pt x="88" y="68"/>
                      <a:pt x="88" y="69"/>
                    </a:cubicBezTo>
                    <a:cubicBezTo>
                      <a:pt x="88" y="70"/>
                      <a:pt x="88" y="71"/>
                      <a:pt x="87" y="71"/>
                    </a:cubicBezTo>
                    <a:cubicBezTo>
                      <a:pt x="87" y="71"/>
                      <a:pt x="87" y="71"/>
                      <a:pt x="87" y="71"/>
                    </a:cubicBezTo>
                    <a:cubicBezTo>
                      <a:pt x="87" y="70"/>
                      <a:pt x="87" y="70"/>
                      <a:pt x="86" y="70"/>
                    </a:cubicBezTo>
                    <a:cubicBezTo>
                      <a:pt x="86" y="70"/>
                      <a:pt x="86" y="70"/>
                      <a:pt x="85" y="70"/>
                    </a:cubicBezTo>
                    <a:cubicBezTo>
                      <a:pt x="85" y="70"/>
                      <a:pt x="85" y="70"/>
                      <a:pt x="85" y="70"/>
                    </a:cubicBezTo>
                    <a:cubicBezTo>
                      <a:pt x="86" y="70"/>
                      <a:pt x="86" y="69"/>
                      <a:pt x="86" y="68"/>
                    </a:cubicBezTo>
                    <a:cubicBezTo>
                      <a:pt x="86" y="68"/>
                      <a:pt x="85" y="68"/>
                      <a:pt x="85" y="68"/>
                    </a:cubicBezTo>
                    <a:cubicBezTo>
                      <a:pt x="85" y="68"/>
                      <a:pt x="85" y="68"/>
                      <a:pt x="85" y="68"/>
                    </a:cubicBezTo>
                    <a:cubicBezTo>
                      <a:pt x="85" y="68"/>
                      <a:pt x="85" y="68"/>
                      <a:pt x="85" y="68"/>
                    </a:cubicBezTo>
                    <a:cubicBezTo>
                      <a:pt x="85" y="68"/>
                      <a:pt x="86" y="66"/>
                      <a:pt x="86" y="66"/>
                    </a:cubicBezTo>
                    <a:cubicBezTo>
                      <a:pt x="85" y="66"/>
                      <a:pt x="85" y="66"/>
                      <a:pt x="86" y="66"/>
                    </a:cubicBezTo>
                    <a:cubicBezTo>
                      <a:pt x="86" y="66"/>
                      <a:pt x="86" y="65"/>
                      <a:pt x="86" y="65"/>
                    </a:cubicBezTo>
                    <a:cubicBezTo>
                      <a:pt x="86" y="65"/>
                      <a:pt x="86" y="65"/>
                      <a:pt x="86" y="65"/>
                    </a:cubicBezTo>
                    <a:cubicBezTo>
                      <a:pt x="85" y="66"/>
                      <a:pt x="85" y="67"/>
                      <a:pt x="84" y="68"/>
                    </a:cubicBezTo>
                    <a:cubicBezTo>
                      <a:pt x="84" y="68"/>
                      <a:pt x="85" y="69"/>
                      <a:pt x="84" y="69"/>
                    </a:cubicBezTo>
                    <a:cubicBezTo>
                      <a:pt x="84" y="70"/>
                      <a:pt x="84" y="70"/>
                      <a:pt x="84" y="70"/>
                    </a:cubicBezTo>
                    <a:cubicBezTo>
                      <a:pt x="84" y="69"/>
                      <a:pt x="83" y="69"/>
                      <a:pt x="83" y="69"/>
                    </a:cubicBezTo>
                    <a:cubicBezTo>
                      <a:pt x="83" y="68"/>
                      <a:pt x="83" y="67"/>
                      <a:pt x="84" y="66"/>
                    </a:cubicBezTo>
                    <a:cubicBezTo>
                      <a:pt x="84" y="66"/>
                      <a:pt x="84" y="65"/>
                      <a:pt x="84" y="65"/>
                    </a:cubicBezTo>
                    <a:close/>
                    <a:moveTo>
                      <a:pt x="88" y="63"/>
                    </a:moveTo>
                    <a:cubicBezTo>
                      <a:pt x="88" y="63"/>
                      <a:pt x="88" y="63"/>
                      <a:pt x="88" y="63"/>
                    </a:cubicBezTo>
                    <a:cubicBezTo>
                      <a:pt x="88" y="63"/>
                      <a:pt x="88" y="64"/>
                      <a:pt x="88" y="64"/>
                    </a:cubicBezTo>
                    <a:cubicBezTo>
                      <a:pt x="88" y="65"/>
                      <a:pt x="88" y="66"/>
                      <a:pt x="87" y="67"/>
                    </a:cubicBezTo>
                    <a:cubicBezTo>
                      <a:pt x="87" y="66"/>
                      <a:pt x="87" y="66"/>
                      <a:pt x="87" y="66"/>
                    </a:cubicBezTo>
                    <a:cubicBezTo>
                      <a:pt x="87" y="66"/>
                      <a:pt x="87" y="65"/>
                      <a:pt x="86" y="65"/>
                    </a:cubicBezTo>
                    <a:cubicBezTo>
                      <a:pt x="86" y="64"/>
                      <a:pt x="86" y="64"/>
                      <a:pt x="86" y="64"/>
                    </a:cubicBezTo>
                    <a:cubicBezTo>
                      <a:pt x="87" y="64"/>
                      <a:pt x="87" y="64"/>
                      <a:pt x="87" y="63"/>
                    </a:cubicBezTo>
                    <a:cubicBezTo>
                      <a:pt x="88" y="63"/>
                      <a:pt x="88" y="63"/>
                      <a:pt x="88" y="63"/>
                    </a:cubicBezTo>
                    <a:close/>
                    <a:moveTo>
                      <a:pt x="87" y="67"/>
                    </a:moveTo>
                    <a:cubicBezTo>
                      <a:pt x="87" y="67"/>
                      <a:pt x="87" y="69"/>
                      <a:pt x="87" y="69"/>
                    </a:cubicBezTo>
                    <a:cubicBezTo>
                      <a:pt x="87" y="69"/>
                      <a:pt x="87" y="70"/>
                      <a:pt x="87" y="70"/>
                    </a:cubicBezTo>
                    <a:cubicBezTo>
                      <a:pt x="87" y="70"/>
                      <a:pt x="87" y="70"/>
                      <a:pt x="86" y="70"/>
                    </a:cubicBezTo>
                    <a:cubicBezTo>
                      <a:pt x="86" y="69"/>
                      <a:pt x="87" y="68"/>
                      <a:pt x="87" y="68"/>
                    </a:cubicBezTo>
                    <a:cubicBezTo>
                      <a:pt x="87" y="68"/>
                      <a:pt x="87" y="67"/>
                      <a:pt x="87" y="67"/>
                    </a:cubicBezTo>
                    <a:close/>
                    <a:moveTo>
                      <a:pt x="80" y="70"/>
                    </a:moveTo>
                    <a:cubicBezTo>
                      <a:pt x="80" y="70"/>
                      <a:pt x="81" y="70"/>
                      <a:pt x="82" y="71"/>
                    </a:cubicBezTo>
                    <a:cubicBezTo>
                      <a:pt x="82" y="71"/>
                      <a:pt x="83" y="71"/>
                      <a:pt x="83" y="71"/>
                    </a:cubicBezTo>
                    <a:cubicBezTo>
                      <a:pt x="85" y="72"/>
                      <a:pt x="86" y="72"/>
                      <a:pt x="88" y="72"/>
                    </a:cubicBezTo>
                    <a:cubicBezTo>
                      <a:pt x="88" y="73"/>
                      <a:pt x="90" y="72"/>
                      <a:pt x="91" y="72"/>
                    </a:cubicBezTo>
                    <a:cubicBezTo>
                      <a:pt x="91" y="72"/>
                      <a:pt x="91" y="72"/>
                      <a:pt x="91" y="72"/>
                    </a:cubicBezTo>
                    <a:cubicBezTo>
                      <a:pt x="91" y="72"/>
                      <a:pt x="91" y="72"/>
                      <a:pt x="91" y="73"/>
                    </a:cubicBezTo>
                    <a:cubicBezTo>
                      <a:pt x="90" y="73"/>
                      <a:pt x="90" y="73"/>
                      <a:pt x="90" y="73"/>
                    </a:cubicBezTo>
                    <a:cubicBezTo>
                      <a:pt x="89" y="73"/>
                      <a:pt x="89" y="73"/>
                      <a:pt x="89" y="73"/>
                    </a:cubicBezTo>
                    <a:cubicBezTo>
                      <a:pt x="89" y="73"/>
                      <a:pt x="88" y="74"/>
                      <a:pt x="88" y="74"/>
                    </a:cubicBezTo>
                    <a:cubicBezTo>
                      <a:pt x="86" y="74"/>
                      <a:pt x="86" y="74"/>
                      <a:pt x="85" y="73"/>
                    </a:cubicBezTo>
                    <a:cubicBezTo>
                      <a:pt x="84" y="72"/>
                      <a:pt x="83" y="72"/>
                      <a:pt x="82" y="71"/>
                    </a:cubicBezTo>
                    <a:cubicBezTo>
                      <a:pt x="81" y="71"/>
                      <a:pt x="80" y="71"/>
                      <a:pt x="80" y="70"/>
                    </a:cubicBezTo>
                    <a:close/>
                    <a:moveTo>
                      <a:pt x="82" y="69"/>
                    </a:moveTo>
                    <a:cubicBezTo>
                      <a:pt x="82" y="69"/>
                      <a:pt x="82" y="69"/>
                      <a:pt x="82" y="69"/>
                    </a:cubicBezTo>
                    <a:cubicBezTo>
                      <a:pt x="82" y="69"/>
                      <a:pt x="83" y="70"/>
                      <a:pt x="83" y="70"/>
                    </a:cubicBezTo>
                    <a:cubicBezTo>
                      <a:pt x="83" y="70"/>
                      <a:pt x="83" y="70"/>
                      <a:pt x="83" y="71"/>
                    </a:cubicBezTo>
                    <a:cubicBezTo>
                      <a:pt x="82" y="71"/>
                      <a:pt x="82" y="71"/>
                      <a:pt x="82" y="71"/>
                    </a:cubicBezTo>
                    <a:cubicBezTo>
                      <a:pt x="82" y="70"/>
                      <a:pt x="82" y="70"/>
                      <a:pt x="82" y="70"/>
                    </a:cubicBezTo>
                    <a:cubicBezTo>
                      <a:pt x="82" y="70"/>
                      <a:pt x="82" y="69"/>
                      <a:pt x="82" y="69"/>
                    </a:cubicBezTo>
                    <a:close/>
                    <a:moveTo>
                      <a:pt x="81" y="66"/>
                    </a:moveTo>
                    <a:cubicBezTo>
                      <a:pt x="82" y="66"/>
                      <a:pt x="83" y="67"/>
                      <a:pt x="83" y="68"/>
                    </a:cubicBezTo>
                    <a:cubicBezTo>
                      <a:pt x="82" y="68"/>
                      <a:pt x="82" y="68"/>
                      <a:pt x="82" y="68"/>
                    </a:cubicBezTo>
                    <a:cubicBezTo>
                      <a:pt x="82" y="68"/>
                      <a:pt x="82" y="68"/>
                      <a:pt x="81" y="68"/>
                    </a:cubicBezTo>
                    <a:cubicBezTo>
                      <a:pt x="81" y="68"/>
                      <a:pt x="81" y="67"/>
                      <a:pt x="81" y="67"/>
                    </a:cubicBezTo>
                    <a:cubicBezTo>
                      <a:pt x="81" y="67"/>
                      <a:pt x="81" y="66"/>
                      <a:pt x="81" y="66"/>
                    </a:cubicBezTo>
                    <a:close/>
                    <a:moveTo>
                      <a:pt x="86" y="63"/>
                    </a:moveTo>
                    <a:cubicBezTo>
                      <a:pt x="86" y="63"/>
                      <a:pt x="86" y="63"/>
                      <a:pt x="86" y="63"/>
                    </a:cubicBezTo>
                    <a:cubicBezTo>
                      <a:pt x="87" y="62"/>
                      <a:pt x="87" y="62"/>
                      <a:pt x="87" y="61"/>
                    </a:cubicBezTo>
                    <a:cubicBezTo>
                      <a:pt x="87" y="61"/>
                      <a:pt x="87" y="61"/>
                      <a:pt x="87" y="61"/>
                    </a:cubicBezTo>
                    <a:cubicBezTo>
                      <a:pt x="87" y="61"/>
                      <a:pt x="87" y="61"/>
                      <a:pt x="87" y="60"/>
                    </a:cubicBezTo>
                    <a:cubicBezTo>
                      <a:pt x="88" y="60"/>
                      <a:pt x="88" y="60"/>
                      <a:pt x="88" y="59"/>
                    </a:cubicBezTo>
                    <a:cubicBezTo>
                      <a:pt x="88" y="59"/>
                      <a:pt x="88" y="59"/>
                      <a:pt x="88" y="59"/>
                    </a:cubicBezTo>
                    <a:cubicBezTo>
                      <a:pt x="88" y="59"/>
                      <a:pt x="88" y="59"/>
                      <a:pt x="87" y="60"/>
                    </a:cubicBezTo>
                    <a:cubicBezTo>
                      <a:pt x="87" y="60"/>
                      <a:pt x="86" y="61"/>
                      <a:pt x="86" y="61"/>
                    </a:cubicBezTo>
                    <a:cubicBezTo>
                      <a:pt x="85" y="61"/>
                      <a:pt x="85" y="62"/>
                      <a:pt x="85" y="62"/>
                    </a:cubicBezTo>
                    <a:cubicBezTo>
                      <a:pt x="84" y="62"/>
                      <a:pt x="82" y="62"/>
                      <a:pt x="82" y="62"/>
                    </a:cubicBezTo>
                    <a:cubicBezTo>
                      <a:pt x="83" y="62"/>
                      <a:pt x="84" y="61"/>
                      <a:pt x="85" y="60"/>
                    </a:cubicBezTo>
                    <a:cubicBezTo>
                      <a:pt x="85" y="60"/>
                      <a:pt x="86" y="59"/>
                      <a:pt x="87" y="58"/>
                    </a:cubicBezTo>
                    <a:cubicBezTo>
                      <a:pt x="87" y="58"/>
                      <a:pt x="88" y="58"/>
                      <a:pt x="88" y="58"/>
                    </a:cubicBezTo>
                    <a:cubicBezTo>
                      <a:pt x="88" y="58"/>
                      <a:pt x="88" y="58"/>
                      <a:pt x="89" y="58"/>
                    </a:cubicBezTo>
                    <a:cubicBezTo>
                      <a:pt x="89" y="58"/>
                      <a:pt x="89" y="57"/>
                      <a:pt x="89" y="57"/>
                    </a:cubicBezTo>
                    <a:cubicBezTo>
                      <a:pt x="89" y="57"/>
                      <a:pt x="89" y="57"/>
                      <a:pt x="90" y="57"/>
                    </a:cubicBezTo>
                    <a:cubicBezTo>
                      <a:pt x="90" y="57"/>
                      <a:pt x="90" y="57"/>
                      <a:pt x="90" y="57"/>
                    </a:cubicBezTo>
                    <a:cubicBezTo>
                      <a:pt x="90" y="58"/>
                      <a:pt x="90" y="58"/>
                      <a:pt x="90" y="58"/>
                    </a:cubicBezTo>
                    <a:cubicBezTo>
                      <a:pt x="90" y="58"/>
                      <a:pt x="90" y="59"/>
                      <a:pt x="90" y="59"/>
                    </a:cubicBezTo>
                    <a:cubicBezTo>
                      <a:pt x="89" y="59"/>
                      <a:pt x="89" y="59"/>
                      <a:pt x="89" y="59"/>
                    </a:cubicBezTo>
                    <a:cubicBezTo>
                      <a:pt x="89" y="60"/>
                      <a:pt x="89" y="60"/>
                      <a:pt x="88" y="61"/>
                    </a:cubicBezTo>
                    <a:cubicBezTo>
                      <a:pt x="88" y="61"/>
                      <a:pt x="88" y="61"/>
                      <a:pt x="88" y="61"/>
                    </a:cubicBezTo>
                    <a:cubicBezTo>
                      <a:pt x="88" y="61"/>
                      <a:pt x="89" y="61"/>
                      <a:pt x="89" y="61"/>
                    </a:cubicBezTo>
                    <a:cubicBezTo>
                      <a:pt x="89" y="61"/>
                      <a:pt x="89" y="61"/>
                      <a:pt x="89" y="62"/>
                    </a:cubicBezTo>
                    <a:cubicBezTo>
                      <a:pt x="88" y="62"/>
                      <a:pt x="87" y="63"/>
                      <a:pt x="86" y="63"/>
                    </a:cubicBezTo>
                    <a:close/>
                    <a:moveTo>
                      <a:pt x="70" y="65"/>
                    </a:moveTo>
                    <a:cubicBezTo>
                      <a:pt x="70" y="65"/>
                      <a:pt x="70" y="65"/>
                      <a:pt x="70" y="65"/>
                    </a:cubicBezTo>
                    <a:cubicBezTo>
                      <a:pt x="70" y="66"/>
                      <a:pt x="70" y="66"/>
                      <a:pt x="71" y="66"/>
                    </a:cubicBezTo>
                    <a:cubicBezTo>
                      <a:pt x="71" y="66"/>
                      <a:pt x="71" y="66"/>
                      <a:pt x="71" y="67"/>
                    </a:cubicBezTo>
                    <a:cubicBezTo>
                      <a:pt x="71" y="67"/>
                      <a:pt x="71" y="67"/>
                      <a:pt x="71" y="68"/>
                    </a:cubicBezTo>
                    <a:cubicBezTo>
                      <a:pt x="71" y="68"/>
                      <a:pt x="70" y="68"/>
                      <a:pt x="70" y="68"/>
                    </a:cubicBezTo>
                    <a:cubicBezTo>
                      <a:pt x="71" y="69"/>
                      <a:pt x="71" y="69"/>
                      <a:pt x="71" y="69"/>
                    </a:cubicBezTo>
                    <a:cubicBezTo>
                      <a:pt x="71" y="70"/>
                      <a:pt x="72" y="71"/>
                      <a:pt x="73" y="71"/>
                    </a:cubicBezTo>
                    <a:cubicBezTo>
                      <a:pt x="73" y="71"/>
                      <a:pt x="73" y="72"/>
                      <a:pt x="73" y="72"/>
                    </a:cubicBezTo>
                    <a:cubicBezTo>
                      <a:pt x="74" y="72"/>
                      <a:pt x="75" y="72"/>
                      <a:pt x="75" y="73"/>
                    </a:cubicBezTo>
                    <a:cubicBezTo>
                      <a:pt x="75" y="73"/>
                      <a:pt x="75" y="73"/>
                      <a:pt x="75" y="73"/>
                    </a:cubicBezTo>
                    <a:cubicBezTo>
                      <a:pt x="75" y="73"/>
                      <a:pt x="74" y="73"/>
                      <a:pt x="74" y="73"/>
                    </a:cubicBezTo>
                    <a:cubicBezTo>
                      <a:pt x="74" y="73"/>
                      <a:pt x="73" y="73"/>
                      <a:pt x="73" y="73"/>
                    </a:cubicBezTo>
                    <a:cubicBezTo>
                      <a:pt x="73" y="74"/>
                      <a:pt x="72" y="73"/>
                      <a:pt x="72" y="73"/>
                    </a:cubicBezTo>
                    <a:cubicBezTo>
                      <a:pt x="71" y="72"/>
                      <a:pt x="71" y="72"/>
                      <a:pt x="70" y="71"/>
                    </a:cubicBezTo>
                    <a:cubicBezTo>
                      <a:pt x="70" y="71"/>
                      <a:pt x="70" y="70"/>
                      <a:pt x="69" y="69"/>
                    </a:cubicBezTo>
                    <a:cubicBezTo>
                      <a:pt x="69" y="69"/>
                      <a:pt x="69" y="69"/>
                      <a:pt x="69" y="69"/>
                    </a:cubicBezTo>
                    <a:cubicBezTo>
                      <a:pt x="68" y="71"/>
                      <a:pt x="67" y="71"/>
                      <a:pt x="66" y="72"/>
                    </a:cubicBezTo>
                    <a:cubicBezTo>
                      <a:pt x="65" y="73"/>
                      <a:pt x="64" y="73"/>
                      <a:pt x="63" y="73"/>
                    </a:cubicBezTo>
                    <a:cubicBezTo>
                      <a:pt x="63" y="73"/>
                      <a:pt x="63" y="73"/>
                      <a:pt x="63" y="73"/>
                    </a:cubicBezTo>
                    <a:cubicBezTo>
                      <a:pt x="63" y="73"/>
                      <a:pt x="63" y="73"/>
                      <a:pt x="63" y="73"/>
                    </a:cubicBezTo>
                    <a:cubicBezTo>
                      <a:pt x="63" y="73"/>
                      <a:pt x="64" y="73"/>
                      <a:pt x="64" y="73"/>
                    </a:cubicBezTo>
                    <a:cubicBezTo>
                      <a:pt x="64" y="73"/>
                      <a:pt x="65" y="72"/>
                      <a:pt x="65" y="72"/>
                    </a:cubicBezTo>
                    <a:cubicBezTo>
                      <a:pt x="66" y="72"/>
                      <a:pt x="66" y="71"/>
                      <a:pt x="66" y="71"/>
                    </a:cubicBezTo>
                    <a:cubicBezTo>
                      <a:pt x="67" y="70"/>
                      <a:pt x="67" y="70"/>
                      <a:pt x="67" y="70"/>
                    </a:cubicBezTo>
                    <a:cubicBezTo>
                      <a:pt x="68" y="69"/>
                      <a:pt x="68" y="68"/>
                      <a:pt x="68" y="68"/>
                    </a:cubicBezTo>
                    <a:cubicBezTo>
                      <a:pt x="68" y="67"/>
                      <a:pt x="67" y="66"/>
                      <a:pt x="67" y="66"/>
                    </a:cubicBezTo>
                    <a:cubicBezTo>
                      <a:pt x="68" y="66"/>
                      <a:pt x="69" y="67"/>
                      <a:pt x="69" y="67"/>
                    </a:cubicBezTo>
                    <a:cubicBezTo>
                      <a:pt x="69" y="67"/>
                      <a:pt x="69" y="67"/>
                      <a:pt x="69" y="67"/>
                    </a:cubicBezTo>
                    <a:cubicBezTo>
                      <a:pt x="69" y="67"/>
                      <a:pt x="69" y="67"/>
                      <a:pt x="69" y="67"/>
                    </a:cubicBezTo>
                    <a:cubicBezTo>
                      <a:pt x="69" y="67"/>
                      <a:pt x="70" y="66"/>
                      <a:pt x="70" y="65"/>
                    </a:cubicBezTo>
                    <a:close/>
                    <a:moveTo>
                      <a:pt x="71" y="64"/>
                    </a:moveTo>
                    <a:cubicBezTo>
                      <a:pt x="71" y="64"/>
                      <a:pt x="71" y="63"/>
                      <a:pt x="71" y="63"/>
                    </a:cubicBezTo>
                    <a:cubicBezTo>
                      <a:pt x="71" y="63"/>
                      <a:pt x="71" y="63"/>
                      <a:pt x="71" y="63"/>
                    </a:cubicBezTo>
                    <a:cubicBezTo>
                      <a:pt x="71" y="63"/>
                      <a:pt x="71" y="63"/>
                      <a:pt x="71" y="63"/>
                    </a:cubicBezTo>
                    <a:cubicBezTo>
                      <a:pt x="70" y="63"/>
                      <a:pt x="70" y="64"/>
                      <a:pt x="69" y="64"/>
                    </a:cubicBezTo>
                    <a:cubicBezTo>
                      <a:pt x="69" y="65"/>
                      <a:pt x="68" y="65"/>
                      <a:pt x="67" y="65"/>
                    </a:cubicBezTo>
                    <a:cubicBezTo>
                      <a:pt x="67" y="65"/>
                      <a:pt x="66" y="66"/>
                      <a:pt x="66" y="65"/>
                    </a:cubicBezTo>
                    <a:cubicBezTo>
                      <a:pt x="66" y="65"/>
                      <a:pt x="66" y="65"/>
                      <a:pt x="66" y="65"/>
                    </a:cubicBezTo>
                    <a:cubicBezTo>
                      <a:pt x="66" y="64"/>
                      <a:pt x="67" y="64"/>
                      <a:pt x="67" y="64"/>
                    </a:cubicBezTo>
                    <a:cubicBezTo>
                      <a:pt x="67" y="64"/>
                      <a:pt x="68" y="63"/>
                      <a:pt x="68" y="63"/>
                    </a:cubicBezTo>
                    <a:cubicBezTo>
                      <a:pt x="68" y="63"/>
                      <a:pt x="68" y="63"/>
                      <a:pt x="68" y="63"/>
                    </a:cubicBezTo>
                    <a:cubicBezTo>
                      <a:pt x="68" y="63"/>
                      <a:pt x="68" y="63"/>
                      <a:pt x="68" y="63"/>
                    </a:cubicBezTo>
                    <a:cubicBezTo>
                      <a:pt x="69" y="63"/>
                      <a:pt x="69" y="63"/>
                      <a:pt x="69" y="63"/>
                    </a:cubicBezTo>
                    <a:cubicBezTo>
                      <a:pt x="70" y="63"/>
                      <a:pt x="71" y="62"/>
                      <a:pt x="72" y="62"/>
                    </a:cubicBezTo>
                    <a:cubicBezTo>
                      <a:pt x="72" y="62"/>
                      <a:pt x="72" y="63"/>
                      <a:pt x="72" y="63"/>
                    </a:cubicBezTo>
                    <a:cubicBezTo>
                      <a:pt x="72" y="63"/>
                      <a:pt x="72" y="63"/>
                      <a:pt x="73" y="63"/>
                    </a:cubicBezTo>
                    <a:cubicBezTo>
                      <a:pt x="73" y="63"/>
                      <a:pt x="72" y="64"/>
                      <a:pt x="72" y="64"/>
                    </a:cubicBezTo>
                    <a:cubicBezTo>
                      <a:pt x="72" y="64"/>
                      <a:pt x="71" y="64"/>
                      <a:pt x="71" y="64"/>
                    </a:cubicBezTo>
                    <a:close/>
                    <a:moveTo>
                      <a:pt x="69" y="58"/>
                    </a:moveTo>
                    <a:cubicBezTo>
                      <a:pt x="69" y="58"/>
                      <a:pt x="71" y="58"/>
                      <a:pt x="71" y="59"/>
                    </a:cubicBezTo>
                    <a:cubicBezTo>
                      <a:pt x="71" y="59"/>
                      <a:pt x="71" y="59"/>
                      <a:pt x="71" y="60"/>
                    </a:cubicBezTo>
                    <a:cubicBezTo>
                      <a:pt x="71" y="60"/>
                      <a:pt x="72" y="60"/>
                      <a:pt x="73" y="59"/>
                    </a:cubicBezTo>
                    <a:cubicBezTo>
                      <a:pt x="73" y="59"/>
                      <a:pt x="73" y="59"/>
                      <a:pt x="73" y="59"/>
                    </a:cubicBezTo>
                    <a:cubicBezTo>
                      <a:pt x="73" y="59"/>
                      <a:pt x="74" y="59"/>
                      <a:pt x="74" y="59"/>
                    </a:cubicBezTo>
                    <a:cubicBezTo>
                      <a:pt x="74" y="59"/>
                      <a:pt x="74" y="59"/>
                      <a:pt x="74" y="60"/>
                    </a:cubicBezTo>
                    <a:cubicBezTo>
                      <a:pt x="74" y="60"/>
                      <a:pt x="74" y="60"/>
                      <a:pt x="74" y="60"/>
                    </a:cubicBezTo>
                    <a:cubicBezTo>
                      <a:pt x="73" y="60"/>
                      <a:pt x="72" y="61"/>
                      <a:pt x="70" y="61"/>
                    </a:cubicBezTo>
                    <a:cubicBezTo>
                      <a:pt x="70" y="61"/>
                      <a:pt x="70" y="61"/>
                      <a:pt x="70" y="61"/>
                    </a:cubicBezTo>
                    <a:cubicBezTo>
                      <a:pt x="71" y="61"/>
                      <a:pt x="71" y="61"/>
                      <a:pt x="71" y="61"/>
                    </a:cubicBezTo>
                    <a:cubicBezTo>
                      <a:pt x="71" y="61"/>
                      <a:pt x="71" y="61"/>
                      <a:pt x="71" y="61"/>
                    </a:cubicBezTo>
                    <a:cubicBezTo>
                      <a:pt x="71" y="61"/>
                      <a:pt x="71" y="61"/>
                      <a:pt x="71" y="61"/>
                    </a:cubicBezTo>
                    <a:cubicBezTo>
                      <a:pt x="71" y="61"/>
                      <a:pt x="70" y="61"/>
                      <a:pt x="70" y="61"/>
                    </a:cubicBezTo>
                    <a:cubicBezTo>
                      <a:pt x="69" y="61"/>
                      <a:pt x="68" y="62"/>
                      <a:pt x="67" y="62"/>
                    </a:cubicBezTo>
                    <a:cubicBezTo>
                      <a:pt x="67" y="61"/>
                      <a:pt x="67" y="61"/>
                      <a:pt x="67" y="61"/>
                    </a:cubicBezTo>
                    <a:cubicBezTo>
                      <a:pt x="68" y="61"/>
                      <a:pt x="69" y="60"/>
                      <a:pt x="69" y="59"/>
                    </a:cubicBezTo>
                    <a:cubicBezTo>
                      <a:pt x="69" y="59"/>
                      <a:pt x="69" y="58"/>
                      <a:pt x="69" y="58"/>
                    </a:cubicBezTo>
                    <a:close/>
                    <a:moveTo>
                      <a:pt x="104" y="59"/>
                    </a:moveTo>
                    <a:cubicBezTo>
                      <a:pt x="105" y="59"/>
                      <a:pt x="105" y="59"/>
                      <a:pt x="105" y="60"/>
                    </a:cubicBezTo>
                    <a:cubicBezTo>
                      <a:pt x="105" y="60"/>
                      <a:pt x="105" y="60"/>
                      <a:pt x="105" y="60"/>
                    </a:cubicBezTo>
                    <a:cubicBezTo>
                      <a:pt x="105" y="61"/>
                      <a:pt x="105" y="61"/>
                      <a:pt x="105" y="61"/>
                    </a:cubicBezTo>
                    <a:cubicBezTo>
                      <a:pt x="105" y="61"/>
                      <a:pt x="104" y="62"/>
                      <a:pt x="104" y="62"/>
                    </a:cubicBezTo>
                    <a:cubicBezTo>
                      <a:pt x="104" y="63"/>
                      <a:pt x="104" y="63"/>
                      <a:pt x="104" y="63"/>
                    </a:cubicBezTo>
                    <a:cubicBezTo>
                      <a:pt x="104" y="63"/>
                      <a:pt x="104" y="63"/>
                      <a:pt x="105" y="63"/>
                    </a:cubicBezTo>
                    <a:cubicBezTo>
                      <a:pt x="105" y="63"/>
                      <a:pt x="105" y="63"/>
                      <a:pt x="105" y="63"/>
                    </a:cubicBezTo>
                    <a:cubicBezTo>
                      <a:pt x="105" y="63"/>
                      <a:pt x="106" y="63"/>
                      <a:pt x="106" y="63"/>
                    </a:cubicBezTo>
                    <a:cubicBezTo>
                      <a:pt x="106" y="63"/>
                      <a:pt x="106" y="63"/>
                      <a:pt x="106" y="63"/>
                    </a:cubicBezTo>
                    <a:cubicBezTo>
                      <a:pt x="106" y="64"/>
                      <a:pt x="106" y="64"/>
                      <a:pt x="106" y="64"/>
                    </a:cubicBezTo>
                    <a:cubicBezTo>
                      <a:pt x="106" y="64"/>
                      <a:pt x="105" y="64"/>
                      <a:pt x="105" y="65"/>
                    </a:cubicBezTo>
                    <a:cubicBezTo>
                      <a:pt x="104" y="65"/>
                      <a:pt x="104" y="65"/>
                      <a:pt x="103" y="65"/>
                    </a:cubicBezTo>
                    <a:cubicBezTo>
                      <a:pt x="103" y="65"/>
                      <a:pt x="102" y="67"/>
                      <a:pt x="102" y="68"/>
                    </a:cubicBezTo>
                    <a:cubicBezTo>
                      <a:pt x="103" y="68"/>
                      <a:pt x="103" y="69"/>
                      <a:pt x="105" y="70"/>
                    </a:cubicBezTo>
                    <a:cubicBezTo>
                      <a:pt x="105" y="70"/>
                      <a:pt x="106" y="70"/>
                      <a:pt x="107" y="70"/>
                    </a:cubicBezTo>
                    <a:cubicBezTo>
                      <a:pt x="107" y="70"/>
                      <a:pt x="107" y="70"/>
                      <a:pt x="107" y="70"/>
                    </a:cubicBezTo>
                    <a:cubicBezTo>
                      <a:pt x="107" y="70"/>
                      <a:pt x="107" y="70"/>
                      <a:pt x="107" y="70"/>
                    </a:cubicBezTo>
                    <a:cubicBezTo>
                      <a:pt x="107" y="71"/>
                      <a:pt x="106" y="71"/>
                      <a:pt x="106" y="71"/>
                    </a:cubicBezTo>
                    <a:cubicBezTo>
                      <a:pt x="106" y="71"/>
                      <a:pt x="106" y="71"/>
                      <a:pt x="106" y="72"/>
                    </a:cubicBezTo>
                    <a:cubicBezTo>
                      <a:pt x="105" y="72"/>
                      <a:pt x="105" y="72"/>
                      <a:pt x="104" y="72"/>
                    </a:cubicBezTo>
                    <a:cubicBezTo>
                      <a:pt x="104" y="71"/>
                      <a:pt x="103" y="71"/>
                      <a:pt x="103" y="71"/>
                    </a:cubicBezTo>
                    <a:cubicBezTo>
                      <a:pt x="103" y="71"/>
                      <a:pt x="103" y="70"/>
                      <a:pt x="102" y="69"/>
                    </a:cubicBezTo>
                    <a:cubicBezTo>
                      <a:pt x="102" y="69"/>
                      <a:pt x="102" y="69"/>
                      <a:pt x="102" y="69"/>
                    </a:cubicBezTo>
                    <a:cubicBezTo>
                      <a:pt x="102" y="68"/>
                      <a:pt x="101" y="68"/>
                      <a:pt x="101" y="68"/>
                    </a:cubicBezTo>
                    <a:cubicBezTo>
                      <a:pt x="101" y="69"/>
                      <a:pt x="100" y="69"/>
                      <a:pt x="100" y="70"/>
                    </a:cubicBezTo>
                    <a:cubicBezTo>
                      <a:pt x="99" y="71"/>
                      <a:pt x="98" y="71"/>
                      <a:pt x="96" y="72"/>
                    </a:cubicBezTo>
                    <a:cubicBezTo>
                      <a:pt x="96" y="73"/>
                      <a:pt x="95" y="73"/>
                      <a:pt x="93" y="73"/>
                    </a:cubicBezTo>
                    <a:cubicBezTo>
                      <a:pt x="93" y="73"/>
                      <a:pt x="93" y="73"/>
                      <a:pt x="93" y="73"/>
                    </a:cubicBezTo>
                    <a:cubicBezTo>
                      <a:pt x="94" y="73"/>
                      <a:pt x="95" y="72"/>
                      <a:pt x="95" y="72"/>
                    </a:cubicBezTo>
                    <a:cubicBezTo>
                      <a:pt x="97" y="71"/>
                      <a:pt x="98" y="69"/>
                      <a:pt x="99" y="68"/>
                    </a:cubicBezTo>
                    <a:cubicBezTo>
                      <a:pt x="100" y="67"/>
                      <a:pt x="100" y="66"/>
                      <a:pt x="100" y="65"/>
                    </a:cubicBezTo>
                    <a:cubicBezTo>
                      <a:pt x="100" y="65"/>
                      <a:pt x="99" y="64"/>
                      <a:pt x="99" y="64"/>
                    </a:cubicBezTo>
                    <a:cubicBezTo>
                      <a:pt x="99" y="64"/>
                      <a:pt x="99" y="64"/>
                      <a:pt x="99" y="64"/>
                    </a:cubicBezTo>
                    <a:cubicBezTo>
                      <a:pt x="100" y="64"/>
                      <a:pt x="101" y="64"/>
                      <a:pt x="102" y="64"/>
                    </a:cubicBezTo>
                    <a:cubicBezTo>
                      <a:pt x="102" y="63"/>
                      <a:pt x="102" y="63"/>
                      <a:pt x="103" y="62"/>
                    </a:cubicBezTo>
                    <a:cubicBezTo>
                      <a:pt x="103" y="62"/>
                      <a:pt x="103" y="61"/>
                      <a:pt x="103" y="61"/>
                    </a:cubicBezTo>
                    <a:cubicBezTo>
                      <a:pt x="103" y="60"/>
                      <a:pt x="104" y="60"/>
                      <a:pt x="104" y="59"/>
                    </a:cubicBezTo>
                    <a:close/>
                    <a:moveTo>
                      <a:pt x="102" y="94"/>
                    </a:moveTo>
                    <a:cubicBezTo>
                      <a:pt x="102" y="89"/>
                      <a:pt x="102" y="89"/>
                      <a:pt x="102" y="89"/>
                    </a:cubicBezTo>
                    <a:cubicBezTo>
                      <a:pt x="127" y="89"/>
                      <a:pt x="127" y="89"/>
                      <a:pt x="127" y="89"/>
                    </a:cubicBezTo>
                    <a:cubicBezTo>
                      <a:pt x="127" y="94"/>
                      <a:pt x="127" y="94"/>
                      <a:pt x="127" y="94"/>
                    </a:cubicBezTo>
                    <a:cubicBezTo>
                      <a:pt x="102" y="94"/>
                      <a:pt x="102" y="94"/>
                      <a:pt x="102" y="94"/>
                    </a:cubicBezTo>
                    <a:close/>
                    <a:moveTo>
                      <a:pt x="112" y="102"/>
                    </a:moveTo>
                    <a:cubicBezTo>
                      <a:pt x="112" y="98"/>
                      <a:pt x="112" y="98"/>
                      <a:pt x="112" y="98"/>
                    </a:cubicBezTo>
                    <a:cubicBezTo>
                      <a:pt x="118" y="98"/>
                      <a:pt x="118" y="98"/>
                      <a:pt x="118" y="98"/>
                    </a:cubicBezTo>
                    <a:cubicBezTo>
                      <a:pt x="118" y="102"/>
                      <a:pt x="118" y="102"/>
                      <a:pt x="118" y="102"/>
                    </a:cubicBezTo>
                    <a:cubicBezTo>
                      <a:pt x="112" y="102"/>
                      <a:pt x="112" y="102"/>
                      <a:pt x="112" y="102"/>
                    </a:cubicBezTo>
                    <a:close/>
                    <a:moveTo>
                      <a:pt x="113" y="20"/>
                    </a:moveTo>
                    <a:cubicBezTo>
                      <a:pt x="113" y="20"/>
                      <a:pt x="113" y="20"/>
                      <a:pt x="113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1"/>
                    </a:cubicBezTo>
                    <a:cubicBezTo>
                      <a:pt x="112" y="21"/>
                      <a:pt x="112" y="21"/>
                      <a:pt x="112" y="21"/>
                    </a:cubicBezTo>
                    <a:cubicBezTo>
                      <a:pt x="112" y="21"/>
                      <a:pt x="111" y="21"/>
                      <a:pt x="111" y="21"/>
                    </a:cubicBezTo>
                    <a:cubicBezTo>
                      <a:pt x="111" y="21"/>
                      <a:pt x="111" y="21"/>
                      <a:pt x="111" y="21"/>
                    </a:cubicBezTo>
                    <a:cubicBezTo>
                      <a:pt x="111" y="21"/>
                      <a:pt x="111" y="21"/>
                      <a:pt x="111" y="21"/>
                    </a:cubicBezTo>
                    <a:cubicBezTo>
                      <a:pt x="111" y="19"/>
                      <a:pt x="111" y="19"/>
                      <a:pt x="111" y="19"/>
                    </a:cubicBezTo>
                    <a:cubicBezTo>
                      <a:pt x="111" y="19"/>
                      <a:pt x="111" y="19"/>
                      <a:pt x="111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lose/>
                    <a:moveTo>
                      <a:pt x="113" y="18"/>
                    </a:move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9"/>
                      <a:pt x="113" y="19"/>
                    </a:cubicBezTo>
                    <a:cubicBezTo>
                      <a:pt x="113" y="19"/>
                      <a:pt x="113" y="19"/>
                      <a:pt x="113" y="19"/>
                    </a:cubicBezTo>
                    <a:cubicBezTo>
                      <a:pt x="113" y="19"/>
                      <a:pt x="113" y="19"/>
                      <a:pt x="113" y="19"/>
                    </a:cubicBezTo>
                    <a:cubicBezTo>
                      <a:pt x="113" y="19"/>
                      <a:pt x="113" y="19"/>
                      <a:pt x="113" y="19"/>
                    </a:cubicBezTo>
                    <a:cubicBezTo>
                      <a:pt x="113" y="19"/>
                      <a:pt x="113" y="19"/>
                      <a:pt x="113" y="19"/>
                    </a:cubicBezTo>
                    <a:cubicBezTo>
                      <a:pt x="113" y="19"/>
                      <a:pt x="113" y="19"/>
                      <a:pt x="113" y="19"/>
                    </a:cubicBezTo>
                    <a:cubicBezTo>
                      <a:pt x="113" y="19"/>
                      <a:pt x="113" y="19"/>
                      <a:pt x="113" y="19"/>
                    </a:cubicBezTo>
                    <a:cubicBezTo>
                      <a:pt x="113" y="19"/>
                      <a:pt x="113" y="19"/>
                      <a:pt x="113" y="19"/>
                    </a:cubicBezTo>
                    <a:cubicBezTo>
                      <a:pt x="113" y="19"/>
                      <a:pt x="113" y="19"/>
                      <a:pt x="113" y="19"/>
                    </a:cubicBezTo>
                    <a:cubicBezTo>
                      <a:pt x="113" y="19"/>
                      <a:pt x="113" y="19"/>
                      <a:pt x="113" y="19"/>
                    </a:cubicBezTo>
                    <a:cubicBezTo>
                      <a:pt x="113" y="19"/>
                      <a:pt x="112" y="19"/>
                      <a:pt x="112" y="19"/>
                    </a:cubicBezTo>
                    <a:cubicBezTo>
                      <a:pt x="112" y="18"/>
                      <a:pt x="112" y="18"/>
                      <a:pt x="111" y="18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7"/>
                      <a:pt x="111" y="17"/>
                      <a:pt x="111" y="17"/>
                    </a:cubicBezTo>
                    <a:cubicBezTo>
                      <a:pt x="111" y="17"/>
                      <a:pt x="112" y="17"/>
                      <a:pt x="112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lose/>
                    <a:moveTo>
                      <a:pt x="92" y="11"/>
                    </a:moveTo>
                    <a:cubicBezTo>
                      <a:pt x="92" y="11"/>
                      <a:pt x="92" y="11"/>
                      <a:pt x="92" y="11"/>
                    </a:cubicBezTo>
                    <a:cubicBezTo>
                      <a:pt x="92" y="11"/>
                      <a:pt x="92" y="11"/>
                      <a:pt x="92" y="11"/>
                    </a:cubicBezTo>
                    <a:cubicBezTo>
                      <a:pt x="92" y="11"/>
                      <a:pt x="92" y="11"/>
                      <a:pt x="92" y="11"/>
                    </a:cubicBezTo>
                    <a:close/>
                    <a:moveTo>
                      <a:pt x="88" y="29"/>
                    </a:move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7" y="29"/>
                      <a:pt x="87" y="29"/>
                      <a:pt x="87" y="29"/>
                    </a:cubicBezTo>
                    <a:cubicBezTo>
                      <a:pt x="87" y="28"/>
                      <a:pt x="87" y="28"/>
                      <a:pt x="87" y="28"/>
                    </a:cubicBezTo>
                    <a:cubicBezTo>
                      <a:pt x="87" y="28"/>
                      <a:pt x="87" y="28"/>
                      <a:pt x="87" y="28"/>
                    </a:cubicBezTo>
                    <a:cubicBezTo>
                      <a:pt x="87" y="28"/>
                      <a:pt x="87" y="27"/>
                      <a:pt x="87" y="27"/>
                    </a:cubicBezTo>
                    <a:cubicBezTo>
                      <a:pt x="87" y="27"/>
                      <a:pt x="87" y="26"/>
                      <a:pt x="87" y="26"/>
                    </a:cubicBezTo>
                    <a:cubicBezTo>
                      <a:pt x="87" y="26"/>
                      <a:pt x="87" y="26"/>
                      <a:pt x="87" y="26"/>
                    </a:cubicBezTo>
                    <a:cubicBezTo>
                      <a:pt x="87" y="26"/>
                      <a:pt x="87" y="25"/>
                      <a:pt x="86" y="25"/>
                    </a:cubicBezTo>
                    <a:cubicBezTo>
                      <a:pt x="86" y="25"/>
                      <a:pt x="86" y="24"/>
                      <a:pt x="86" y="24"/>
                    </a:cubicBezTo>
                    <a:cubicBezTo>
                      <a:pt x="86" y="23"/>
                      <a:pt x="86" y="23"/>
                      <a:pt x="86" y="22"/>
                    </a:cubicBezTo>
                    <a:cubicBezTo>
                      <a:pt x="86" y="22"/>
                      <a:pt x="86" y="21"/>
                      <a:pt x="86" y="21"/>
                    </a:cubicBezTo>
                    <a:cubicBezTo>
                      <a:pt x="86" y="18"/>
                      <a:pt x="86" y="18"/>
                      <a:pt x="86" y="18"/>
                    </a:cubicBezTo>
                    <a:cubicBezTo>
                      <a:pt x="86" y="17"/>
                      <a:pt x="86" y="17"/>
                      <a:pt x="86" y="17"/>
                    </a:cubicBezTo>
                    <a:cubicBezTo>
                      <a:pt x="86" y="16"/>
                      <a:pt x="86" y="16"/>
                      <a:pt x="86" y="16"/>
                    </a:cubicBezTo>
                    <a:cubicBezTo>
                      <a:pt x="86" y="16"/>
                      <a:pt x="86" y="16"/>
                      <a:pt x="86" y="16"/>
                    </a:cubicBezTo>
                    <a:cubicBezTo>
                      <a:pt x="86" y="15"/>
                      <a:pt x="86" y="15"/>
                      <a:pt x="86" y="15"/>
                    </a:cubicBezTo>
                    <a:cubicBezTo>
                      <a:pt x="86" y="14"/>
                      <a:pt x="86" y="14"/>
                      <a:pt x="86" y="14"/>
                    </a:cubicBezTo>
                    <a:cubicBezTo>
                      <a:pt x="86" y="14"/>
                      <a:pt x="86" y="14"/>
                      <a:pt x="86" y="14"/>
                    </a:cubicBezTo>
                    <a:cubicBezTo>
                      <a:pt x="86" y="14"/>
                      <a:pt x="86" y="14"/>
                      <a:pt x="86" y="14"/>
                    </a:cubicBezTo>
                    <a:cubicBezTo>
                      <a:pt x="86" y="14"/>
                      <a:pt x="86" y="14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8" y="13"/>
                    </a:cubicBezTo>
                    <a:cubicBezTo>
                      <a:pt x="88" y="13"/>
                      <a:pt x="88" y="13"/>
                      <a:pt x="88" y="13"/>
                    </a:cubicBezTo>
                    <a:cubicBezTo>
                      <a:pt x="88" y="13"/>
                      <a:pt x="88" y="13"/>
                      <a:pt x="88" y="13"/>
                    </a:cubicBezTo>
                    <a:cubicBezTo>
                      <a:pt x="88" y="13"/>
                      <a:pt x="88" y="13"/>
                      <a:pt x="88" y="13"/>
                    </a:cubicBezTo>
                    <a:cubicBezTo>
                      <a:pt x="88" y="13"/>
                      <a:pt x="88" y="13"/>
                      <a:pt x="88" y="13"/>
                    </a:cubicBezTo>
                    <a:cubicBezTo>
                      <a:pt x="88" y="13"/>
                      <a:pt x="88" y="14"/>
                      <a:pt x="88" y="14"/>
                    </a:cubicBezTo>
                    <a:cubicBezTo>
                      <a:pt x="88" y="14"/>
                      <a:pt x="88" y="14"/>
                      <a:pt x="88" y="14"/>
                    </a:cubicBezTo>
                    <a:cubicBezTo>
                      <a:pt x="88" y="14"/>
                      <a:pt x="88" y="14"/>
                      <a:pt x="88" y="14"/>
                    </a:cubicBezTo>
                    <a:cubicBezTo>
                      <a:pt x="88" y="14"/>
                      <a:pt x="88" y="14"/>
                      <a:pt x="88" y="14"/>
                    </a:cubicBezTo>
                    <a:cubicBezTo>
                      <a:pt x="88" y="14"/>
                      <a:pt x="88" y="15"/>
                      <a:pt x="88" y="16"/>
                    </a:cubicBezTo>
                    <a:cubicBezTo>
                      <a:pt x="88" y="16"/>
                      <a:pt x="88" y="17"/>
                      <a:pt x="88" y="18"/>
                    </a:cubicBezTo>
                    <a:cubicBezTo>
                      <a:pt x="88" y="18"/>
                      <a:pt x="88" y="18"/>
                      <a:pt x="88" y="18"/>
                    </a:cubicBezTo>
                    <a:cubicBezTo>
                      <a:pt x="88" y="20"/>
                      <a:pt x="88" y="20"/>
                      <a:pt x="88" y="20"/>
                    </a:cubicBezTo>
                    <a:cubicBezTo>
                      <a:pt x="88" y="21"/>
                      <a:pt x="88" y="21"/>
                      <a:pt x="88" y="22"/>
                    </a:cubicBezTo>
                    <a:cubicBezTo>
                      <a:pt x="88" y="23"/>
                      <a:pt x="88" y="23"/>
                      <a:pt x="88" y="24"/>
                    </a:cubicBezTo>
                    <a:cubicBezTo>
                      <a:pt x="88" y="24"/>
                      <a:pt x="88" y="24"/>
                      <a:pt x="88" y="25"/>
                    </a:cubicBezTo>
                    <a:cubicBezTo>
                      <a:pt x="88" y="25"/>
                      <a:pt x="88" y="26"/>
                      <a:pt x="88" y="26"/>
                    </a:cubicBezTo>
                    <a:cubicBezTo>
                      <a:pt x="88" y="26"/>
                      <a:pt x="88" y="26"/>
                      <a:pt x="88" y="26"/>
                    </a:cubicBezTo>
                    <a:cubicBezTo>
                      <a:pt x="88" y="26"/>
                      <a:pt x="88" y="27"/>
                      <a:pt x="88" y="27"/>
                    </a:cubicBezTo>
                    <a:cubicBezTo>
                      <a:pt x="88" y="27"/>
                      <a:pt x="88" y="27"/>
                      <a:pt x="88" y="27"/>
                    </a:cubicBezTo>
                    <a:cubicBezTo>
                      <a:pt x="88" y="27"/>
                      <a:pt x="88" y="27"/>
                      <a:pt x="88" y="27"/>
                    </a:cubicBezTo>
                    <a:cubicBezTo>
                      <a:pt x="89" y="28"/>
                      <a:pt x="89" y="28"/>
                      <a:pt x="89" y="28"/>
                    </a:cubicBezTo>
                    <a:cubicBezTo>
                      <a:pt x="89" y="27"/>
                      <a:pt x="90" y="27"/>
                      <a:pt x="90" y="26"/>
                    </a:cubicBezTo>
                    <a:cubicBezTo>
                      <a:pt x="90" y="26"/>
                      <a:pt x="90" y="25"/>
                      <a:pt x="91" y="25"/>
                    </a:cubicBezTo>
                    <a:cubicBezTo>
                      <a:pt x="91" y="25"/>
                      <a:pt x="91" y="25"/>
                      <a:pt x="91" y="25"/>
                    </a:cubicBezTo>
                    <a:cubicBezTo>
                      <a:pt x="91" y="25"/>
                      <a:pt x="91" y="25"/>
                      <a:pt x="91" y="25"/>
                    </a:cubicBezTo>
                    <a:cubicBezTo>
                      <a:pt x="91" y="25"/>
                      <a:pt x="91" y="25"/>
                      <a:pt x="91" y="25"/>
                    </a:cubicBezTo>
                    <a:cubicBezTo>
                      <a:pt x="91" y="24"/>
                      <a:pt x="91" y="24"/>
                      <a:pt x="91" y="24"/>
                    </a:cubicBezTo>
                    <a:cubicBezTo>
                      <a:pt x="91" y="24"/>
                      <a:pt x="91" y="24"/>
                      <a:pt x="91" y="24"/>
                    </a:cubicBezTo>
                    <a:cubicBezTo>
                      <a:pt x="91" y="24"/>
                      <a:pt x="91" y="24"/>
                      <a:pt x="91" y="24"/>
                    </a:cubicBezTo>
                    <a:cubicBezTo>
                      <a:pt x="91" y="23"/>
                      <a:pt x="91" y="23"/>
                      <a:pt x="91" y="23"/>
                    </a:cubicBezTo>
                    <a:cubicBezTo>
                      <a:pt x="91" y="23"/>
                      <a:pt x="91" y="23"/>
                      <a:pt x="91" y="23"/>
                    </a:cubicBezTo>
                    <a:cubicBezTo>
                      <a:pt x="91" y="23"/>
                      <a:pt x="91" y="23"/>
                      <a:pt x="91" y="23"/>
                    </a:cubicBezTo>
                    <a:cubicBezTo>
                      <a:pt x="91" y="22"/>
                      <a:pt x="91" y="22"/>
                      <a:pt x="91" y="22"/>
                    </a:cubicBezTo>
                    <a:cubicBezTo>
                      <a:pt x="91" y="19"/>
                      <a:pt x="91" y="19"/>
                      <a:pt x="91" y="19"/>
                    </a:cubicBezTo>
                    <a:cubicBezTo>
                      <a:pt x="91" y="19"/>
                      <a:pt x="91" y="19"/>
                      <a:pt x="91" y="19"/>
                    </a:cubicBezTo>
                    <a:cubicBezTo>
                      <a:pt x="91" y="15"/>
                      <a:pt x="91" y="15"/>
                      <a:pt x="91" y="15"/>
                    </a:cubicBezTo>
                    <a:cubicBezTo>
                      <a:pt x="91" y="14"/>
                      <a:pt x="91" y="14"/>
                      <a:pt x="91" y="13"/>
                    </a:cubicBezTo>
                    <a:cubicBezTo>
                      <a:pt x="91" y="13"/>
                      <a:pt x="91" y="13"/>
                      <a:pt x="91" y="12"/>
                    </a:cubicBezTo>
                    <a:cubicBezTo>
                      <a:pt x="91" y="12"/>
                      <a:pt x="91" y="12"/>
                      <a:pt x="91" y="12"/>
                    </a:cubicBezTo>
                    <a:cubicBezTo>
                      <a:pt x="91" y="12"/>
                      <a:pt x="91" y="12"/>
                      <a:pt x="91" y="12"/>
                    </a:cubicBezTo>
                    <a:cubicBezTo>
                      <a:pt x="91" y="12"/>
                      <a:pt x="91" y="12"/>
                      <a:pt x="91" y="12"/>
                    </a:cubicBezTo>
                    <a:cubicBezTo>
                      <a:pt x="91" y="12"/>
                      <a:pt x="91" y="12"/>
                      <a:pt x="91" y="12"/>
                    </a:cubicBezTo>
                    <a:cubicBezTo>
                      <a:pt x="91" y="12"/>
                      <a:pt x="91" y="11"/>
                      <a:pt x="91" y="11"/>
                    </a:cubicBezTo>
                    <a:cubicBezTo>
                      <a:pt x="92" y="11"/>
                      <a:pt x="92" y="11"/>
                      <a:pt x="92" y="11"/>
                    </a:cubicBezTo>
                    <a:cubicBezTo>
                      <a:pt x="92" y="11"/>
                      <a:pt x="92" y="11"/>
                      <a:pt x="92" y="11"/>
                    </a:cubicBezTo>
                    <a:cubicBezTo>
                      <a:pt x="92" y="11"/>
                      <a:pt x="92" y="11"/>
                      <a:pt x="92" y="11"/>
                    </a:cubicBezTo>
                    <a:cubicBezTo>
                      <a:pt x="92" y="11"/>
                      <a:pt x="92" y="11"/>
                      <a:pt x="92" y="11"/>
                    </a:cubicBezTo>
                    <a:cubicBezTo>
                      <a:pt x="92" y="11"/>
                      <a:pt x="92" y="11"/>
                      <a:pt x="92" y="11"/>
                    </a:cubicBezTo>
                    <a:cubicBezTo>
                      <a:pt x="92" y="11"/>
                      <a:pt x="92" y="11"/>
                      <a:pt x="92" y="11"/>
                    </a:cubicBezTo>
                    <a:cubicBezTo>
                      <a:pt x="92" y="11"/>
                      <a:pt x="93" y="11"/>
                      <a:pt x="93" y="11"/>
                    </a:cubicBezTo>
                    <a:cubicBezTo>
                      <a:pt x="93" y="11"/>
                      <a:pt x="93" y="11"/>
                      <a:pt x="93" y="11"/>
                    </a:cubicBezTo>
                    <a:cubicBezTo>
                      <a:pt x="93" y="11"/>
                      <a:pt x="93" y="12"/>
                      <a:pt x="93" y="12"/>
                    </a:cubicBezTo>
                    <a:cubicBezTo>
                      <a:pt x="93" y="12"/>
                      <a:pt x="93" y="12"/>
                      <a:pt x="93" y="12"/>
                    </a:cubicBezTo>
                    <a:cubicBezTo>
                      <a:pt x="93" y="12"/>
                      <a:pt x="93" y="13"/>
                      <a:pt x="93" y="13"/>
                    </a:cubicBezTo>
                    <a:cubicBezTo>
                      <a:pt x="93" y="13"/>
                      <a:pt x="93" y="13"/>
                      <a:pt x="93" y="14"/>
                    </a:cubicBezTo>
                    <a:cubicBezTo>
                      <a:pt x="93" y="14"/>
                      <a:pt x="93" y="14"/>
                      <a:pt x="93" y="14"/>
                    </a:cubicBezTo>
                    <a:cubicBezTo>
                      <a:pt x="93" y="18"/>
                      <a:pt x="93" y="18"/>
                      <a:pt x="93" y="18"/>
                    </a:cubicBezTo>
                    <a:cubicBezTo>
                      <a:pt x="93" y="20"/>
                      <a:pt x="93" y="20"/>
                      <a:pt x="93" y="20"/>
                    </a:cubicBezTo>
                    <a:cubicBezTo>
                      <a:pt x="93" y="20"/>
                      <a:pt x="93" y="20"/>
                      <a:pt x="93" y="20"/>
                    </a:cubicBezTo>
                    <a:cubicBezTo>
                      <a:pt x="93" y="21"/>
                      <a:pt x="93" y="21"/>
                      <a:pt x="93" y="21"/>
                    </a:cubicBezTo>
                    <a:cubicBezTo>
                      <a:pt x="93" y="22"/>
                      <a:pt x="93" y="22"/>
                      <a:pt x="93" y="22"/>
                    </a:cubicBezTo>
                    <a:cubicBezTo>
                      <a:pt x="93" y="23"/>
                      <a:pt x="93" y="23"/>
                      <a:pt x="93" y="23"/>
                    </a:cubicBezTo>
                    <a:cubicBezTo>
                      <a:pt x="93" y="23"/>
                      <a:pt x="93" y="23"/>
                      <a:pt x="93" y="23"/>
                    </a:cubicBezTo>
                    <a:cubicBezTo>
                      <a:pt x="93" y="23"/>
                      <a:pt x="93" y="23"/>
                      <a:pt x="93" y="23"/>
                    </a:cubicBezTo>
                    <a:cubicBezTo>
                      <a:pt x="93" y="23"/>
                      <a:pt x="93" y="24"/>
                      <a:pt x="93" y="24"/>
                    </a:cubicBezTo>
                    <a:cubicBezTo>
                      <a:pt x="93" y="24"/>
                      <a:pt x="93" y="24"/>
                      <a:pt x="93" y="24"/>
                    </a:cubicBezTo>
                    <a:cubicBezTo>
                      <a:pt x="93" y="24"/>
                      <a:pt x="93" y="24"/>
                      <a:pt x="93" y="24"/>
                    </a:cubicBezTo>
                    <a:cubicBezTo>
                      <a:pt x="93" y="25"/>
                      <a:pt x="94" y="25"/>
                      <a:pt x="94" y="25"/>
                    </a:cubicBezTo>
                    <a:cubicBezTo>
                      <a:pt x="94" y="25"/>
                      <a:pt x="94" y="26"/>
                      <a:pt x="94" y="26"/>
                    </a:cubicBezTo>
                    <a:cubicBezTo>
                      <a:pt x="94" y="26"/>
                      <a:pt x="94" y="26"/>
                      <a:pt x="95" y="27"/>
                    </a:cubicBezTo>
                    <a:cubicBezTo>
                      <a:pt x="95" y="27"/>
                      <a:pt x="95" y="27"/>
                      <a:pt x="95" y="28"/>
                    </a:cubicBezTo>
                    <a:cubicBezTo>
                      <a:pt x="96" y="28"/>
                      <a:pt x="96" y="28"/>
                      <a:pt x="96" y="28"/>
                    </a:cubicBezTo>
                    <a:cubicBezTo>
                      <a:pt x="96" y="28"/>
                      <a:pt x="96" y="28"/>
                      <a:pt x="96" y="28"/>
                    </a:cubicBezTo>
                    <a:cubicBezTo>
                      <a:pt x="96" y="28"/>
                      <a:pt x="96" y="28"/>
                      <a:pt x="96" y="27"/>
                    </a:cubicBezTo>
                    <a:cubicBezTo>
                      <a:pt x="96" y="27"/>
                      <a:pt x="96" y="27"/>
                      <a:pt x="96" y="27"/>
                    </a:cubicBezTo>
                    <a:cubicBezTo>
                      <a:pt x="96" y="27"/>
                      <a:pt x="96" y="27"/>
                      <a:pt x="96" y="26"/>
                    </a:cubicBezTo>
                    <a:cubicBezTo>
                      <a:pt x="96" y="26"/>
                      <a:pt x="96" y="26"/>
                      <a:pt x="96" y="26"/>
                    </a:cubicBezTo>
                    <a:cubicBezTo>
                      <a:pt x="96" y="26"/>
                      <a:pt x="96" y="26"/>
                      <a:pt x="96" y="25"/>
                    </a:cubicBezTo>
                    <a:cubicBezTo>
                      <a:pt x="96" y="25"/>
                      <a:pt x="96" y="24"/>
                      <a:pt x="96" y="24"/>
                    </a:cubicBezTo>
                    <a:cubicBezTo>
                      <a:pt x="96" y="24"/>
                      <a:pt x="96" y="24"/>
                      <a:pt x="96" y="24"/>
                    </a:cubicBezTo>
                    <a:cubicBezTo>
                      <a:pt x="96" y="18"/>
                      <a:pt x="96" y="18"/>
                      <a:pt x="96" y="18"/>
                    </a:cubicBezTo>
                    <a:cubicBezTo>
                      <a:pt x="96" y="17"/>
                      <a:pt x="96" y="17"/>
                      <a:pt x="96" y="17"/>
                    </a:cubicBezTo>
                    <a:cubicBezTo>
                      <a:pt x="96" y="17"/>
                      <a:pt x="96" y="16"/>
                      <a:pt x="96" y="16"/>
                    </a:cubicBezTo>
                    <a:cubicBezTo>
                      <a:pt x="96" y="14"/>
                      <a:pt x="96" y="14"/>
                      <a:pt x="96" y="14"/>
                    </a:cubicBezTo>
                    <a:cubicBezTo>
                      <a:pt x="96" y="14"/>
                      <a:pt x="96" y="14"/>
                      <a:pt x="96" y="14"/>
                    </a:cubicBezTo>
                    <a:cubicBezTo>
                      <a:pt x="96" y="14"/>
                      <a:pt x="96" y="14"/>
                      <a:pt x="96" y="14"/>
                    </a:cubicBezTo>
                    <a:cubicBezTo>
                      <a:pt x="96" y="14"/>
                      <a:pt x="96" y="13"/>
                      <a:pt x="96" y="13"/>
                    </a:cubicBezTo>
                    <a:cubicBezTo>
                      <a:pt x="96" y="13"/>
                      <a:pt x="96" y="13"/>
                      <a:pt x="96" y="13"/>
                    </a:cubicBezTo>
                    <a:cubicBezTo>
                      <a:pt x="96" y="13"/>
                      <a:pt x="96" y="13"/>
                      <a:pt x="96" y="12"/>
                    </a:cubicBezTo>
                    <a:cubicBezTo>
                      <a:pt x="96" y="12"/>
                      <a:pt x="96" y="12"/>
                      <a:pt x="96" y="12"/>
                    </a:cubicBezTo>
                    <a:cubicBezTo>
                      <a:pt x="96" y="12"/>
                      <a:pt x="97" y="12"/>
                      <a:pt x="97" y="12"/>
                    </a:cubicBezTo>
                    <a:cubicBezTo>
                      <a:pt x="97" y="12"/>
                      <a:pt x="97" y="12"/>
                      <a:pt x="97" y="12"/>
                    </a:cubicBezTo>
                    <a:cubicBezTo>
                      <a:pt x="97" y="12"/>
                      <a:pt x="97" y="12"/>
                      <a:pt x="97" y="12"/>
                    </a:cubicBezTo>
                    <a:cubicBezTo>
                      <a:pt x="97" y="12"/>
                      <a:pt x="97" y="12"/>
                      <a:pt x="97" y="12"/>
                    </a:cubicBezTo>
                    <a:cubicBezTo>
                      <a:pt x="97" y="12"/>
                      <a:pt x="97" y="12"/>
                      <a:pt x="97" y="12"/>
                    </a:cubicBezTo>
                    <a:cubicBezTo>
                      <a:pt x="97" y="12"/>
                      <a:pt x="97" y="12"/>
                      <a:pt x="97" y="12"/>
                    </a:cubicBezTo>
                    <a:cubicBezTo>
                      <a:pt x="97" y="13"/>
                      <a:pt x="97" y="13"/>
                      <a:pt x="97" y="13"/>
                    </a:cubicBezTo>
                    <a:cubicBezTo>
                      <a:pt x="97" y="13"/>
                      <a:pt x="97" y="13"/>
                      <a:pt x="97" y="13"/>
                    </a:cubicBezTo>
                    <a:cubicBezTo>
                      <a:pt x="97" y="14"/>
                      <a:pt x="97" y="14"/>
                      <a:pt x="97" y="14"/>
                    </a:cubicBezTo>
                    <a:cubicBezTo>
                      <a:pt x="97" y="14"/>
                      <a:pt x="97" y="14"/>
                      <a:pt x="97" y="14"/>
                    </a:cubicBezTo>
                    <a:cubicBezTo>
                      <a:pt x="97" y="15"/>
                      <a:pt x="97" y="15"/>
                      <a:pt x="97" y="15"/>
                    </a:cubicBezTo>
                    <a:cubicBezTo>
                      <a:pt x="97" y="17"/>
                      <a:pt x="97" y="17"/>
                      <a:pt x="97" y="17"/>
                    </a:cubicBezTo>
                    <a:cubicBezTo>
                      <a:pt x="97" y="17"/>
                      <a:pt x="97" y="17"/>
                      <a:pt x="97" y="17"/>
                    </a:cubicBezTo>
                    <a:cubicBezTo>
                      <a:pt x="97" y="17"/>
                      <a:pt x="97" y="17"/>
                      <a:pt x="97" y="18"/>
                    </a:cubicBezTo>
                    <a:cubicBezTo>
                      <a:pt x="97" y="19"/>
                      <a:pt x="97" y="19"/>
                      <a:pt x="97" y="20"/>
                    </a:cubicBezTo>
                    <a:cubicBezTo>
                      <a:pt x="97" y="20"/>
                      <a:pt x="97" y="20"/>
                      <a:pt x="97" y="20"/>
                    </a:cubicBezTo>
                    <a:cubicBezTo>
                      <a:pt x="97" y="20"/>
                      <a:pt x="97" y="20"/>
                      <a:pt x="97" y="20"/>
                    </a:cubicBezTo>
                    <a:cubicBezTo>
                      <a:pt x="97" y="20"/>
                      <a:pt x="97" y="20"/>
                      <a:pt x="97" y="20"/>
                    </a:cubicBezTo>
                    <a:cubicBezTo>
                      <a:pt x="97" y="22"/>
                      <a:pt x="97" y="23"/>
                      <a:pt x="97" y="24"/>
                    </a:cubicBezTo>
                    <a:cubicBezTo>
                      <a:pt x="97" y="24"/>
                      <a:pt x="97" y="24"/>
                      <a:pt x="97" y="24"/>
                    </a:cubicBezTo>
                    <a:cubicBezTo>
                      <a:pt x="97" y="24"/>
                      <a:pt x="97" y="24"/>
                      <a:pt x="97" y="25"/>
                    </a:cubicBezTo>
                    <a:cubicBezTo>
                      <a:pt x="97" y="25"/>
                      <a:pt x="97" y="26"/>
                      <a:pt x="97" y="26"/>
                    </a:cubicBezTo>
                    <a:cubicBezTo>
                      <a:pt x="97" y="27"/>
                      <a:pt x="97" y="27"/>
                      <a:pt x="97" y="28"/>
                    </a:cubicBezTo>
                    <a:cubicBezTo>
                      <a:pt x="97" y="28"/>
                      <a:pt x="96" y="29"/>
                      <a:pt x="96" y="29"/>
                    </a:cubicBezTo>
                    <a:cubicBezTo>
                      <a:pt x="96" y="29"/>
                      <a:pt x="95" y="30"/>
                      <a:pt x="94" y="30"/>
                    </a:cubicBezTo>
                    <a:cubicBezTo>
                      <a:pt x="94" y="30"/>
                      <a:pt x="93" y="30"/>
                      <a:pt x="92" y="30"/>
                    </a:cubicBezTo>
                    <a:cubicBezTo>
                      <a:pt x="91" y="30"/>
                      <a:pt x="91" y="30"/>
                      <a:pt x="90" y="30"/>
                    </a:cubicBezTo>
                    <a:cubicBezTo>
                      <a:pt x="90" y="30"/>
                      <a:pt x="90" y="30"/>
                      <a:pt x="90" y="30"/>
                    </a:cubicBezTo>
                    <a:cubicBezTo>
                      <a:pt x="90" y="30"/>
                      <a:pt x="89" y="30"/>
                      <a:pt x="89" y="30"/>
                    </a:cubicBezTo>
                    <a:cubicBezTo>
                      <a:pt x="89" y="30"/>
                      <a:pt x="89" y="30"/>
                      <a:pt x="89" y="30"/>
                    </a:cubicBezTo>
                    <a:cubicBezTo>
                      <a:pt x="89" y="30"/>
                      <a:pt x="89" y="30"/>
                      <a:pt x="88" y="30"/>
                    </a:cubicBezTo>
                    <a:cubicBezTo>
                      <a:pt x="88" y="30"/>
                      <a:pt x="88" y="30"/>
                      <a:pt x="88" y="30"/>
                    </a:cubicBezTo>
                    <a:cubicBezTo>
                      <a:pt x="88" y="29"/>
                      <a:pt x="88" y="29"/>
                      <a:pt x="88" y="29"/>
                    </a:cubicBezTo>
                    <a:close/>
                    <a:moveTo>
                      <a:pt x="94" y="28"/>
                    </a:moveTo>
                    <a:cubicBezTo>
                      <a:pt x="94" y="29"/>
                      <a:pt x="94" y="29"/>
                      <a:pt x="93" y="29"/>
                    </a:cubicBezTo>
                    <a:cubicBezTo>
                      <a:pt x="93" y="29"/>
                      <a:pt x="92" y="29"/>
                      <a:pt x="92" y="29"/>
                    </a:cubicBezTo>
                    <a:cubicBezTo>
                      <a:pt x="91" y="29"/>
                      <a:pt x="91" y="29"/>
                      <a:pt x="91" y="29"/>
                    </a:cubicBezTo>
                    <a:cubicBezTo>
                      <a:pt x="90" y="29"/>
                      <a:pt x="90" y="29"/>
                      <a:pt x="90" y="29"/>
                    </a:cubicBezTo>
                    <a:cubicBezTo>
                      <a:pt x="90" y="29"/>
                      <a:pt x="90" y="29"/>
                      <a:pt x="90" y="29"/>
                    </a:cubicBezTo>
                    <a:cubicBezTo>
                      <a:pt x="90" y="29"/>
                      <a:pt x="90" y="29"/>
                      <a:pt x="90" y="29"/>
                    </a:cubicBezTo>
                    <a:cubicBezTo>
                      <a:pt x="90" y="29"/>
                      <a:pt x="90" y="29"/>
                      <a:pt x="90" y="29"/>
                    </a:cubicBezTo>
                    <a:cubicBezTo>
                      <a:pt x="90" y="28"/>
                      <a:pt x="90" y="27"/>
                      <a:pt x="91" y="27"/>
                    </a:cubicBezTo>
                    <a:cubicBezTo>
                      <a:pt x="91" y="27"/>
                      <a:pt x="91" y="26"/>
                      <a:pt x="91" y="26"/>
                    </a:cubicBezTo>
                    <a:cubicBezTo>
                      <a:pt x="92" y="26"/>
                      <a:pt x="92" y="26"/>
                      <a:pt x="92" y="25"/>
                    </a:cubicBezTo>
                    <a:cubicBezTo>
                      <a:pt x="92" y="25"/>
                      <a:pt x="92" y="25"/>
                      <a:pt x="92" y="25"/>
                    </a:cubicBezTo>
                    <a:cubicBezTo>
                      <a:pt x="92" y="25"/>
                      <a:pt x="92" y="25"/>
                      <a:pt x="92" y="25"/>
                    </a:cubicBezTo>
                    <a:cubicBezTo>
                      <a:pt x="92" y="25"/>
                      <a:pt x="92" y="25"/>
                      <a:pt x="92" y="25"/>
                    </a:cubicBezTo>
                    <a:cubicBezTo>
                      <a:pt x="92" y="25"/>
                      <a:pt x="92" y="25"/>
                      <a:pt x="92" y="25"/>
                    </a:cubicBezTo>
                    <a:cubicBezTo>
                      <a:pt x="93" y="26"/>
                      <a:pt x="93" y="26"/>
                      <a:pt x="93" y="26"/>
                    </a:cubicBezTo>
                    <a:cubicBezTo>
                      <a:pt x="93" y="27"/>
                      <a:pt x="93" y="27"/>
                      <a:pt x="94" y="27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lose/>
                    <a:moveTo>
                      <a:pt x="17" y="113"/>
                    </a:moveTo>
                    <a:cubicBezTo>
                      <a:pt x="15" y="112"/>
                      <a:pt x="17" y="108"/>
                      <a:pt x="20" y="108"/>
                    </a:cubicBezTo>
                    <a:cubicBezTo>
                      <a:pt x="21" y="108"/>
                      <a:pt x="21" y="108"/>
                      <a:pt x="22" y="108"/>
                    </a:cubicBezTo>
                    <a:cubicBezTo>
                      <a:pt x="22" y="107"/>
                      <a:pt x="22" y="106"/>
                      <a:pt x="21" y="106"/>
                    </a:cubicBezTo>
                    <a:cubicBezTo>
                      <a:pt x="15" y="105"/>
                      <a:pt x="16" y="90"/>
                      <a:pt x="23" y="89"/>
                    </a:cubicBezTo>
                    <a:cubicBezTo>
                      <a:pt x="25" y="89"/>
                      <a:pt x="26" y="89"/>
                      <a:pt x="27" y="90"/>
                    </a:cubicBezTo>
                    <a:cubicBezTo>
                      <a:pt x="28" y="91"/>
                      <a:pt x="27" y="92"/>
                      <a:pt x="26" y="91"/>
                    </a:cubicBezTo>
                    <a:cubicBezTo>
                      <a:pt x="25" y="90"/>
                      <a:pt x="25" y="90"/>
                      <a:pt x="24" y="90"/>
                    </a:cubicBezTo>
                    <a:cubicBezTo>
                      <a:pt x="23" y="91"/>
                      <a:pt x="22" y="91"/>
                      <a:pt x="21" y="92"/>
                    </a:cubicBezTo>
                    <a:cubicBezTo>
                      <a:pt x="21" y="92"/>
                      <a:pt x="20" y="94"/>
                      <a:pt x="20" y="94"/>
                    </a:cubicBezTo>
                    <a:cubicBezTo>
                      <a:pt x="20" y="95"/>
                      <a:pt x="20" y="95"/>
                      <a:pt x="21" y="96"/>
                    </a:cubicBezTo>
                    <a:cubicBezTo>
                      <a:pt x="23" y="97"/>
                      <a:pt x="27" y="96"/>
                      <a:pt x="26" y="98"/>
                    </a:cubicBezTo>
                    <a:cubicBezTo>
                      <a:pt x="26" y="99"/>
                      <a:pt x="24" y="99"/>
                      <a:pt x="23" y="98"/>
                    </a:cubicBezTo>
                    <a:cubicBezTo>
                      <a:pt x="21" y="97"/>
                      <a:pt x="20" y="98"/>
                      <a:pt x="19" y="100"/>
                    </a:cubicBezTo>
                    <a:cubicBezTo>
                      <a:pt x="19" y="102"/>
                      <a:pt x="20" y="102"/>
                      <a:pt x="20" y="102"/>
                    </a:cubicBezTo>
                    <a:cubicBezTo>
                      <a:pt x="21" y="102"/>
                      <a:pt x="21" y="102"/>
                      <a:pt x="22" y="102"/>
                    </a:cubicBezTo>
                    <a:cubicBezTo>
                      <a:pt x="22" y="101"/>
                      <a:pt x="23" y="101"/>
                      <a:pt x="24" y="101"/>
                    </a:cubicBezTo>
                    <a:cubicBezTo>
                      <a:pt x="24" y="101"/>
                      <a:pt x="25" y="101"/>
                      <a:pt x="24" y="102"/>
                    </a:cubicBezTo>
                    <a:cubicBezTo>
                      <a:pt x="24" y="103"/>
                      <a:pt x="24" y="104"/>
                      <a:pt x="27" y="105"/>
                    </a:cubicBezTo>
                    <a:cubicBezTo>
                      <a:pt x="27" y="105"/>
                      <a:pt x="27" y="105"/>
                      <a:pt x="27" y="106"/>
                    </a:cubicBezTo>
                    <a:cubicBezTo>
                      <a:pt x="27" y="107"/>
                      <a:pt x="26" y="107"/>
                      <a:pt x="25" y="107"/>
                    </a:cubicBezTo>
                    <a:cubicBezTo>
                      <a:pt x="26" y="110"/>
                      <a:pt x="22" y="111"/>
                      <a:pt x="20" y="110"/>
                    </a:cubicBezTo>
                    <a:cubicBezTo>
                      <a:pt x="18" y="110"/>
                      <a:pt x="18" y="112"/>
                      <a:pt x="17" y="113"/>
                    </a:cubicBezTo>
                    <a:close/>
                    <a:moveTo>
                      <a:pt x="45" y="108"/>
                    </a:moveTo>
                    <a:cubicBezTo>
                      <a:pt x="46" y="107"/>
                      <a:pt x="50" y="109"/>
                      <a:pt x="51" y="110"/>
                    </a:cubicBezTo>
                    <a:cubicBezTo>
                      <a:pt x="51" y="110"/>
                      <a:pt x="51" y="110"/>
                      <a:pt x="51" y="110"/>
                    </a:cubicBezTo>
                    <a:cubicBezTo>
                      <a:pt x="50" y="112"/>
                      <a:pt x="47" y="109"/>
                      <a:pt x="46" y="109"/>
                    </a:cubicBezTo>
                    <a:cubicBezTo>
                      <a:pt x="45" y="110"/>
                      <a:pt x="44" y="109"/>
                      <a:pt x="45" y="108"/>
                    </a:cubicBezTo>
                    <a:close/>
                    <a:moveTo>
                      <a:pt x="25" y="127"/>
                    </a:moveTo>
                    <a:cubicBezTo>
                      <a:pt x="24" y="128"/>
                      <a:pt x="24" y="128"/>
                      <a:pt x="24" y="128"/>
                    </a:cubicBezTo>
                    <a:cubicBezTo>
                      <a:pt x="20" y="129"/>
                      <a:pt x="18" y="126"/>
                      <a:pt x="17" y="125"/>
                    </a:cubicBezTo>
                    <a:cubicBezTo>
                      <a:pt x="16" y="123"/>
                      <a:pt x="18" y="123"/>
                      <a:pt x="17" y="122"/>
                    </a:cubicBezTo>
                    <a:cubicBezTo>
                      <a:pt x="15" y="120"/>
                      <a:pt x="12" y="116"/>
                      <a:pt x="16" y="114"/>
                    </a:cubicBezTo>
                    <a:cubicBezTo>
                      <a:pt x="16" y="114"/>
                      <a:pt x="17" y="115"/>
                      <a:pt x="17" y="116"/>
                    </a:cubicBezTo>
                    <a:cubicBezTo>
                      <a:pt x="17" y="116"/>
                      <a:pt x="16" y="118"/>
                      <a:pt x="17" y="119"/>
                    </a:cubicBezTo>
                    <a:cubicBezTo>
                      <a:pt x="18" y="119"/>
                      <a:pt x="19" y="120"/>
                      <a:pt x="20" y="121"/>
                    </a:cubicBezTo>
                    <a:cubicBezTo>
                      <a:pt x="22" y="122"/>
                      <a:pt x="21" y="123"/>
                      <a:pt x="21" y="124"/>
                    </a:cubicBezTo>
                    <a:cubicBezTo>
                      <a:pt x="22" y="126"/>
                      <a:pt x="23" y="126"/>
                      <a:pt x="25" y="126"/>
                    </a:cubicBezTo>
                    <a:cubicBezTo>
                      <a:pt x="26" y="126"/>
                      <a:pt x="26" y="127"/>
                      <a:pt x="25" y="127"/>
                    </a:cubicBezTo>
                    <a:close/>
                    <a:moveTo>
                      <a:pt x="41" y="96"/>
                    </a:moveTo>
                    <a:cubicBezTo>
                      <a:pt x="41" y="95"/>
                      <a:pt x="42" y="95"/>
                      <a:pt x="41" y="94"/>
                    </a:cubicBezTo>
                    <a:cubicBezTo>
                      <a:pt x="38" y="88"/>
                      <a:pt x="42" y="89"/>
                      <a:pt x="42" y="86"/>
                    </a:cubicBezTo>
                    <a:cubicBezTo>
                      <a:pt x="42" y="85"/>
                      <a:pt x="42" y="85"/>
                      <a:pt x="41" y="85"/>
                    </a:cubicBezTo>
                    <a:cubicBezTo>
                      <a:pt x="40" y="84"/>
                      <a:pt x="39" y="85"/>
                      <a:pt x="38" y="85"/>
                    </a:cubicBezTo>
                    <a:cubicBezTo>
                      <a:pt x="37" y="85"/>
                      <a:pt x="37" y="83"/>
                      <a:pt x="36" y="83"/>
                    </a:cubicBezTo>
                    <a:cubicBezTo>
                      <a:pt x="35" y="83"/>
                      <a:pt x="34" y="84"/>
                      <a:pt x="33" y="83"/>
                    </a:cubicBezTo>
                    <a:cubicBezTo>
                      <a:pt x="31" y="82"/>
                      <a:pt x="32" y="83"/>
                      <a:pt x="29" y="83"/>
                    </a:cubicBezTo>
                    <a:cubicBezTo>
                      <a:pt x="27" y="83"/>
                      <a:pt x="26" y="84"/>
                      <a:pt x="25" y="87"/>
                    </a:cubicBezTo>
                    <a:cubicBezTo>
                      <a:pt x="25" y="88"/>
                      <a:pt x="24" y="88"/>
                      <a:pt x="24" y="88"/>
                    </a:cubicBezTo>
                    <a:cubicBezTo>
                      <a:pt x="24" y="87"/>
                      <a:pt x="23" y="85"/>
                      <a:pt x="25" y="83"/>
                    </a:cubicBezTo>
                    <a:cubicBezTo>
                      <a:pt x="26" y="82"/>
                      <a:pt x="28" y="82"/>
                      <a:pt x="29" y="81"/>
                    </a:cubicBezTo>
                    <a:cubicBezTo>
                      <a:pt x="31" y="80"/>
                      <a:pt x="33" y="80"/>
                      <a:pt x="35" y="81"/>
                    </a:cubicBezTo>
                    <a:cubicBezTo>
                      <a:pt x="37" y="81"/>
                      <a:pt x="38" y="82"/>
                      <a:pt x="39" y="84"/>
                    </a:cubicBezTo>
                    <a:cubicBezTo>
                      <a:pt x="39" y="85"/>
                      <a:pt x="41" y="83"/>
                      <a:pt x="42" y="84"/>
                    </a:cubicBezTo>
                    <a:cubicBezTo>
                      <a:pt x="43" y="84"/>
                      <a:pt x="44" y="84"/>
                      <a:pt x="44" y="86"/>
                    </a:cubicBezTo>
                    <a:cubicBezTo>
                      <a:pt x="45" y="87"/>
                      <a:pt x="44" y="89"/>
                      <a:pt x="43" y="90"/>
                    </a:cubicBezTo>
                    <a:cubicBezTo>
                      <a:pt x="43" y="91"/>
                      <a:pt x="43" y="91"/>
                      <a:pt x="43" y="91"/>
                    </a:cubicBezTo>
                    <a:cubicBezTo>
                      <a:pt x="44" y="93"/>
                      <a:pt x="46" y="90"/>
                      <a:pt x="48" y="88"/>
                    </a:cubicBezTo>
                    <a:cubicBezTo>
                      <a:pt x="49" y="86"/>
                      <a:pt x="50" y="86"/>
                      <a:pt x="51" y="86"/>
                    </a:cubicBezTo>
                    <a:cubicBezTo>
                      <a:pt x="52" y="86"/>
                      <a:pt x="53" y="87"/>
                      <a:pt x="54" y="88"/>
                    </a:cubicBezTo>
                    <a:cubicBezTo>
                      <a:pt x="55" y="89"/>
                      <a:pt x="55" y="90"/>
                      <a:pt x="54" y="90"/>
                    </a:cubicBezTo>
                    <a:cubicBezTo>
                      <a:pt x="52" y="90"/>
                      <a:pt x="51" y="90"/>
                      <a:pt x="49" y="88"/>
                    </a:cubicBezTo>
                    <a:cubicBezTo>
                      <a:pt x="48" y="88"/>
                      <a:pt x="48" y="90"/>
                      <a:pt x="47" y="91"/>
                    </a:cubicBezTo>
                    <a:cubicBezTo>
                      <a:pt x="47" y="94"/>
                      <a:pt x="43" y="94"/>
                      <a:pt x="42" y="98"/>
                    </a:cubicBezTo>
                    <a:cubicBezTo>
                      <a:pt x="42" y="98"/>
                      <a:pt x="42" y="98"/>
                      <a:pt x="41" y="99"/>
                    </a:cubicBezTo>
                    <a:cubicBezTo>
                      <a:pt x="41" y="100"/>
                      <a:pt x="40" y="100"/>
                      <a:pt x="41" y="99"/>
                    </a:cubicBezTo>
                    <a:cubicBezTo>
                      <a:pt x="41" y="97"/>
                      <a:pt x="41" y="98"/>
                      <a:pt x="41" y="97"/>
                    </a:cubicBezTo>
                    <a:cubicBezTo>
                      <a:pt x="41" y="97"/>
                      <a:pt x="41" y="96"/>
                      <a:pt x="41" y="96"/>
                    </a:cubicBezTo>
                    <a:close/>
                    <a:moveTo>
                      <a:pt x="39" y="111"/>
                    </a:moveTo>
                    <a:cubicBezTo>
                      <a:pt x="38" y="111"/>
                      <a:pt x="36" y="110"/>
                      <a:pt x="35" y="109"/>
                    </a:cubicBezTo>
                    <a:cubicBezTo>
                      <a:pt x="35" y="108"/>
                      <a:pt x="34" y="107"/>
                      <a:pt x="34" y="106"/>
                    </a:cubicBezTo>
                    <a:cubicBezTo>
                      <a:pt x="29" y="105"/>
                      <a:pt x="27" y="102"/>
                      <a:pt x="27" y="101"/>
                    </a:cubicBezTo>
                    <a:cubicBezTo>
                      <a:pt x="27" y="101"/>
                      <a:pt x="28" y="101"/>
                      <a:pt x="29" y="102"/>
                    </a:cubicBezTo>
                    <a:cubicBezTo>
                      <a:pt x="30" y="104"/>
                      <a:pt x="34" y="104"/>
                      <a:pt x="34" y="104"/>
                    </a:cubicBezTo>
                    <a:cubicBezTo>
                      <a:pt x="33" y="103"/>
                      <a:pt x="33" y="101"/>
                      <a:pt x="34" y="100"/>
                    </a:cubicBezTo>
                    <a:cubicBezTo>
                      <a:pt x="34" y="99"/>
                      <a:pt x="34" y="99"/>
                      <a:pt x="33" y="99"/>
                    </a:cubicBezTo>
                    <a:cubicBezTo>
                      <a:pt x="31" y="97"/>
                      <a:pt x="29" y="98"/>
                      <a:pt x="28" y="97"/>
                    </a:cubicBezTo>
                    <a:cubicBezTo>
                      <a:pt x="27" y="96"/>
                      <a:pt x="28" y="94"/>
                      <a:pt x="30" y="95"/>
                    </a:cubicBezTo>
                    <a:cubicBezTo>
                      <a:pt x="30" y="95"/>
                      <a:pt x="31" y="96"/>
                      <a:pt x="32" y="96"/>
                    </a:cubicBezTo>
                    <a:cubicBezTo>
                      <a:pt x="33" y="97"/>
                      <a:pt x="33" y="96"/>
                      <a:pt x="33" y="95"/>
                    </a:cubicBezTo>
                    <a:cubicBezTo>
                      <a:pt x="33" y="93"/>
                      <a:pt x="34" y="89"/>
                      <a:pt x="34" y="88"/>
                    </a:cubicBezTo>
                    <a:cubicBezTo>
                      <a:pt x="34" y="87"/>
                      <a:pt x="34" y="87"/>
                      <a:pt x="35" y="87"/>
                    </a:cubicBezTo>
                    <a:cubicBezTo>
                      <a:pt x="36" y="87"/>
                      <a:pt x="37" y="88"/>
                      <a:pt x="38" y="89"/>
                    </a:cubicBezTo>
                    <a:cubicBezTo>
                      <a:pt x="38" y="89"/>
                      <a:pt x="38" y="90"/>
                      <a:pt x="38" y="90"/>
                    </a:cubicBezTo>
                    <a:cubicBezTo>
                      <a:pt x="36" y="93"/>
                      <a:pt x="35" y="94"/>
                      <a:pt x="36" y="96"/>
                    </a:cubicBezTo>
                    <a:cubicBezTo>
                      <a:pt x="36" y="96"/>
                      <a:pt x="36" y="98"/>
                      <a:pt x="36" y="99"/>
                    </a:cubicBezTo>
                    <a:cubicBezTo>
                      <a:pt x="37" y="99"/>
                      <a:pt x="38" y="99"/>
                      <a:pt x="39" y="98"/>
                    </a:cubicBezTo>
                    <a:cubicBezTo>
                      <a:pt x="39" y="97"/>
                      <a:pt x="40" y="98"/>
                      <a:pt x="39" y="99"/>
                    </a:cubicBezTo>
                    <a:cubicBezTo>
                      <a:pt x="39" y="100"/>
                      <a:pt x="37" y="101"/>
                      <a:pt x="37" y="101"/>
                    </a:cubicBezTo>
                    <a:cubicBezTo>
                      <a:pt x="36" y="103"/>
                      <a:pt x="37" y="109"/>
                      <a:pt x="38" y="107"/>
                    </a:cubicBezTo>
                    <a:cubicBezTo>
                      <a:pt x="40" y="105"/>
                      <a:pt x="41" y="103"/>
                      <a:pt x="45" y="104"/>
                    </a:cubicBezTo>
                    <a:cubicBezTo>
                      <a:pt x="45" y="104"/>
                      <a:pt x="45" y="104"/>
                      <a:pt x="45" y="104"/>
                    </a:cubicBezTo>
                    <a:cubicBezTo>
                      <a:pt x="43" y="104"/>
                      <a:pt x="39" y="106"/>
                      <a:pt x="40" y="108"/>
                    </a:cubicBezTo>
                    <a:cubicBezTo>
                      <a:pt x="40" y="109"/>
                      <a:pt x="41" y="109"/>
                      <a:pt x="41" y="110"/>
                    </a:cubicBezTo>
                    <a:cubicBezTo>
                      <a:pt x="40" y="111"/>
                      <a:pt x="40" y="112"/>
                      <a:pt x="39" y="111"/>
                    </a:cubicBezTo>
                    <a:close/>
                    <a:moveTo>
                      <a:pt x="55" y="122"/>
                    </a:moveTo>
                    <a:cubicBezTo>
                      <a:pt x="54" y="121"/>
                      <a:pt x="54" y="121"/>
                      <a:pt x="55" y="120"/>
                    </a:cubicBezTo>
                    <a:cubicBezTo>
                      <a:pt x="55" y="119"/>
                      <a:pt x="57" y="120"/>
                      <a:pt x="58" y="120"/>
                    </a:cubicBezTo>
                    <a:cubicBezTo>
                      <a:pt x="61" y="120"/>
                      <a:pt x="60" y="117"/>
                      <a:pt x="61" y="117"/>
                    </a:cubicBezTo>
                    <a:cubicBezTo>
                      <a:pt x="63" y="114"/>
                      <a:pt x="61" y="125"/>
                      <a:pt x="55" y="122"/>
                    </a:cubicBezTo>
                    <a:close/>
                    <a:moveTo>
                      <a:pt x="58" y="115"/>
                    </a:moveTo>
                    <a:cubicBezTo>
                      <a:pt x="59" y="113"/>
                      <a:pt x="61" y="110"/>
                      <a:pt x="59" y="108"/>
                    </a:cubicBezTo>
                    <a:cubicBezTo>
                      <a:pt x="58" y="108"/>
                      <a:pt x="58" y="106"/>
                      <a:pt x="59" y="106"/>
                    </a:cubicBezTo>
                    <a:cubicBezTo>
                      <a:pt x="61" y="106"/>
                      <a:pt x="64" y="107"/>
                      <a:pt x="64" y="109"/>
                    </a:cubicBezTo>
                    <a:cubicBezTo>
                      <a:pt x="64" y="113"/>
                      <a:pt x="60" y="114"/>
                      <a:pt x="60" y="115"/>
                    </a:cubicBezTo>
                    <a:cubicBezTo>
                      <a:pt x="60" y="116"/>
                      <a:pt x="59" y="116"/>
                      <a:pt x="58" y="116"/>
                    </a:cubicBezTo>
                    <a:cubicBezTo>
                      <a:pt x="57" y="115"/>
                      <a:pt x="57" y="115"/>
                      <a:pt x="58" y="115"/>
                    </a:cubicBezTo>
                    <a:close/>
                    <a:moveTo>
                      <a:pt x="52" y="111"/>
                    </a:moveTo>
                    <a:cubicBezTo>
                      <a:pt x="54" y="106"/>
                      <a:pt x="48" y="101"/>
                      <a:pt x="47" y="101"/>
                    </a:cubicBezTo>
                    <a:cubicBezTo>
                      <a:pt x="46" y="101"/>
                      <a:pt x="47" y="100"/>
                      <a:pt x="47" y="100"/>
                    </a:cubicBezTo>
                    <a:cubicBezTo>
                      <a:pt x="53" y="103"/>
                      <a:pt x="51" y="101"/>
                      <a:pt x="51" y="97"/>
                    </a:cubicBezTo>
                    <a:cubicBezTo>
                      <a:pt x="51" y="95"/>
                      <a:pt x="51" y="92"/>
                      <a:pt x="52" y="92"/>
                    </a:cubicBezTo>
                    <a:cubicBezTo>
                      <a:pt x="52" y="92"/>
                      <a:pt x="51" y="97"/>
                      <a:pt x="53" y="98"/>
                    </a:cubicBezTo>
                    <a:cubicBezTo>
                      <a:pt x="53" y="99"/>
                      <a:pt x="54" y="96"/>
                      <a:pt x="54" y="96"/>
                    </a:cubicBezTo>
                    <a:cubicBezTo>
                      <a:pt x="55" y="95"/>
                      <a:pt x="55" y="96"/>
                      <a:pt x="55" y="97"/>
                    </a:cubicBezTo>
                    <a:cubicBezTo>
                      <a:pt x="54" y="101"/>
                      <a:pt x="56" y="109"/>
                      <a:pt x="54" y="113"/>
                    </a:cubicBezTo>
                    <a:cubicBezTo>
                      <a:pt x="53" y="114"/>
                      <a:pt x="51" y="114"/>
                      <a:pt x="52" y="111"/>
                    </a:cubicBezTo>
                    <a:close/>
                    <a:moveTo>
                      <a:pt x="56" y="107"/>
                    </a:moveTo>
                    <a:cubicBezTo>
                      <a:pt x="55" y="107"/>
                      <a:pt x="55" y="106"/>
                      <a:pt x="55" y="106"/>
                    </a:cubicBezTo>
                    <a:cubicBezTo>
                      <a:pt x="56" y="105"/>
                      <a:pt x="58" y="104"/>
                      <a:pt x="58" y="104"/>
                    </a:cubicBezTo>
                    <a:cubicBezTo>
                      <a:pt x="59" y="103"/>
                      <a:pt x="58" y="103"/>
                      <a:pt x="58" y="102"/>
                    </a:cubicBezTo>
                    <a:cubicBezTo>
                      <a:pt x="58" y="102"/>
                      <a:pt x="57" y="102"/>
                      <a:pt x="57" y="101"/>
                    </a:cubicBezTo>
                    <a:cubicBezTo>
                      <a:pt x="57" y="100"/>
                      <a:pt x="59" y="100"/>
                      <a:pt x="59" y="99"/>
                    </a:cubicBezTo>
                    <a:cubicBezTo>
                      <a:pt x="59" y="96"/>
                      <a:pt x="58" y="97"/>
                      <a:pt x="58" y="95"/>
                    </a:cubicBezTo>
                    <a:cubicBezTo>
                      <a:pt x="58" y="93"/>
                      <a:pt x="56" y="92"/>
                      <a:pt x="56" y="92"/>
                    </a:cubicBezTo>
                    <a:cubicBezTo>
                      <a:pt x="55" y="91"/>
                      <a:pt x="56" y="90"/>
                      <a:pt x="57" y="91"/>
                    </a:cubicBezTo>
                    <a:cubicBezTo>
                      <a:pt x="62" y="92"/>
                      <a:pt x="63" y="96"/>
                      <a:pt x="60" y="99"/>
                    </a:cubicBezTo>
                    <a:cubicBezTo>
                      <a:pt x="62" y="102"/>
                      <a:pt x="59" y="106"/>
                      <a:pt x="56" y="107"/>
                    </a:cubicBezTo>
                    <a:close/>
                    <a:moveTo>
                      <a:pt x="76" y="8"/>
                    </a:moveTo>
                    <a:cubicBezTo>
                      <a:pt x="76" y="54"/>
                      <a:pt x="76" y="54"/>
                      <a:pt x="76" y="54"/>
                    </a:cubicBezTo>
                    <a:cubicBezTo>
                      <a:pt x="76" y="54"/>
                      <a:pt x="76" y="54"/>
                      <a:pt x="76" y="54"/>
                    </a:cubicBezTo>
                    <a:cubicBezTo>
                      <a:pt x="4" y="54"/>
                      <a:pt x="4" y="54"/>
                      <a:pt x="4" y="54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11" y="20"/>
                      <a:pt x="22" y="12"/>
                      <a:pt x="26" y="4"/>
                    </a:cubicBezTo>
                    <a:cubicBezTo>
                      <a:pt x="76" y="4"/>
                      <a:pt x="76" y="4"/>
                      <a:pt x="76" y="4"/>
                    </a:cubicBezTo>
                    <a:cubicBezTo>
                      <a:pt x="125" y="4"/>
                      <a:pt x="125" y="4"/>
                      <a:pt x="125" y="4"/>
                    </a:cubicBezTo>
                    <a:cubicBezTo>
                      <a:pt x="130" y="12"/>
                      <a:pt x="140" y="21"/>
                      <a:pt x="147" y="24"/>
                    </a:cubicBezTo>
                    <a:cubicBezTo>
                      <a:pt x="147" y="39"/>
                      <a:pt x="147" y="39"/>
                      <a:pt x="147" y="39"/>
                    </a:cubicBezTo>
                    <a:cubicBezTo>
                      <a:pt x="131" y="39"/>
                      <a:pt x="131" y="39"/>
                      <a:pt x="131" y="39"/>
                    </a:cubicBezTo>
                    <a:cubicBezTo>
                      <a:pt x="131" y="46"/>
                      <a:pt x="131" y="46"/>
                      <a:pt x="131" y="46"/>
                    </a:cubicBezTo>
                    <a:cubicBezTo>
                      <a:pt x="147" y="46"/>
                      <a:pt x="147" y="46"/>
                      <a:pt x="147" y="46"/>
                    </a:cubicBezTo>
                    <a:cubicBezTo>
                      <a:pt x="147" y="54"/>
                      <a:pt x="147" y="54"/>
                      <a:pt x="147" y="54"/>
                    </a:cubicBezTo>
                    <a:cubicBezTo>
                      <a:pt x="86" y="54"/>
                      <a:pt x="86" y="54"/>
                      <a:pt x="86" y="54"/>
                    </a:cubicBezTo>
                    <a:cubicBezTo>
                      <a:pt x="86" y="46"/>
                      <a:pt x="86" y="46"/>
                      <a:pt x="86" y="46"/>
                    </a:cubicBezTo>
                    <a:cubicBezTo>
                      <a:pt x="102" y="46"/>
                      <a:pt x="102" y="46"/>
                      <a:pt x="102" y="46"/>
                    </a:cubicBezTo>
                    <a:cubicBezTo>
                      <a:pt x="102" y="39"/>
                      <a:pt x="102" y="39"/>
                      <a:pt x="102" y="39"/>
                    </a:cubicBezTo>
                    <a:cubicBezTo>
                      <a:pt x="86" y="39"/>
                      <a:pt x="86" y="39"/>
                      <a:pt x="86" y="39"/>
                    </a:cubicBezTo>
                    <a:cubicBezTo>
                      <a:pt x="86" y="33"/>
                      <a:pt x="86" y="33"/>
                      <a:pt x="86" y="33"/>
                    </a:cubicBezTo>
                    <a:cubicBezTo>
                      <a:pt x="143" y="33"/>
                      <a:pt x="143" y="33"/>
                      <a:pt x="143" y="33"/>
                    </a:cubicBezTo>
                    <a:cubicBezTo>
                      <a:pt x="136" y="30"/>
                      <a:pt x="122" y="20"/>
                      <a:pt x="118" y="8"/>
                    </a:cubicBezTo>
                    <a:cubicBezTo>
                      <a:pt x="76" y="8"/>
                      <a:pt x="76" y="8"/>
                      <a:pt x="76" y="8"/>
                    </a:cubicBezTo>
                    <a:close/>
                    <a:moveTo>
                      <a:pt x="49" y="141"/>
                    </a:moveTo>
                    <a:cubicBezTo>
                      <a:pt x="48" y="142"/>
                      <a:pt x="50" y="143"/>
                      <a:pt x="51" y="143"/>
                    </a:cubicBezTo>
                    <a:cubicBezTo>
                      <a:pt x="54" y="142"/>
                      <a:pt x="60" y="144"/>
                      <a:pt x="59" y="142"/>
                    </a:cubicBezTo>
                    <a:cubicBezTo>
                      <a:pt x="54" y="141"/>
                      <a:pt x="52" y="133"/>
                      <a:pt x="54" y="130"/>
                    </a:cubicBezTo>
                    <a:cubicBezTo>
                      <a:pt x="55" y="127"/>
                      <a:pt x="61" y="127"/>
                      <a:pt x="62" y="123"/>
                    </a:cubicBezTo>
                    <a:cubicBezTo>
                      <a:pt x="62" y="123"/>
                      <a:pt x="62" y="122"/>
                      <a:pt x="61" y="123"/>
                    </a:cubicBezTo>
                    <a:cubicBezTo>
                      <a:pt x="59" y="123"/>
                      <a:pt x="57" y="125"/>
                      <a:pt x="56" y="125"/>
                    </a:cubicBezTo>
                    <a:cubicBezTo>
                      <a:pt x="53" y="125"/>
                      <a:pt x="54" y="122"/>
                      <a:pt x="55" y="118"/>
                    </a:cubicBezTo>
                    <a:cubicBezTo>
                      <a:pt x="55" y="117"/>
                      <a:pt x="56" y="114"/>
                      <a:pt x="56" y="114"/>
                    </a:cubicBezTo>
                    <a:cubicBezTo>
                      <a:pt x="55" y="112"/>
                      <a:pt x="54" y="112"/>
                      <a:pt x="54" y="114"/>
                    </a:cubicBezTo>
                    <a:cubicBezTo>
                      <a:pt x="54" y="115"/>
                      <a:pt x="52" y="120"/>
                      <a:pt x="50" y="119"/>
                    </a:cubicBezTo>
                    <a:cubicBezTo>
                      <a:pt x="47" y="118"/>
                      <a:pt x="47" y="118"/>
                      <a:pt x="47" y="117"/>
                    </a:cubicBezTo>
                    <a:cubicBezTo>
                      <a:pt x="45" y="114"/>
                      <a:pt x="44" y="114"/>
                      <a:pt x="44" y="114"/>
                    </a:cubicBezTo>
                    <a:cubicBezTo>
                      <a:pt x="42" y="114"/>
                      <a:pt x="44" y="116"/>
                      <a:pt x="44" y="117"/>
                    </a:cubicBezTo>
                    <a:cubicBezTo>
                      <a:pt x="44" y="118"/>
                      <a:pt x="42" y="119"/>
                      <a:pt x="41" y="118"/>
                    </a:cubicBezTo>
                    <a:cubicBezTo>
                      <a:pt x="40" y="117"/>
                      <a:pt x="39" y="116"/>
                      <a:pt x="39" y="113"/>
                    </a:cubicBezTo>
                    <a:cubicBezTo>
                      <a:pt x="37" y="111"/>
                      <a:pt x="37" y="111"/>
                      <a:pt x="35" y="112"/>
                    </a:cubicBezTo>
                    <a:cubicBezTo>
                      <a:pt x="33" y="109"/>
                      <a:pt x="29" y="114"/>
                      <a:pt x="30" y="114"/>
                    </a:cubicBezTo>
                    <a:cubicBezTo>
                      <a:pt x="29" y="114"/>
                      <a:pt x="27" y="112"/>
                      <a:pt x="27" y="113"/>
                    </a:cubicBezTo>
                    <a:cubicBezTo>
                      <a:pt x="26" y="113"/>
                      <a:pt x="25" y="113"/>
                      <a:pt x="24" y="111"/>
                    </a:cubicBezTo>
                    <a:cubicBezTo>
                      <a:pt x="24" y="111"/>
                      <a:pt x="24" y="111"/>
                      <a:pt x="24" y="111"/>
                    </a:cubicBezTo>
                    <a:cubicBezTo>
                      <a:pt x="23" y="112"/>
                      <a:pt x="24" y="113"/>
                      <a:pt x="24" y="113"/>
                    </a:cubicBezTo>
                    <a:cubicBezTo>
                      <a:pt x="21" y="114"/>
                      <a:pt x="18" y="115"/>
                      <a:pt x="20" y="119"/>
                    </a:cubicBezTo>
                    <a:cubicBezTo>
                      <a:pt x="24" y="121"/>
                      <a:pt x="24" y="117"/>
                      <a:pt x="24" y="116"/>
                    </a:cubicBezTo>
                    <a:cubicBezTo>
                      <a:pt x="27" y="111"/>
                      <a:pt x="28" y="118"/>
                      <a:pt x="31" y="116"/>
                    </a:cubicBezTo>
                    <a:cubicBezTo>
                      <a:pt x="31" y="116"/>
                      <a:pt x="31" y="116"/>
                      <a:pt x="31" y="115"/>
                    </a:cubicBezTo>
                    <a:cubicBezTo>
                      <a:pt x="30" y="114"/>
                      <a:pt x="33" y="112"/>
                      <a:pt x="34" y="113"/>
                    </a:cubicBezTo>
                    <a:cubicBezTo>
                      <a:pt x="36" y="114"/>
                      <a:pt x="36" y="118"/>
                      <a:pt x="36" y="120"/>
                    </a:cubicBezTo>
                    <a:cubicBezTo>
                      <a:pt x="36" y="121"/>
                      <a:pt x="32" y="120"/>
                      <a:pt x="31" y="118"/>
                    </a:cubicBezTo>
                    <a:cubicBezTo>
                      <a:pt x="30" y="117"/>
                      <a:pt x="31" y="118"/>
                      <a:pt x="31" y="120"/>
                    </a:cubicBezTo>
                    <a:cubicBezTo>
                      <a:pt x="32" y="120"/>
                      <a:pt x="31" y="120"/>
                      <a:pt x="27" y="119"/>
                    </a:cubicBezTo>
                    <a:cubicBezTo>
                      <a:pt x="26" y="119"/>
                      <a:pt x="26" y="120"/>
                      <a:pt x="26" y="120"/>
                    </a:cubicBezTo>
                    <a:cubicBezTo>
                      <a:pt x="28" y="122"/>
                      <a:pt x="33" y="121"/>
                      <a:pt x="33" y="121"/>
                    </a:cubicBezTo>
                    <a:cubicBezTo>
                      <a:pt x="34" y="121"/>
                      <a:pt x="34" y="122"/>
                      <a:pt x="36" y="123"/>
                    </a:cubicBezTo>
                    <a:cubicBezTo>
                      <a:pt x="36" y="124"/>
                      <a:pt x="36" y="124"/>
                      <a:pt x="36" y="125"/>
                    </a:cubicBezTo>
                    <a:cubicBezTo>
                      <a:pt x="35" y="126"/>
                      <a:pt x="34" y="126"/>
                      <a:pt x="34" y="125"/>
                    </a:cubicBezTo>
                    <a:cubicBezTo>
                      <a:pt x="33" y="124"/>
                      <a:pt x="33" y="124"/>
                      <a:pt x="31" y="124"/>
                    </a:cubicBezTo>
                    <a:cubicBezTo>
                      <a:pt x="30" y="124"/>
                      <a:pt x="28" y="124"/>
                      <a:pt x="27" y="125"/>
                    </a:cubicBezTo>
                    <a:cubicBezTo>
                      <a:pt x="25" y="126"/>
                      <a:pt x="26" y="129"/>
                      <a:pt x="27" y="128"/>
                    </a:cubicBezTo>
                    <a:cubicBezTo>
                      <a:pt x="29" y="126"/>
                      <a:pt x="30" y="128"/>
                      <a:pt x="34" y="128"/>
                    </a:cubicBezTo>
                    <a:cubicBezTo>
                      <a:pt x="35" y="128"/>
                      <a:pt x="36" y="132"/>
                      <a:pt x="35" y="137"/>
                    </a:cubicBezTo>
                    <a:cubicBezTo>
                      <a:pt x="35" y="138"/>
                      <a:pt x="35" y="138"/>
                      <a:pt x="35" y="138"/>
                    </a:cubicBezTo>
                    <a:cubicBezTo>
                      <a:pt x="34" y="138"/>
                      <a:pt x="33" y="139"/>
                      <a:pt x="32" y="139"/>
                    </a:cubicBezTo>
                    <a:cubicBezTo>
                      <a:pt x="30" y="140"/>
                      <a:pt x="29" y="142"/>
                      <a:pt x="27" y="141"/>
                    </a:cubicBezTo>
                    <a:cubicBezTo>
                      <a:pt x="17" y="131"/>
                      <a:pt x="8" y="117"/>
                      <a:pt x="5" y="103"/>
                    </a:cubicBezTo>
                    <a:cubicBezTo>
                      <a:pt x="4" y="100"/>
                      <a:pt x="4" y="97"/>
                      <a:pt x="4" y="93"/>
                    </a:cubicBezTo>
                    <a:cubicBezTo>
                      <a:pt x="4" y="76"/>
                      <a:pt x="4" y="76"/>
                      <a:pt x="4" y="76"/>
                    </a:cubicBezTo>
                    <a:cubicBezTo>
                      <a:pt x="66" y="76"/>
                      <a:pt x="66" y="76"/>
                      <a:pt x="66" y="76"/>
                    </a:cubicBezTo>
                    <a:cubicBezTo>
                      <a:pt x="66" y="164"/>
                      <a:pt x="66" y="164"/>
                      <a:pt x="66" y="164"/>
                    </a:cubicBezTo>
                    <a:cubicBezTo>
                      <a:pt x="55" y="162"/>
                      <a:pt x="42" y="155"/>
                      <a:pt x="31" y="144"/>
                    </a:cubicBezTo>
                    <a:cubicBezTo>
                      <a:pt x="30" y="144"/>
                      <a:pt x="29" y="143"/>
                      <a:pt x="29" y="143"/>
                    </a:cubicBezTo>
                    <a:cubicBezTo>
                      <a:pt x="32" y="140"/>
                      <a:pt x="31" y="143"/>
                      <a:pt x="34" y="142"/>
                    </a:cubicBezTo>
                    <a:cubicBezTo>
                      <a:pt x="35" y="142"/>
                      <a:pt x="35" y="142"/>
                      <a:pt x="36" y="143"/>
                    </a:cubicBezTo>
                    <a:cubicBezTo>
                      <a:pt x="36" y="143"/>
                      <a:pt x="38" y="144"/>
                      <a:pt x="38" y="143"/>
                    </a:cubicBezTo>
                    <a:cubicBezTo>
                      <a:pt x="38" y="142"/>
                      <a:pt x="39" y="142"/>
                      <a:pt x="39" y="142"/>
                    </a:cubicBezTo>
                    <a:cubicBezTo>
                      <a:pt x="43" y="144"/>
                      <a:pt x="43" y="140"/>
                      <a:pt x="46" y="141"/>
                    </a:cubicBezTo>
                    <a:cubicBezTo>
                      <a:pt x="48" y="141"/>
                      <a:pt x="50" y="141"/>
                      <a:pt x="48" y="140"/>
                    </a:cubicBezTo>
                    <a:cubicBezTo>
                      <a:pt x="46" y="139"/>
                      <a:pt x="45" y="138"/>
                      <a:pt x="44" y="138"/>
                    </a:cubicBezTo>
                    <a:cubicBezTo>
                      <a:pt x="42" y="138"/>
                      <a:pt x="41" y="139"/>
                      <a:pt x="40" y="136"/>
                    </a:cubicBezTo>
                    <a:cubicBezTo>
                      <a:pt x="40" y="135"/>
                      <a:pt x="40" y="132"/>
                      <a:pt x="40" y="131"/>
                    </a:cubicBezTo>
                    <a:cubicBezTo>
                      <a:pt x="40" y="128"/>
                      <a:pt x="41" y="129"/>
                      <a:pt x="43" y="129"/>
                    </a:cubicBezTo>
                    <a:cubicBezTo>
                      <a:pt x="46" y="129"/>
                      <a:pt x="46" y="129"/>
                      <a:pt x="49" y="128"/>
                    </a:cubicBezTo>
                    <a:cubicBezTo>
                      <a:pt x="49" y="128"/>
                      <a:pt x="49" y="128"/>
                      <a:pt x="50" y="128"/>
                    </a:cubicBezTo>
                    <a:cubicBezTo>
                      <a:pt x="50" y="130"/>
                      <a:pt x="50" y="139"/>
                      <a:pt x="49" y="141"/>
                    </a:cubicBezTo>
                    <a:close/>
                    <a:moveTo>
                      <a:pt x="46" y="127"/>
                    </a:moveTo>
                    <a:cubicBezTo>
                      <a:pt x="43" y="127"/>
                      <a:pt x="44" y="124"/>
                      <a:pt x="44" y="124"/>
                    </a:cubicBezTo>
                    <a:cubicBezTo>
                      <a:pt x="43" y="123"/>
                      <a:pt x="42" y="125"/>
                      <a:pt x="41" y="124"/>
                    </a:cubicBezTo>
                    <a:cubicBezTo>
                      <a:pt x="39" y="124"/>
                      <a:pt x="40" y="123"/>
                      <a:pt x="40" y="122"/>
                    </a:cubicBezTo>
                    <a:cubicBezTo>
                      <a:pt x="39" y="120"/>
                      <a:pt x="39" y="120"/>
                      <a:pt x="41" y="121"/>
                    </a:cubicBezTo>
                    <a:cubicBezTo>
                      <a:pt x="42" y="121"/>
                      <a:pt x="43" y="120"/>
                      <a:pt x="44" y="119"/>
                    </a:cubicBezTo>
                    <a:cubicBezTo>
                      <a:pt x="45" y="118"/>
                      <a:pt x="47" y="119"/>
                      <a:pt x="48" y="121"/>
                    </a:cubicBezTo>
                    <a:cubicBezTo>
                      <a:pt x="49" y="123"/>
                      <a:pt x="48" y="123"/>
                      <a:pt x="47" y="123"/>
                    </a:cubicBezTo>
                    <a:cubicBezTo>
                      <a:pt x="47" y="123"/>
                      <a:pt x="47" y="124"/>
                      <a:pt x="48" y="124"/>
                    </a:cubicBezTo>
                    <a:cubicBezTo>
                      <a:pt x="48" y="124"/>
                      <a:pt x="49" y="124"/>
                      <a:pt x="50" y="125"/>
                    </a:cubicBezTo>
                    <a:cubicBezTo>
                      <a:pt x="50" y="126"/>
                      <a:pt x="49" y="126"/>
                      <a:pt x="49" y="126"/>
                    </a:cubicBezTo>
                    <a:cubicBezTo>
                      <a:pt x="48" y="127"/>
                      <a:pt x="47" y="127"/>
                      <a:pt x="46" y="127"/>
                    </a:cubicBezTo>
                    <a:close/>
                    <a:moveTo>
                      <a:pt x="118" y="143"/>
                    </a:moveTo>
                    <a:cubicBezTo>
                      <a:pt x="117" y="143"/>
                      <a:pt x="117" y="143"/>
                      <a:pt x="117" y="143"/>
                    </a:cubicBezTo>
                    <a:cubicBezTo>
                      <a:pt x="113" y="109"/>
                      <a:pt x="113" y="109"/>
                      <a:pt x="113" y="109"/>
                    </a:cubicBezTo>
                    <a:cubicBezTo>
                      <a:pt x="101" y="138"/>
                      <a:pt x="101" y="138"/>
                      <a:pt x="101" y="138"/>
                    </a:cubicBezTo>
                    <a:cubicBezTo>
                      <a:pt x="100" y="138"/>
                      <a:pt x="100" y="138"/>
                      <a:pt x="100" y="138"/>
                    </a:cubicBezTo>
                    <a:cubicBezTo>
                      <a:pt x="111" y="105"/>
                      <a:pt x="111" y="105"/>
                      <a:pt x="111" y="105"/>
                    </a:cubicBezTo>
                    <a:cubicBezTo>
                      <a:pt x="108" y="105"/>
                      <a:pt x="108" y="105"/>
                      <a:pt x="108" y="105"/>
                    </a:cubicBezTo>
                    <a:cubicBezTo>
                      <a:pt x="108" y="98"/>
                      <a:pt x="108" y="98"/>
                      <a:pt x="108" y="98"/>
                    </a:cubicBezTo>
                    <a:cubicBezTo>
                      <a:pt x="100" y="98"/>
                      <a:pt x="100" y="98"/>
                      <a:pt x="100" y="98"/>
                    </a:cubicBezTo>
                    <a:cubicBezTo>
                      <a:pt x="98" y="96"/>
                      <a:pt x="98" y="96"/>
                      <a:pt x="98" y="96"/>
                    </a:cubicBezTo>
                    <a:cubicBezTo>
                      <a:pt x="98" y="89"/>
                      <a:pt x="98" y="89"/>
                      <a:pt x="98" y="89"/>
                    </a:cubicBezTo>
                    <a:cubicBezTo>
                      <a:pt x="92" y="89"/>
                      <a:pt x="92" y="89"/>
                      <a:pt x="92" y="89"/>
                    </a:cubicBezTo>
                    <a:cubicBezTo>
                      <a:pt x="92" y="85"/>
                      <a:pt x="92" y="85"/>
                      <a:pt x="92" y="85"/>
                    </a:cubicBezTo>
                    <a:cubicBezTo>
                      <a:pt x="138" y="85"/>
                      <a:pt x="138" y="85"/>
                      <a:pt x="138" y="85"/>
                    </a:cubicBezTo>
                    <a:cubicBezTo>
                      <a:pt x="138" y="89"/>
                      <a:pt x="138" y="89"/>
                      <a:pt x="138" y="89"/>
                    </a:cubicBezTo>
                    <a:cubicBezTo>
                      <a:pt x="132" y="89"/>
                      <a:pt x="132" y="89"/>
                      <a:pt x="132" y="89"/>
                    </a:cubicBezTo>
                    <a:cubicBezTo>
                      <a:pt x="132" y="96"/>
                      <a:pt x="132" y="96"/>
                      <a:pt x="132" y="96"/>
                    </a:cubicBezTo>
                    <a:cubicBezTo>
                      <a:pt x="130" y="98"/>
                      <a:pt x="130" y="98"/>
                      <a:pt x="130" y="98"/>
                    </a:cubicBezTo>
                    <a:cubicBezTo>
                      <a:pt x="122" y="98"/>
                      <a:pt x="122" y="98"/>
                      <a:pt x="122" y="98"/>
                    </a:cubicBezTo>
                    <a:cubicBezTo>
                      <a:pt x="122" y="105"/>
                      <a:pt x="122" y="105"/>
                      <a:pt x="122" y="105"/>
                    </a:cubicBezTo>
                    <a:cubicBezTo>
                      <a:pt x="119" y="105"/>
                      <a:pt x="119" y="105"/>
                      <a:pt x="119" y="105"/>
                    </a:cubicBezTo>
                    <a:cubicBezTo>
                      <a:pt x="126" y="134"/>
                      <a:pt x="126" y="134"/>
                      <a:pt x="126" y="134"/>
                    </a:cubicBezTo>
                    <a:cubicBezTo>
                      <a:pt x="125" y="134"/>
                      <a:pt x="125" y="134"/>
                      <a:pt x="125" y="134"/>
                    </a:cubicBezTo>
                    <a:cubicBezTo>
                      <a:pt x="117" y="109"/>
                      <a:pt x="117" y="109"/>
                      <a:pt x="117" y="109"/>
                    </a:cubicBezTo>
                    <a:cubicBezTo>
                      <a:pt x="118" y="143"/>
                      <a:pt x="118" y="143"/>
                      <a:pt x="118" y="143"/>
                    </a:cubicBezTo>
                    <a:close/>
                    <a:moveTo>
                      <a:pt x="86" y="164"/>
                    </a:moveTo>
                    <a:cubicBezTo>
                      <a:pt x="86" y="76"/>
                      <a:pt x="86" y="76"/>
                      <a:pt x="86" y="76"/>
                    </a:cubicBezTo>
                    <a:cubicBezTo>
                      <a:pt x="147" y="76"/>
                      <a:pt x="147" y="76"/>
                      <a:pt x="147" y="76"/>
                    </a:cubicBezTo>
                    <a:cubicBezTo>
                      <a:pt x="147" y="97"/>
                      <a:pt x="147" y="97"/>
                      <a:pt x="147" y="97"/>
                    </a:cubicBezTo>
                    <a:cubicBezTo>
                      <a:pt x="147" y="102"/>
                      <a:pt x="147" y="104"/>
                      <a:pt x="146" y="109"/>
                    </a:cubicBezTo>
                    <a:cubicBezTo>
                      <a:pt x="139" y="135"/>
                      <a:pt x="112" y="158"/>
                      <a:pt x="86" y="164"/>
                    </a:cubicBezTo>
                    <a:close/>
                    <a:moveTo>
                      <a:pt x="11" y="53"/>
                    </a:moveTo>
                    <a:cubicBezTo>
                      <a:pt x="10" y="52"/>
                      <a:pt x="9" y="50"/>
                      <a:pt x="9" y="49"/>
                    </a:cubicBezTo>
                    <a:cubicBezTo>
                      <a:pt x="9" y="48"/>
                      <a:pt x="9" y="47"/>
                      <a:pt x="9" y="47"/>
                    </a:cubicBezTo>
                    <a:cubicBezTo>
                      <a:pt x="17" y="43"/>
                      <a:pt x="31" y="34"/>
                      <a:pt x="39" y="30"/>
                    </a:cubicBezTo>
                    <a:cubicBezTo>
                      <a:pt x="39" y="30"/>
                      <a:pt x="40" y="29"/>
                      <a:pt x="40" y="28"/>
                    </a:cubicBezTo>
                    <a:cubicBezTo>
                      <a:pt x="42" y="27"/>
                      <a:pt x="52" y="21"/>
                      <a:pt x="52" y="20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0"/>
                      <a:pt x="46" y="10"/>
                      <a:pt x="46" y="10"/>
                    </a:cubicBezTo>
                    <a:cubicBezTo>
                      <a:pt x="52" y="7"/>
                      <a:pt x="52" y="7"/>
                      <a:pt x="52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8" y="15"/>
                      <a:pt x="58" y="15"/>
                      <a:pt x="58" y="15"/>
                    </a:cubicBezTo>
                    <a:cubicBezTo>
                      <a:pt x="62" y="15"/>
                      <a:pt x="62" y="15"/>
                      <a:pt x="62" y="15"/>
                    </a:cubicBezTo>
                    <a:cubicBezTo>
                      <a:pt x="66" y="21"/>
                      <a:pt x="66" y="21"/>
                      <a:pt x="66" y="21"/>
                    </a:cubicBezTo>
                    <a:cubicBezTo>
                      <a:pt x="65" y="21"/>
                      <a:pt x="64" y="22"/>
                      <a:pt x="64" y="23"/>
                    </a:cubicBezTo>
                    <a:cubicBezTo>
                      <a:pt x="66" y="27"/>
                      <a:pt x="69" y="33"/>
                      <a:pt x="70" y="38"/>
                    </a:cubicBezTo>
                    <a:cubicBezTo>
                      <a:pt x="70" y="40"/>
                      <a:pt x="69" y="48"/>
                      <a:pt x="66" y="50"/>
                    </a:cubicBezTo>
                    <a:cubicBezTo>
                      <a:pt x="66" y="50"/>
                      <a:pt x="65" y="50"/>
                      <a:pt x="65" y="49"/>
                    </a:cubicBezTo>
                    <a:cubicBezTo>
                      <a:pt x="65" y="42"/>
                      <a:pt x="63" y="35"/>
                      <a:pt x="57" y="27"/>
                    </a:cubicBezTo>
                    <a:cubicBezTo>
                      <a:pt x="56" y="27"/>
                      <a:pt x="35" y="39"/>
                      <a:pt x="34" y="40"/>
                    </a:cubicBezTo>
                    <a:cubicBezTo>
                      <a:pt x="27" y="44"/>
                      <a:pt x="20" y="47"/>
                      <a:pt x="15" y="51"/>
                    </a:cubicBezTo>
                    <a:cubicBezTo>
                      <a:pt x="13" y="52"/>
                      <a:pt x="12" y="52"/>
                      <a:pt x="11" y="53"/>
                    </a:cubicBezTo>
                    <a:close/>
                    <a:moveTo>
                      <a:pt x="114" y="61"/>
                    </a:moveTo>
                    <a:cubicBezTo>
                      <a:pt x="114" y="61"/>
                      <a:pt x="115" y="61"/>
                      <a:pt x="115" y="61"/>
                    </a:cubicBezTo>
                    <a:cubicBezTo>
                      <a:pt x="115" y="62"/>
                      <a:pt x="116" y="62"/>
                      <a:pt x="116" y="62"/>
                    </a:cubicBezTo>
                    <a:cubicBezTo>
                      <a:pt x="116" y="63"/>
                      <a:pt x="116" y="63"/>
                      <a:pt x="116" y="63"/>
                    </a:cubicBezTo>
                    <a:cubicBezTo>
                      <a:pt x="116" y="64"/>
                      <a:pt x="116" y="64"/>
                      <a:pt x="116" y="64"/>
                    </a:cubicBezTo>
                    <a:cubicBezTo>
                      <a:pt x="115" y="64"/>
                      <a:pt x="115" y="64"/>
                      <a:pt x="115" y="64"/>
                    </a:cubicBezTo>
                    <a:cubicBezTo>
                      <a:pt x="115" y="63"/>
                      <a:pt x="114" y="62"/>
                      <a:pt x="114" y="61"/>
                    </a:cubicBezTo>
                    <a:close/>
                    <a:moveTo>
                      <a:pt x="117" y="67"/>
                    </a:moveTo>
                    <a:cubicBezTo>
                      <a:pt x="118" y="67"/>
                      <a:pt x="118" y="67"/>
                      <a:pt x="119" y="67"/>
                    </a:cubicBezTo>
                    <a:cubicBezTo>
                      <a:pt x="119" y="67"/>
                      <a:pt x="119" y="67"/>
                      <a:pt x="120" y="66"/>
                    </a:cubicBezTo>
                    <a:cubicBezTo>
                      <a:pt x="120" y="66"/>
                      <a:pt x="120" y="67"/>
                      <a:pt x="120" y="67"/>
                    </a:cubicBezTo>
                    <a:cubicBezTo>
                      <a:pt x="120" y="67"/>
                      <a:pt x="121" y="67"/>
                      <a:pt x="120" y="67"/>
                    </a:cubicBezTo>
                    <a:cubicBezTo>
                      <a:pt x="120" y="67"/>
                      <a:pt x="120" y="67"/>
                      <a:pt x="120" y="67"/>
                    </a:cubicBezTo>
                    <a:cubicBezTo>
                      <a:pt x="120" y="68"/>
                      <a:pt x="120" y="68"/>
                      <a:pt x="119" y="68"/>
                    </a:cubicBezTo>
                    <a:cubicBezTo>
                      <a:pt x="119" y="68"/>
                      <a:pt x="119" y="68"/>
                      <a:pt x="119" y="68"/>
                    </a:cubicBezTo>
                    <a:cubicBezTo>
                      <a:pt x="119" y="68"/>
                      <a:pt x="119" y="68"/>
                      <a:pt x="119" y="68"/>
                    </a:cubicBezTo>
                    <a:cubicBezTo>
                      <a:pt x="119" y="68"/>
                      <a:pt x="119" y="68"/>
                      <a:pt x="119" y="68"/>
                    </a:cubicBezTo>
                    <a:cubicBezTo>
                      <a:pt x="119" y="68"/>
                      <a:pt x="119" y="68"/>
                      <a:pt x="119" y="68"/>
                    </a:cubicBezTo>
                    <a:cubicBezTo>
                      <a:pt x="119" y="68"/>
                      <a:pt x="119" y="68"/>
                      <a:pt x="119" y="68"/>
                    </a:cubicBezTo>
                    <a:cubicBezTo>
                      <a:pt x="118" y="68"/>
                      <a:pt x="117" y="68"/>
                      <a:pt x="117" y="67"/>
                    </a:cubicBezTo>
                    <a:close/>
                    <a:moveTo>
                      <a:pt x="120" y="69"/>
                    </a:moveTo>
                    <a:cubicBezTo>
                      <a:pt x="120" y="69"/>
                      <a:pt x="120" y="69"/>
                      <a:pt x="120" y="69"/>
                    </a:cubicBezTo>
                    <a:cubicBezTo>
                      <a:pt x="120" y="69"/>
                      <a:pt x="120" y="69"/>
                      <a:pt x="121" y="69"/>
                    </a:cubicBezTo>
                    <a:cubicBezTo>
                      <a:pt x="121" y="69"/>
                      <a:pt x="121" y="69"/>
                      <a:pt x="121" y="69"/>
                    </a:cubicBezTo>
                    <a:cubicBezTo>
                      <a:pt x="120" y="69"/>
                      <a:pt x="120" y="69"/>
                      <a:pt x="120" y="69"/>
                    </a:cubicBezTo>
                    <a:cubicBezTo>
                      <a:pt x="120" y="69"/>
                      <a:pt x="120" y="69"/>
                      <a:pt x="120" y="69"/>
                    </a:cubicBezTo>
                    <a:cubicBezTo>
                      <a:pt x="120" y="69"/>
                      <a:pt x="120" y="70"/>
                      <a:pt x="120" y="70"/>
                    </a:cubicBezTo>
                    <a:cubicBezTo>
                      <a:pt x="120" y="71"/>
                      <a:pt x="120" y="72"/>
                      <a:pt x="120" y="73"/>
                    </a:cubicBezTo>
                    <a:cubicBezTo>
                      <a:pt x="120" y="73"/>
                      <a:pt x="120" y="74"/>
                      <a:pt x="120" y="75"/>
                    </a:cubicBezTo>
                    <a:cubicBezTo>
                      <a:pt x="120" y="75"/>
                      <a:pt x="120" y="75"/>
                      <a:pt x="120" y="75"/>
                    </a:cubicBezTo>
                    <a:cubicBezTo>
                      <a:pt x="120" y="75"/>
                      <a:pt x="119" y="75"/>
                      <a:pt x="119" y="75"/>
                    </a:cubicBezTo>
                    <a:cubicBezTo>
                      <a:pt x="119" y="75"/>
                      <a:pt x="119" y="75"/>
                      <a:pt x="118" y="74"/>
                    </a:cubicBezTo>
                    <a:cubicBezTo>
                      <a:pt x="117" y="74"/>
                      <a:pt x="116" y="73"/>
                      <a:pt x="116" y="73"/>
                    </a:cubicBezTo>
                    <a:cubicBezTo>
                      <a:pt x="115" y="73"/>
                      <a:pt x="115" y="73"/>
                      <a:pt x="115" y="72"/>
                    </a:cubicBezTo>
                    <a:cubicBezTo>
                      <a:pt x="115" y="72"/>
                      <a:pt x="116" y="73"/>
                      <a:pt x="116" y="73"/>
                    </a:cubicBezTo>
                    <a:cubicBezTo>
                      <a:pt x="117" y="73"/>
                      <a:pt x="117" y="73"/>
                      <a:pt x="118" y="73"/>
                    </a:cubicBezTo>
                    <a:cubicBezTo>
                      <a:pt x="118" y="73"/>
                      <a:pt x="119" y="73"/>
                      <a:pt x="119" y="73"/>
                    </a:cubicBezTo>
                    <a:cubicBezTo>
                      <a:pt x="119" y="73"/>
                      <a:pt x="119" y="72"/>
                      <a:pt x="119" y="72"/>
                    </a:cubicBezTo>
                    <a:cubicBezTo>
                      <a:pt x="119" y="71"/>
                      <a:pt x="119" y="70"/>
                      <a:pt x="119" y="69"/>
                    </a:cubicBezTo>
                    <a:cubicBezTo>
                      <a:pt x="119" y="69"/>
                      <a:pt x="119" y="69"/>
                      <a:pt x="119" y="69"/>
                    </a:cubicBezTo>
                    <a:cubicBezTo>
                      <a:pt x="119" y="69"/>
                      <a:pt x="119" y="70"/>
                      <a:pt x="118" y="70"/>
                    </a:cubicBezTo>
                    <a:cubicBezTo>
                      <a:pt x="118" y="70"/>
                      <a:pt x="117" y="71"/>
                      <a:pt x="116" y="71"/>
                    </a:cubicBezTo>
                    <a:cubicBezTo>
                      <a:pt x="115" y="70"/>
                      <a:pt x="115" y="70"/>
                      <a:pt x="115" y="70"/>
                    </a:cubicBezTo>
                    <a:cubicBezTo>
                      <a:pt x="116" y="70"/>
                      <a:pt x="116" y="70"/>
                      <a:pt x="116" y="70"/>
                    </a:cubicBezTo>
                    <a:cubicBezTo>
                      <a:pt x="116" y="70"/>
                      <a:pt x="117" y="69"/>
                      <a:pt x="117" y="69"/>
                    </a:cubicBezTo>
                    <a:cubicBezTo>
                      <a:pt x="118" y="69"/>
                      <a:pt x="118" y="69"/>
                      <a:pt x="119" y="69"/>
                    </a:cubicBezTo>
                    <a:cubicBezTo>
                      <a:pt x="119" y="68"/>
                      <a:pt x="120" y="68"/>
                      <a:pt x="121" y="68"/>
                    </a:cubicBezTo>
                    <a:cubicBezTo>
                      <a:pt x="121" y="68"/>
                      <a:pt x="121" y="68"/>
                      <a:pt x="122" y="68"/>
                    </a:cubicBezTo>
                    <a:cubicBezTo>
                      <a:pt x="122" y="68"/>
                      <a:pt x="122" y="68"/>
                      <a:pt x="123" y="68"/>
                    </a:cubicBezTo>
                    <a:cubicBezTo>
                      <a:pt x="123" y="68"/>
                      <a:pt x="123" y="68"/>
                      <a:pt x="123" y="68"/>
                    </a:cubicBezTo>
                    <a:cubicBezTo>
                      <a:pt x="123" y="68"/>
                      <a:pt x="123" y="69"/>
                      <a:pt x="123" y="69"/>
                    </a:cubicBezTo>
                    <a:cubicBezTo>
                      <a:pt x="122" y="69"/>
                      <a:pt x="121" y="69"/>
                      <a:pt x="120" y="69"/>
                    </a:cubicBezTo>
                    <a:close/>
                    <a:moveTo>
                      <a:pt x="120" y="56"/>
                    </a:moveTo>
                    <a:cubicBezTo>
                      <a:pt x="121" y="56"/>
                      <a:pt x="122" y="56"/>
                      <a:pt x="122" y="57"/>
                    </a:cubicBezTo>
                    <a:cubicBezTo>
                      <a:pt x="122" y="57"/>
                      <a:pt x="122" y="58"/>
                      <a:pt x="121" y="58"/>
                    </a:cubicBezTo>
                    <a:cubicBezTo>
                      <a:pt x="121" y="58"/>
                      <a:pt x="120" y="58"/>
                      <a:pt x="120" y="59"/>
                    </a:cubicBezTo>
                    <a:cubicBezTo>
                      <a:pt x="120" y="59"/>
                      <a:pt x="119" y="59"/>
                      <a:pt x="119" y="59"/>
                    </a:cubicBezTo>
                    <a:cubicBezTo>
                      <a:pt x="119" y="59"/>
                      <a:pt x="119" y="59"/>
                      <a:pt x="119" y="59"/>
                    </a:cubicBezTo>
                    <a:cubicBezTo>
                      <a:pt x="120" y="59"/>
                      <a:pt x="120" y="59"/>
                      <a:pt x="120" y="59"/>
                    </a:cubicBezTo>
                    <a:cubicBezTo>
                      <a:pt x="122" y="58"/>
                      <a:pt x="122" y="58"/>
                      <a:pt x="124" y="58"/>
                    </a:cubicBezTo>
                    <a:cubicBezTo>
                      <a:pt x="124" y="58"/>
                      <a:pt x="125" y="57"/>
                      <a:pt x="125" y="58"/>
                    </a:cubicBezTo>
                    <a:cubicBezTo>
                      <a:pt x="126" y="58"/>
                      <a:pt x="126" y="58"/>
                      <a:pt x="126" y="58"/>
                    </a:cubicBezTo>
                    <a:cubicBezTo>
                      <a:pt x="126" y="59"/>
                      <a:pt x="125" y="59"/>
                      <a:pt x="124" y="60"/>
                    </a:cubicBezTo>
                    <a:cubicBezTo>
                      <a:pt x="124" y="60"/>
                      <a:pt x="123" y="61"/>
                      <a:pt x="122" y="62"/>
                    </a:cubicBezTo>
                    <a:cubicBezTo>
                      <a:pt x="122" y="62"/>
                      <a:pt x="122" y="62"/>
                      <a:pt x="122" y="63"/>
                    </a:cubicBezTo>
                    <a:cubicBezTo>
                      <a:pt x="122" y="63"/>
                      <a:pt x="122" y="63"/>
                      <a:pt x="122" y="64"/>
                    </a:cubicBezTo>
                    <a:cubicBezTo>
                      <a:pt x="122" y="64"/>
                      <a:pt x="122" y="64"/>
                      <a:pt x="122" y="64"/>
                    </a:cubicBezTo>
                    <a:cubicBezTo>
                      <a:pt x="122" y="63"/>
                      <a:pt x="124" y="63"/>
                      <a:pt x="124" y="63"/>
                    </a:cubicBezTo>
                    <a:cubicBezTo>
                      <a:pt x="125" y="63"/>
                      <a:pt x="125" y="63"/>
                      <a:pt x="125" y="63"/>
                    </a:cubicBezTo>
                    <a:cubicBezTo>
                      <a:pt x="126" y="64"/>
                      <a:pt x="125" y="64"/>
                      <a:pt x="124" y="65"/>
                    </a:cubicBezTo>
                    <a:cubicBezTo>
                      <a:pt x="124" y="65"/>
                      <a:pt x="123" y="65"/>
                      <a:pt x="122" y="65"/>
                    </a:cubicBezTo>
                    <a:cubicBezTo>
                      <a:pt x="122" y="65"/>
                      <a:pt x="122" y="66"/>
                      <a:pt x="121" y="66"/>
                    </a:cubicBezTo>
                    <a:cubicBezTo>
                      <a:pt x="120" y="66"/>
                      <a:pt x="120" y="66"/>
                      <a:pt x="119" y="66"/>
                    </a:cubicBezTo>
                    <a:cubicBezTo>
                      <a:pt x="119" y="66"/>
                      <a:pt x="119" y="66"/>
                      <a:pt x="119" y="66"/>
                    </a:cubicBezTo>
                    <a:cubicBezTo>
                      <a:pt x="119" y="66"/>
                      <a:pt x="119" y="66"/>
                      <a:pt x="120" y="66"/>
                    </a:cubicBezTo>
                    <a:cubicBezTo>
                      <a:pt x="121" y="65"/>
                      <a:pt x="122" y="65"/>
                      <a:pt x="123" y="64"/>
                    </a:cubicBezTo>
                    <a:cubicBezTo>
                      <a:pt x="123" y="64"/>
                      <a:pt x="124" y="64"/>
                      <a:pt x="124" y="64"/>
                    </a:cubicBezTo>
                    <a:cubicBezTo>
                      <a:pt x="124" y="64"/>
                      <a:pt x="124" y="64"/>
                      <a:pt x="124" y="64"/>
                    </a:cubicBezTo>
                    <a:cubicBezTo>
                      <a:pt x="124" y="64"/>
                      <a:pt x="124" y="64"/>
                      <a:pt x="123" y="64"/>
                    </a:cubicBezTo>
                    <a:cubicBezTo>
                      <a:pt x="123" y="64"/>
                      <a:pt x="122" y="64"/>
                      <a:pt x="122" y="64"/>
                    </a:cubicBezTo>
                    <a:cubicBezTo>
                      <a:pt x="121" y="64"/>
                      <a:pt x="121" y="64"/>
                      <a:pt x="121" y="64"/>
                    </a:cubicBezTo>
                    <a:cubicBezTo>
                      <a:pt x="121" y="65"/>
                      <a:pt x="121" y="65"/>
                      <a:pt x="120" y="65"/>
                    </a:cubicBezTo>
                    <a:cubicBezTo>
                      <a:pt x="120" y="65"/>
                      <a:pt x="120" y="65"/>
                      <a:pt x="119" y="65"/>
                    </a:cubicBezTo>
                    <a:cubicBezTo>
                      <a:pt x="119" y="65"/>
                      <a:pt x="119" y="65"/>
                      <a:pt x="119" y="65"/>
                    </a:cubicBezTo>
                    <a:cubicBezTo>
                      <a:pt x="118" y="65"/>
                      <a:pt x="117" y="66"/>
                      <a:pt x="116" y="66"/>
                    </a:cubicBezTo>
                    <a:cubicBezTo>
                      <a:pt x="115" y="67"/>
                      <a:pt x="115" y="69"/>
                      <a:pt x="113" y="69"/>
                    </a:cubicBezTo>
                    <a:cubicBezTo>
                      <a:pt x="113" y="69"/>
                      <a:pt x="113" y="69"/>
                      <a:pt x="113" y="69"/>
                    </a:cubicBezTo>
                    <a:cubicBezTo>
                      <a:pt x="113" y="69"/>
                      <a:pt x="113" y="68"/>
                      <a:pt x="113" y="68"/>
                    </a:cubicBezTo>
                    <a:cubicBezTo>
                      <a:pt x="114" y="67"/>
                      <a:pt x="114" y="67"/>
                      <a:pt x="115" y="66"/>
                    </a:cubicBezTo>
                    <a:cubicBezTo>
                      <a:pt x="115" y="66"/>
                      <a:pt x="115" y="65"/>
                      <a:pt x="115" y="65"/>
                    </a:cubicBezTo>
                    <a:cubicBezTo>
                      <a:pt x="115" y="66"/>
                      <a:pt x="115" y="66"/>
                      <a:pt x="115" y="66"/>
                    </a:cubicBezTo>
                    <a:cubicBezTo>
                      <a:pt x="114" y="67"/>
                      <a:pt x="114" y="67"/>
                      <a:pt x="114" y="68"/>
                    </a:cubicBezTo>
                    <a:cubicBezTo>
                      <a:pt x="114" y="68"/>
                      <a:pt x="114" y="68"/>
                      <a:pt x="114" y="68"/>
                    </a:cubicBezTo>
                    <a:cubicBezTo>
                      <a:pt x="114" y="68"/>
                      <a:pt x="114" y="68"/>
                      <a:pt x="115" y="67"/>
                    </a:cubicBezTo>
                    <a:cubicBezTo>
                      <a:pt x="115" y="67"/>
                      <a:pt x="115" y="67"/>
                      <a:pt x="116" y="66"/>
                    </a:cubicBezTo>
                    <a:cubicBezTo>
                      <a:pt x="116" y="66"/>
                      <a:pt x="117" y="65"/>
                      <a:pt x="117" y="65"/>
                    </a:cubicBezTo>
                    <a:cubicBezTo>
                      <a:pt x="118" y="65"/>
                      <a:pt x="118" y="65"/>
                      <a:pt x="119" y="65"/>
                    </a:cubicBezTo>
                    <a:cubicBezTo>
                      <a:pt x="119" y="64"/>
                      <a:pt x="119" y="64"/>
                      <a:pt x="119" y="64"/>
                    </a:cubicBezTo>
                    <a:cubicBezTo>
                      <a:pt x="119" y="64"/>
                      <a:pt x="119" y="64"/>
                      <a:pt x="119" y="64"/>
                    </a:cubicBezTo>
                    <a:cubicBezTo>
                      <a:pt x="119" y="63"/>
                      <a:pt x="118" y="63"/>
                      <a:pt x="118" y="63"/>
                    </a:cubicBezTo>
                    <a:cubicBezTo>
                      <a:pt x="118" y="63"/>
                      <a:pt x="118" y="63"/>
                      <a:pt x="118" y="63"/>
                    </a:cubicBezTo>
                    <a:cubicBezTo>
                      <a:pt x="118" y="63"/>
                      <a:pt x="117" y="64"/>
                      <a:pt x="116" y="64"/>
                    </a:cubicBezTo>
                    <a:cubicBezTo>
                      <a:pt x="116" y="64"/>
                      <a:pt x="116" y="64"/>
                      <a:pt x="116" y="64"/>
                    </a:cubicBezTo>
                    <a:cubicBezTo>
                      <a:pt x="117" y="64"/>
                      <a:pt x="117" y="63"/>
                      <a:pt x="117" y="62"/>
                    </a:cubicBezTo>
                    <a:cubicBezTo>
                      <a:pt x="117" y="62"/>
                      <a:pt x="117" y="62"/>
                      <a:pt x="117" y="62"/>
                    </a:cubicBezTo>
                    <a:cubicBezTo>
                      <a:pt x="117" y="62"/>
                      <a:pt x="116" y="63"/>
                      <a:pt x="116" y="62"/>
                    </a:cubicBezTo>
                    <a:cubicBezTo>
                      <a:pt x="117" y="62"/>
                      <a:pt x="116" y="61"/>
                      <a:pt x="116" y="61"/>
                    </a:cubicBezTo>
                    <a:cubicBezTo>
                      <a:pt x="116" y="61"/>
                      <a:pt x="116" y="60"/>
                      <a:pt x="116" y="60"/>
                    </a:cubicBezTo>
                    <a:cubicBezTo>
                      <a:pt x="116" y="59"/>
                      <a:pt x="116" y="59"/>
                      <a:pt x="116" y="59"/>
                    </a:cubicBezTo>
                    <a:cubicBezTo>
                      <a:pt x="116" y="59"/>
                      <a:pt x="116" y="59"/>
                      <a:pt x="116" y="59"/>
                    </a:cubicBezTo>
                    <a:cubicBezTo>
                      <a:pt x="116" y="59"/>
                      <a:pt x="116" y="59"/>
                      <a:pt x="116" y="59"/>
                    </a:cubicBezTo>
                    <a:cubicBezTo>
                      <a:pt x="116" y="59"/>
                      <a:pt x="117" y="60"/>
                      <a:pt x="117" y="60"/>
                    </a:cubicBezTo>
                    <a:cubicBezTo>
                      <a:pt x="117" y="61"/>
                      <a:pt x="117" y="61"/>
                      <a:pt x="118" y="62"/>
                    </a:cubicBezTo>
                    <a:cubicBezTo>
                      <a:pt x="118" y="62"/>
                      <a:pt x="118" y="62"/>
                      <a:pt x="118" y="62"/>
                    </a:cubicBezTo>
                    <a:cubicBezTo>
                      <a:pt x="118" y="61"/>
                      <a:pt x="118" y="61"/>
                      <a:pt x="119" y="60"/>
                    </a:cubicBezTo>
                    <a:cubicBezTo>
                      <a:pt x="118" y="60"/>
                      <a:pt x="118" y="60"/>
                      <a:pt x="118" y="59"/>
                    </a:cubicBezTo>
                    <a:cubicBezTo>
                      <a:pt x="118" y="59"/>
                      <a:pt x="118" y="59"/>
                      <a:pt x="119" y="59"/>
                    </a:cubicBezTo>
                    <a:cubicBezTo>
                      <a:pt x="119" y="58"/>
                      <a:pt x="120" y="57"/>
                      <a:pt x="121" y="56"/>
                    </a:cubicBezTo>
                    <a:cubicBezTo>
                      <a:pt x="120" y="56"/>
                      <a:pt x="120" y="56"/>
                      <a:pt x="120" y="56"/>
                    </a:cubicBezTo>
                    <a:close/>
                    <a:moveTo>
                      <a:pt x="124" y="58"/>
                    </a:moveTo>
                    <a:cubicBezTo>
                      <a:pt x="124" y="59"/>
                      <a:pt x="124" y="59"/>
                      <a:pt x="124" y="59"/>
                    </a:cubicBezTo>
                    <a:cubicBezTo>
                      <a:pt x="123" y="60"/>
                      <a:pt x="123" y="60"/>
                      <a:pt x="122" y="61"/>
                    </a:cubicBezTo>
                    <a:cubicBezTo>
                      <a:pt x="122" y="61"/>
                      <a:pt x="122" y="61"/>
                      <a:pt x="122" y="62"/>
                    </a:cubicBezTo>
                    <a:cubicBezTo>
                      <a:pt x="122" y="62"/>
                      <a:pt x="122" y="62"/>
                      <a:pt x="122" y="62"/>
                    </a:cubicBezTo>
                    <a:cubicBezTo>
                      <a:pt x="122" y="62"/>
                      <a:pt x="122" y="62"/>
                      <a:pt x="122" y="62"/>
                    </a:cubicBezTo>
                    <a:cubicBezTo>
                      <a:pt x="122" y="60"/>
                      <a:pt x="121" y="60"/>
                      <a:pt x="121" y="59"/>
                    </a:cubicBezTo>
                    <a:cubicBezTo>
                      <a:pt x="121" y="59"/>
                      <a:pt x="121" y="59"/>
                      <a:pt x="121" y="59"/>
                    </a:cubicBezTo>
                    <a:cubicBezTo>
                      <a:pt x="121" y="59"/>
                      <a:pt x="122" y="59"/>
                      <a:pt x="122" y="59"/>
                    </a:cubicBezTo>
                    <a:cubicBezTo>
                      <a:pt x="123" y="59"/>
                      <a:pt x="123" y="58"/>
                      <a:pt x="124" y="58"/>
                    </a:cubicBezTo>
                    <a:close/>
                    <a:moveTo>
                      <a:pt x="122" y="62"/>
                    </a:moveTo>
                    <a:cubicBezTo>
                      <a:pt x="122" y="62"/>
                      <a:pt x="122" y="62"/>
                      <a:pt x="122" y="62"/>
                    </a:cubicBezTo>
                    <a:cubicBezTo>
                      <a:pt x="121" y="63"/>
                      <a:pt x="120" y="63"/>
                      <a:pt x="120" y="64"/>
                    </a:cubicBezTo>
                    <a:cubicBezTo>
                      <a:pt x="120" y="64"/>
                      <a:pt x="120" y="63"/>
                      <a:pt x="120" y="63"/>
                    </a:cubicBezTo>
                    <a:cubicBezTo>
                      <a:pt x="120" y="63"/>
                      <a:pt x="120" y="63"/>
                      <a:pt x="120" y="63"/>
                    </a:cubicBezTo>
                    <a:cubicBezTo>
                      <a:pt x="120" y="63"/>
                      <a:pt x="120" y="63"/>
                      <a:pt x="120" y="63"/>
                    </a:cubicBezTo>
                    <a:cubicBezTo>
                      <a:pt x="120" y="62"/>
                      <a:pt x="122" y="62"/>
                      <a:pt x="122" y="62"/>
                    </a:cubicBezTo>
                    <a:close/>
                    <a:moveTo>
                      <a:pt x="119" y="62"/>
                    </a:moveTo>
                    <a:cubicBezTo>
                      <a:pt x="119" y="62"/>
                      <a:pt x="119" y="62"/>
                      <a:pt x="119" y="62"/>
                    </a:cubicBezTo>
                    <a:cubicBezTo>
                      <a:pt x="119" y="62"/>
                      <a:pt x="119" y="62"/>
                      <a:pt x="119" y="62"/>
                    </a:cubicBezTo>
                    <a:cubicBezTo>
                      <a:pt x="119" y="62"/>
                      <a:pt x="119" y="62"/>
                      <a:pt x="119" y="62"/>
                    </a:cubicBezTo>
                    <a:cubicBezTo>
                      <a:pt x="119" y="62"/>
                      <a:pt x="119" y="62"/>
                      <a:pt x="119" y="62"/>
                    </a:cubicBezTo>
                    <a:cubicBezTo>
                      <a:pt x="119" y="62"/>
                      <a:pt x="120" y="61"/>
                      <a:pt x="120" y="61"/>
                    </a:cubicBezTo>
                    <a:cubicBezTo>
                      <a:pt x="120" y="61"/>
                      <a:pt x="120" y="61"/>
                      <a:pt x="120" y="61"/>
                    </a:cubicBezTo>
                    <a:cubicBezTo>
                      <a:pt x="120" y="60"/>
                      <a:pt x="120" y="60"/>
                      <a:pt x="120" y="60"/>
                    </a:cubicBezTo>
                    <a:cubicBezTo>
                      <a:pt x="120" y="60"/>
                      <a:pt x="120" y="60"/>
                      <a:pt x="120" y="60"/>
                    </a:cubicBezTo>
                    <a:cubicBezTo>
                      <a:pt x="120" y="60"/>
                      <a:pt x="121" y="60"/>
                      <a:pt x="121" y="60"/>
                    </a:cubicBezTo>
                    <a:cubicBezTo>
                      <a:pt x="121" y="60"/>
                      <a:pt x="121" y="61"/>
                      <a:pt x="121" y="61"/>
                    </a:cubicBezTo>
                    <a:cubicBezTo>
                      <a:pt x="121" y="62"/>
                      <a:pt x="120" y="62"/>
                      <a:pt x="120" y="62"/>
                    </a:cubicBezTo>
                    <a:cubicBezTo>
                      <a:pt x="119" y="62"/>
                      <a:pt x="119" y="62"/>
                      <a:pt x="119" y="62"/>
                    </a:cubicBezTo>
                    <a:cubicBezTo>
                      <a:pt x="119" y="62"/>
                      <a:pt x="119" y="62"/>
                      <a:pt x="119" y="62"/>
                    </a:cubicBezTo>
                    <a:cubicBezTo>
                      <a:pt x="119" y="62"/>
                      <a:pt x="119" y="62"/>
                      <a:pt x="119" y="62"/>
                    </a:cubicBezTo>
                    <a:close/>
                    <a:moveTo>
                      <a:pt x="108" y="46"/>
                    </a:moveTo>
                    <a:cubicBezTo>
                      <a:pt x="105" y="46"/>
                      <a:pt x="105" y="46"/>
                      <a:pt x="105" y="46"/>
                    </a:cubicBezTo>
                    <a:cubicBezTo>
                      <a:pt x="105" y="46"/>
                      <a:pt x="105" y="46"/>
                      <a:pt x="105" y="46"/>
                    </a:cubicBezTo>
                    <a:cubicBezTo>
                      <a:pt x="105" y="46"/>
                      <a:pt x="105" y="46"/>
                      <a:pt x="105" y="45"/>
                    </a:cubicBezTo>
                    <a:cubicBezTo>
                      <a:pt x="105" y="41"/>
                      <a:pt x="105" y="41"/>
                      <a:pt x="105" y="41"/>
                    </a:cubicBezTo>
                    <a:cubicBezTo>
                      <a:pt x="105" y="40"/>
                      <a:pt x="105" y="40"/>
                      <a:pt x="105" y="40"/>
                    </a:cubicBezTo>
                    <a:cubicBezTo>
                      <a:pt x="105" y="40"/>
                      <a:pt x="105" y="40"/>
                      <a:pt x="105" y="40"/>
                    </a:cubicBezTo>
                    <a:cubicBezTo>
                      <a:pt x="104" y="40"/>
                      <a:pt x="104" y="40"/>
                      <a:pt x="104" y="40"/>
                    </a:cubicBezTo>
                    <a:cubicBezTo>
                      <a:pt x="104" y="39"/>
                      <a:pt x="104" y="39"/>
                      <a:pt x="104" y="39"/>
                    </a:cubicBezTo>
                    <a:cubicBezTo>
                      <a:pt x="105" y="39"/>
                      <a:pt x="105" y="39"/>
                      <a:pt x="106" y="39"/>
                    </a:cubicBezTo>
                    <a:cubicBezTo>
                      <a:pt x="106" y="39"/>
                      <a:pt x="106" y="39"/>
                      <a:pt x="106" y="39"/>
                    </a:cubicBezTo>
                    <a:cubicBezTo>
                      <a:pt x="107" y="39"/>
                      <a:pt x="107" y="39"/>
                      <a:pt x="107" y="39"/>
                    </a:cubicBezTo>
                    <a:cubicBezTo>
                      <a:pt x="107" y="45"/>
                      <a:pt x="107" y="45"/>
                      <a:pt x="107" y="45"/>
                    </a:cubicBezTo>
                    <a:cubicBezTo>
                      <a:pt x="107" y="45"/>
                      <a:pt x="107" y="46"/>
                      <a:pt x="108" y="46"/>
                    </a:cubicBezTo>
                    <a:cubicBezTo>
                      <a:pt x="108" y="46"/>
                      <a:pt x="108" y="46"/>
                      <a:pt x="108" y="46"/>
                    </a:cubicBezTo>
                    <a:cubicBezTo>
                      <a:pt x="108" y="46"/>
                      <a:pt x="108" y="46"/>
                      <a:pt x="108" y="46"/>
                    </a:cubicBezTo>
                    <a:close/>
                    <a:moveTo>
                      <a:pt x="115" y="44"/>
                    </a:moveTo>
                    <a:cubicBezTo>
                      <a:pt x="115" y="45"/>
                      <a:pt x="115" y="45"/>
                      <a:pt x="114" y="46"/>
                    </a:cubicBezTo>
                    <a:cubicBezTo>
                      <a:pt x="114" y="46"/>
                      <a:pt x="113" y="46"/>
                      <a:pt x="112" y="46"/>
                    </a:cubicBezTo>
                    <a:cubicBezTo>
                      <a:pt x="112" y="46"/>
                      <a:pt x="111" y="46"/>
                      <a:pt x="111" y="46"/>
                    </a:cubicBezTo>
                    <a:cubicBezTo>
                      <a:pt x="110" y="46"/>
                      <a:pt x="110" y="45"/>
                      <a:pt x="110" y="45"/>
                    </a:cubicBezTo>
                    <a:cubicBezTo>
                      <a:pt x="110" y="44"/>
                      <a:pt x="110" y="43"/>
                      <a:pt x="111" y="43"/>
                    </a:cubicBezTo>
                    <a:cubicBezTo>
                      <a:pt x="110" y="42"/>
                      <a:pt x="110" y="41"/>
                      <a:pt x="110" y="41"/>
                    </a:cubicBezTo>
                    <a:cubicBezTo>
                      <a:pt x="110" y="40"/>
                      <a:pt x="110" y="40"/>
                      <a:pt x="111" y="39"/>
                    </a:cubicBezTo>
                    <a:cubicBezTo>
                      <a:pt x="111" y="39"/>
                      <a:pt x="112" y="39"/>
                      <a:pt x="112" y="39"/>
                    </a:cubicBezTo>
                    <a:cubicBezTo>
                      <a:pt x="113" y="39"/>
                      <a:pt x="114" y="39"/>
                      <a:pt x="114" y="39"/>
                    </a:cubicBezTo>
                    <a:cubicBezTo>
                      <a:pt x="115" y="39"/>
                      <a:pt x="115" y="40"/>
                      <a:pt x="115" y="40"/>
                    </a:cubicBezTo>
                    <a:cubicBezTo>
                      <a:pt x="115" y="41"/>
                      <a:pt x="114" y="42"/>
                      <a:pt x="114" y="42"/>
                    </a:cubicBezTo>
                    <a:cubicBezTo>
                      <a:pt x="115" y="43"/>
                      <a:pt x="115" y="44"/>
                      <a:pt x="115" y="44"/>
                    </a:cubicBezTo>
                    <a:close/>
                    <a:moveTo>
                      <a:pt x="113" y="40"/>
                    </a:moveTo>
                    <a:cubicBezTo>
                      <a:pt x="113" y="41"/>
                      <a:pt x="113" y="41"/>
                      <a:pt x="113" y="42"/>
                    </a:cubicBezTo>
                    <a:cubicBezTo>
                      <a:pt x="113" y="41"/>
                      <a:pt x="112" y="41"/>
                      <a:pt x="112" y="41"/>
                    </a:cubicBezTo>
                    <a:cubicBezTo>
                      <a:pt x="112" y="40"/>
                      <a:pt x="112" y="40"/>
                      <a:pt x="112" y="40"/>
                    </a:cubicBezTo>
                    <a:cubicBezTo>
                      <a:pt x="112" y="40"/>
                      <a:pt x="112" y="39"/>
                      <a:pt x="112" y="39"/>
                    </a:cubicBezTo>
                    <a:cubicBezTo>
                      <a:pt x="112" y="39"/>
                      <a:pt x="112" y="39"/>
                      <a:pt x="112" y="39"/>
                    </a:cubicBezTo>
                    <a:cubicBezTo>
                      <a:pt x="113" y="39"/>
                      <a:pt x="113" y="39"/>
                      <a:pt x="113" y="40"/>
                    </a:cubicBezTo>
                    <a:close/>
                    <a:moveTo>
                      <a:pt x="113" y="45"/>
                    </a:moveTo>
                    <a:cubicBezTo>
                      <a:pt x="113" y="45"/>
                      <a:pt x="113" y="46"/>
                      <a:pt x="113" y="46"/>
                    </a:cubicBezTo>
                    <a:cubicBezTo>
                      <a:pt x="113" y="46"/>
                      <a:pt x="113" y="46"/>
                      <a:pt x="112" y="46"/>
                    </a:cubicBezTo>
                    <a:cubicBezTo>
                      <a:pt x="112" y="46"/>
                      <a:pt x="112" y="46"/>
                      <a:pt x="112" y="46"/>
                    </a:cubicBezTo>
                    <a:cubicBezTo>
                      <a:pt x="111" y="45"/>
                      <a:pt x="111" y="45"/>
                      <a:pt x="111" y="45"/>
                    </a:cubicBezTo>
                    <a:cubicBezTo>
                      <a:pt x="111" y="44"/>
                      <a:pt x="112" y="43"/>
                      <a:pt x="112" y="43"/>
                    </a:cubicBezTo>
                    <a:cubicBezTo>
                      <a:pt x="112" y="43"/>
                      <a:pt x="113" y="44"/>
                      <a:pt x="113" y="44"/>
                    </a:cubicBezTo>
                    <a:cubicBezTo>
                      <a:pt x="113" y="44"/>
                      <a:pt x="113" y="44"/>
                      <a:pt x="113" y="44"/>
                    </a:cubicBezTo>
                    <a:cubicBezTo>
                      <a:pt x="113" y="45"/>
                      <a:pt x="113" y="45"/>
                      <a:pt x="113" y="45"/>
                    </a:cubicBezTo>
                    <a:close/>
                    <a:moveTo>
                      <a:pt x="122" y="42"/>
                    </a:moveTo>
                    <a:cubicBezTo>
                      <a:pt x="122" y="44"/>
                      <a:pt x="122" y="45"/>
                      <a:pt x="121" y="45"/>
                    </a:cubicBezTo>
                    <a:cubicBezTo>
                      <a:pt x="121" y="46"/>
                      <a:pt x="120" y="46"/>
                      <a:pt x="119" y="46"/>
                    </a:cubicBezTo>
                    <a:cubicBezTo>
                      <a:pt x="118" y="46"/>
                      <a:pt x="118" y="46"/>
                      <a:pt x="117" y="46"/>
                    </a:cubicBezTo>
                    <a:cubicBezTo>
                      <a:pt x="117" y="46"/>
                      <a:pt x="117" y="45"/>
                      <a:pt x="117" y="45"/>
                    </a:cubicBezTo>
                    <a:cubicBezTo>
                      <a:pt x="117" y="45"/>
                      <a:pt x="117" y="44"/>
                      <a:pt x="117" y="44"/>
                    </a:cubicBezTo>
                    <a:cubicBezTo>
                      <a:pt x="117" y="44"/>
                      <a:pt x="118" y="44"/>
                      <a:pt x="118" y="44"/>
                    </a:cubicBezTo>
                    <a:cubicBezTo>
                      <a:pt x="118" y="44"/>
                      <a:pt x="118" y="44"/>
                      <a:pt x="119" y="44"/>
                    </a:cubicBezTo>
                    <a:cubicBezTo>
                      <a:pt x="119" y="44"/>
                      <a:pt x="119" y="45"/>
                      <a:pt x="119" y="45"/>
                    </a:cubicBezTo>
                    <a:cubicBezTo>
                      <a:pt x="119" y="45"/>
                      <a:pt x="119" y="45"/>
                      <a:pt x="119" y="45"/>
                    </a:cubicBezTo>
                    <a:cubicBezTo>
                      <a:pt x="119" y="46"/>
                      <a:pt x="118" y="46"/>
                      <a:pt x="118" y="46"/>
                    </a:cubicBezTo>
                    <a:cubicBezTo>
                      <a:pt x="118" y="46"/>
                      <a:pt x="118" y="46"/>
                      <a:pt x="119" y="46"/>
                    </a:cubicBezTo>
                    <a:cubicBezTo>
                      <a:pt x="119" y="46"/>
                      <a:pt x="119" y="46"/>
                      <a:pt x="119" y="46"/>
                    </a:cubicBezTo>
                    <a:cubicBezTo>
                      <a:pt x="120" y="46"/>
                      <a:pt x="120" y="44"/>
                      <a:pt x="120" y="43"/>
                    </a:cubicBezTo>
                    <a:cubicBezTo>
                      <a:pt x="120" y="43"/>
                      <a:pt x="119" y="43"/>
                      <a:pt x="119" y="43"/>
                    </a:cubicBezTo>
                    <a:cubicBezTo>
                      <a:pt x="118" y="43"/>
                      <a:pt x="118" y="43"/>
                      <a:pt x="117" y="43"/>
                    </a:cubicBezTo>
                    <a:cubicBezTo>
                      <a:pt x="117" y="42"/>
                      <a:pt x="117" y="42"/>
                      <a:pt x="117" y="41"/>
                    </a:cubicBezTo>
                    <a:cubicBezTo>
                      <a:pt x="117" y="40"/>
                      <a:pt x="117" y="40"/>
                      <a:pt x="117" y="39"/>
                    </a:cubicBezTo>
                    <a:cubicBezTo>
                      <a:pt x="118" y="39"/>
                      <a:pt x="119" y="39"/>
                      <a:pt x="119" y="39"/>
                    </a:cubicBezTo>
                    <a:cubicBezTo>
                      <a:pt x="120" y="39"/>
                      <a:pt x="121" y="39"/>
                      <a:pt x="121" y="40"/>
                    </a:cubicBezTo>
                    <a:cubicBezTo>
                      <a:pt x="122" y="40"/>
                      <a:pt x="122" y="41"/>
                      <a:pt x="122" y="42"/>
                    </a:cubicBezTo>
                    <a:close/>
                    <a:moveTo>
                      <a:pt x="120" y="43"/>
                    </a:moveTo>
                    <a:cubicBezTo>
                      <a:pt x="120" y="43"/>
                      <a:pt x="120" y="43"/>
                      <a:pt x="119" y="43"/>
                    </a:cubicBezTo>
                    <a:cubicBezTo>
                      <a:pt x="119" y="43"/>
                      <a:pt x="119" y="43"/>
                      <a:pt x="119" y="41"/>
                    </a:cubicBezTo>
                    <a:cubicBezTo>
                      <a:pt x="119" y="41"/>
                      <a:pt x="119" y="40"/>
                      <a:pt x="119" y="40"/>
                    </a:cubicBezTo>
                    <a:cubicBezTo>
                      <a:pt x="119" y="39"/>
                      <a:pt x="119" y="39"/>
                      <a:pt x="119" y="39"/>
                    </a:cubicBezTo>
                    <a:cubicBezTo>
                      <a:pt x="120" y="39"/>
                      <a:pt x="120" y="40"/>
                      <a:pt x="120" y="41"/>
                    </a:cubicBezTo>
                    <a:cubicBezTo>
                      <a:pt x="120" y="42"/>
                      <a:pt x="120" y="42"/>
                      <a:pt x="120" y="43"/>
                    </a:cubicBezTo>
                    <a:close/>
                    <a:moveTo>
                      <a:pt x="129" y="44"/>
                    </a:moveTo>
                    <a:cubicBezTo>
                      <a:pt x="129" y="45"/>
                      <a:pt x="128" y="45"/>
                      <a:pt x="128" y="46"/>
                    </a:cubicBezTo>
                    <a:cubicBezTo>
                      <a:pt x="128" y="46"/>
                      <a:pt x="127" y="46"/>
                      <a:pt x="126" y="46"/>
                    </a:cubicBezTo>
                    <a:cubicBezTo>
                      <a:pt x="125" y="46"/>
                      <a:pt x="125" y="46"/>
                      <a:pt x="124" y="45"/>
                    </a:cubicBezTo>
                    <a:cubicBezTo>
                      <a:pt x="124" y="45"/>
                      <a:pt x="124" y="44"/>
                      <a:pt x="124" y="43"/>
                    </a:cubicBezTo>
                    <a:cubicBezTo>
                      <a:pt x="124" y="41"/>
                      <a:pt x="124" y="41"/>
                      <a:pt x="124" y="40"/>
                    </a:cubicBezTo>
                    <a:cubicBezTo>
                      <a:pt x="125" y="39"/>
                      <a:pt x="126" y="39"/>
                      <a:pt x="127" y="39"/>
                    </a:cubicBezTo>
                    <a:cubicBezTo>
                      <a:pt x="127" y="39"/>
                      <a:pt x="128" y="39"/>
                      <a:pt x="128" y="39"/>
                    </a:cubicBezTo>
                    <a:cubicBezTo>
                      <a:pt x="128" y="39"/>
                      <a:pt x="129" y="40"/>
                      <a:pt x="129" y="40"/>
                    </a:cubicBezTo>
                    <a:cubicBezTo>
                      <a:pt x="129" y="40"/>
                      <a:pt x="128" y="41"/>
                      <a:pt x="128" y="41"/>
                    </a:cubicBezTo>
                    <a:cubicBezTo>
                      <a:pt x="128" y="41"/>
                      <a:pt x="128" y="41"/>
                      <a:pt x="128" y="41"/>
                    </a:cubicBezTo>
                    <a:cubicBezTo>
                      <a:pt x="127" y="41"/>
                      <a:pt x="127" y="41"/>
                      <a:pt x="127" y="41"/>
                    </a:cubicBezTo>
                    <a:cubicBezTo>
                      <a:pt x="127" y="41"/>
                      <a:pt x="126" y="40"/>
                      <a:pt x="126" y="40"/>
                    </a:cubicBezTo>
                    <a:cubicBezTo>
                      <a:pt x="126" y="40"/>
                      <a:pt x="127" y="40"/>
                      <a:pt x="127" y="40"/>
                    </a:cubicBezTo>
                    <a:cubicBezTo>
                      <a:pt x="127" y="39"/>
                      <a:pt x="127" y="39"/>
                      <a:pt x="127" y="39"/>
                    </a:cubicBezTo>
                    <a:cubicBezTo>
                      <a:pt x="127" y="39"/>
                      <a:pt x="127" y="39"/>
                      <a:pt x="127" y="39"/>
                    </a:cubicBezTo>
                    <a:cubicBezTo>
                      <a:pt x="126" y="39"/>
                      <a:pt x="125" y="40"/>
                      <a:pt x="125" y="42"/>
                    </a:cubicBezTo>
                    <a:cubicBezTo>
                      <a:pt x="126" y="42"/>
                      <a:pt x="126" y="42"/>
                      <a:pt x="127" y="42"/>
                    </a:cubicBezTo>
                    <a:cubicBezTo>
                      <a:pt x="127" y="42"/>
                      <a:pt x="128" y="42"/>
                      <a:pt x="128" y="42"/>
                    </a:cubicBezTo>
                    <a:cubicBezTo>
                      <a:pt x="128" y="43"/>
                      <a:pt x="129" y="43"/>
                      <a:pt x="129" y="44"/>
                    </a:cubicBezTo>
                    <a:close/>
                    <a:moveTo>
                      <a:pt x="127" y="44"/>
                    </a:moveTo>
                    <a:cubicBezTo>
                      <a:pt x="127" y="44"/>
                      <a:pt x="127" y="45"/>
                      <a:pt x="127" y="45"/>
                    </a:cubicBezTo>
                    <a:cubicBezTo>
                      <a:pt x="127" y="46"/>
                      <a:pt x="127" y="46"/>
                      <a:pt x="126" y="46"/>
                    </a:cubicBezTo>
                    <a:cubicBezTo>
                      <a:pt x="126" y="46"/>
                      <a:pt x="125" y="45"/>
                      <a:pt x="125" y="44"/>
                    </a:cubicBezTo>
                    <a:cubicBezTo>
                      <a:pt x="125" y="44"/>
                      <a:pt x="125" y="43"/>
                      <a:pt x="125" y="43"/>
                    </a:cubicBezTo>
                    <a:cubicBezTo>
                      <a:pt x="125" y="43"/>
                      <a:pt x="125" y="42"/>
                      <a:pt x="125" y="42"/>
                    </a:cubicBezTo>
                    <a:cubicBezTo>
                      <a:pt x="126" y="42"/>
                      <a:pt x="126" y="42"/>
                      <a:pt x="126" y="42"/>
                    </a:cubicBezTo>
                    <a:cubicBezTo>
                      <a:pt x="127" y="42"/>
                      <a:pt x="127" y="43"/>
                      <a:pt x="127" y="4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 dirty="0"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43" name="íšḻidé"/>
              <p:cNvSpPr/>
              <p:nvPr/>
            </p:nvSpPr>
            <p:spPr bwMode="auto">
              <a:xfrm>
                <a:off x="9196100" y="1691088"/>
                <a:ext cx="3421214" cy="3875236"/>
              </a:xfrm>
              <a:custGeom>
                <a:avLst/>
                <a:gdLst>
                  <a:gd name="T0" fmla="*/ 136 w 159"/>
                  <a:gd name="T1" fmla="*/ 0 h 178"/>
                  <a:gd name="T2" fmla="*/ 159 w 159"/>
                  <a:gd name="T3" fmla="*/ 22 h 178"/>
                  <a:gd name="T4" fmla="*/ 159 w 159"/>
                  <a:gd name="T5" fmla="*/ 94 h 178"/>
                  <a:gd name="T6" fmla="*/ 158 w 159"/>
                  <a:gd name="T7" fmla="*/ 110 h 178"/>
                  <a:gd name="T8" fmla="*/ 80 w 159"/>
                  <a:gd name="T9" fmla="*/ 178 h 178"/>
                  <a:gd name="T10" fmla="*/ 1 w 159"/>
                  <a:gd name="T11" fmla="*/ 106 h 178"/>
                  <a:gd name="T12" fmla="*/ 0 w 159"/>
                  <a:gd name="T13" fmla="*/ 94 h 178"/>
                  <a:gd name="T14" fmla="*/ 0 w 159"/>
                  <a:gd name="T15" fmla="*/ 22 h 178"/>
                  <a:gd name="T16" fmla="*/ 23 w 159"/>
                  <a:gd name="T17" fmla="*/ 0 h 178"/>
                  <a:gd name="T18" fmla="*/ 136 w 159"/>
                  <a:gd name="T19" fmla="*/ 0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9" h="178">
                    <a:moveTo>
                      <a:pt x="136" y="0"/>
                    </a:moveTo>
                    <a:cubicBezTo>
                      <a:pt x="141" y="10"/>
                      <a:pt x="149" y="18"/>
                      <a:pt x="159" y="22"/>
                    </a:cubicBezTo>
                    <a:cubicBezTo>
                      <a:pt x="159" y="94"/>
                      <a:pt x="159" y="94"/>
                      <a:pt x="159" y="94"/>
                    </a:cubicBezTo>
                    <a:cubicBezTo>
                      <a:pt x="159" y="99"/>
                      <a:pt x="159" y="105"/>
                      <a:pt x="158" y="110"/>
                    </a:cubicBezTo>
                    <a:cubicBezTo>
                      <a:pt x="150" y="152"/>
                      <a:pt x="109" y="173"/>
                      <a:pt x="80" y="178"/>
                    </a:cubicBezTo>
                    <a:cubicBezTo>
                      <a:pt x="41" y="171"/>
                      <a:pt x="8" y="144"/>
                      <a:pt x="1" y="106"/>
                    </a:cubicBezTo>
                    <a:cubicBezTo>
                      <a:pt x="0" y="102"/>
                      <a:pt x="0" y="98"/>
                      <a:pt x="0" y="94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11" y="17"/>
                      <a:pt x="18" y="10"/>
                      <a:pt x="23" y="0"/>
                    </a:cubicBezTo>
                    <a:lnTo>
                      <a:pt x="136" y="0"/>
                    </a:lnTo>
                    <a:close/>
                  </a:path>
                </a:pathLst>
              </a:custGeom>
              <a:noFill/>
              <a:ln w="6350" cap="flat">
                <a:solidFill>
                  <a:schemeClr val="bg1">
                    <a:alpha val="83000"/>
                  </a:scheme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</p:grpSp>
        <p:sp>
          <p:nvSpPr>
            <p:cNvPr id="23" name="ïsḻíďê"/>
            <p:cNvSpPr/>
            <p:nvPr/>
          </p:nvSpPr>
          <p:spPr bwMode="auto">
            <a:xfrm>
              <a:off x="4625816" y="4828942"/>
              <a:ext cx="5773424" cy="379865"/>
            </a:xfrm>
            <a:custGeom>
              <a:avLst/>
              <a:gdLst>
                <a:gd name="T0" fmla="*/ 11 w 410"/>
                <a:gd name="T1" fmla="*/ 14 h 27"/>
                <a:gd name="T2" fmla="*/ 11 w 410"/>
                <a:gd name="T3" fmla="*/ 1 h 27"/>
                <a:gd name="T4" fmla="*/ 8 w 410"/>
                <a:gd name="T5" fmla="*/ 10 h 27"/>
                <a:gd name="T6" fmla="*/ 24 w 410"/>
                <a:gd name="T7" fmla="*/ 22 h 27"/>
                <a:gd name="T8" fmla="*/ 21 w 410"/>
                <a:gd name="T9" fmla="*/ 9 h 27"/>
                <a:gd name="T10" fmla="*/ 40 w 410"/>
                <a:gd name="T11" fmla="*/ 22 h 27"/>
                <a:gd name="T12" fmla="*/ 39 w 410"/>
                <a:gd name="T13" fmla="*/ 19 h 27"/>
                <a:gd name="T14" fmla="*/ 53 w 410"/>
                <a:gd name="T15" fmla="*/ 8 h 27"/>
                <a:gd name="T16" fmla="*/ 55 w 410"/>
                <a:gd name="T17" fmla="*/ 15 h 27"/>
                <a:gd name="T18" fmla="*/ 57 w 410"/>
                <a:gd name="T19" fmla="*/ 22 h 27"/>
                <a:gd name="T20" fmla="*/ 66 w 410"/>
                <a:gd name="T21" fmla="*/ 21 h 27"/>
                <a:gd name="T22" fmla="*/ 99 w 410"/>
                <a:gd name="T23" fmla="*/ 6 h 27"/>
                <a:gd name="T24" fmla="*/ 90 w 410"/>
                <a:gd name="T25" fmla="*/ 6 h 27"/>
                <a:gd name="T26" fmla="*/ 114 w 410"/>
                <a:gd name="T27" fmla="*/ 7 h 27"/>
                <a:gd name="T28" fmla="*/ 115 w 410"/>
                <a:gd name="T29" fmla="*/ 18 h 27"/>
                <a:gd name="T30" fmla="*/ 111 w 410"/>
                <a:gd name="T31" fmla="*/ 8 h 27"/>
                <a:gd name="T32" fmla="*/ 119 w 410"/>
                <a:gd name="T33" fmla="*/ 17 h 27"/>
                <a:gd name="T34" fmla="*/ 127 w 410"/>
                <a:gd name="T35" fmla="*/ 16 h 27"/>
                <a:gd name="T36" fmla="*/ 129 w 410"/>
                <a:gd name="T37" fmla="*/ 10 h 27"/>
                <a:gd name="T38" fmla="*/ 129 w 410"/>
                <a:gd name="T39" fmla="*/ 14 h 27"/>
                <a:gd name="T40" fmla="*/ 132 w 410"/>
                <a:gd name="T41" fmla="*/ 8 h 27"/>
                <a:gd name="T42" fmla="*/ 136 w 410"/>
                <a:gd name="T43" fmla="*/ 17 h 27"/>
                <a:gd name="T44" fmla="*/ 160 w 410"/>
                <a:gd name="T45" fmla="*/ 16 h 27"/>
                <a:gd name="T46" fmla="*/ 156 w 410"/>
                <a:gd name="T47" fmla="*/ 18 h 27"/>
                <a:gd name="T48" fmla="*/ 165 w 410"/>
                <a:gd name="T49" fmla="*/ 6 h 27"/>
                <a:gd name="T50" fmla="*/ 179 w 410"/>
                <a:gd name="T51" fmla="*/ 13 h 27"/>
                <a:gd name="T52" fmla="*/ 180 w 410"/>
                <a:gd name="T53" fmla="*/ 21 h 27"/>
                <a:gd name="T54" fmla="*/ 182 w 410"/>
                <a:gd name="T55" fmla="*/ 11 h 27"/>
                <a:gd name="T56" fmla="*/ 175 w 410"/>
                <a:gd name="T57" fmla="*/ 6 h 27"/>
                <a:gd name="T58" fmla="*/ 200 w 410"/>
                <a:gd name="T59" fmla="*/ 20 h 27"/>
                <a:gd name="T60" fmla="*/ 195 w 410"/>
                <a:gd name="T61" fmla="*/ 8 h 27"/>
                <a:gd name="T62" fmla="*/ 207 w 410"/>
                <a:gd name="T63" fmla="*/ 8 h 27"/>
                <a:gd name="T64" fmla="*/ 209 w 410"/>
                <a:gd name="T65" fmla="*/ 15 h 27"/>
                <a:gd name="T66" fmla="*/ 211 w 410"/>
                <a:gd name="T67" fmla="*/ 22 h 27"/>
                <a:gd name="T68" fmla="*/ 227 w 410"/>
                <a:gd name="T69" fmla="*/ 14 h 27"/>
                <a:gd name="T70" fmla="*/ 244 w 410"/>
                <a:gd name="T71" fmla="*/ 21 h 27"/>
                <a:gd name="T72" fmla="*/ 234 w 410"/>
                <a:gd name="T73" fmla="*/ 6 h 27"/>
                <a:gd name="T74" fmla="*/ 259 w 410"/>
                <a:gd name="T75" fmla="*/ 8 h 27"/>
                <a:gd name="T76" fmla="*/ 254 w 410"/>
                <a:gd name="T77" fmla="*/ 24 h 27"/>
                <a:gd name="T78" fmla="*/ 252 w 410"/>
                <a:gd name="T79" fmla="*/ 19 h 27"/>
                <a:gd name="T80" fmla="*/ 263 w 410"/>
                <a:gd name="T81" fmla="*/ 19 h 27"/>
                <a:gd name="T82" fmla="*/ 276 w 410"/>
                <a:gd name="T83" fmla="*/ 17 h 27"/>
                <a:gd name="T84" fmla="*/ 287 w 410"/>
                <a:gd name="T85" fmla="*/ 18 h 27"/>
                <a:gd name="T86" fmla="*/ 308 w 410"/>
                <a:gd name="T87" fmla="*/ 21 h 27"/>
                <a:gd name="T88" fmla="*/ 296 w 410"/>
                <a:gd name="T89" fmla="*/ 21 h 27"/>
                <a:gd name="T90" fmla="*/ 313 w 410"/>
                <a:gd name="T91" fmla="*/ 21 h 27"/>
                <a:gd name="T92" fmla="*/ 327 w 410"/>
                <a:gd name="T93" fmla="*/ 21 h 27"/>
                <a:gd name="T94" fmla="*/ 337 w 410"/>
                <a:gd name="T95" fmla="*/ 8 h 27"/>
                <a:gd name="T96" fmla="*/ 345 w 410"/>
                <a:gd name="T97" fmla="*/ 19 h 27"/>
                <a:gd name="T98" fmla="*/ 346 w 410"/>
                <a:gd name="T99" fmla="*/ 12 h 27"/>
                <a:gd name="T100" fmla="*/ 361 w 410"/>
                <a:gd name="T101" fmla="*/ 9 h 27"/>
                <a:gd name="T102" fmla="*/ 355 w 410"/>
                <a:gd name="T103" fmla="*/ 8 h 27"/>
                <a:gd name="T104" fmla="*/ 364 w 410"/>
                <a:gd name="T105" fmla="*/ 17 h 27"/>
                <a:gd name="T106" fmla="*/ 370 w 410"/>
                <a:gd name="T107" fmla="*/ 15 h 27"/>
                <a:gd name="T108" fmla="*/ 374 w 410"/>
                <a:gd name="T109" fmla="*/ 10 h 27"/>
                <a:gd name="T110" fmla="*/ 375 w 410"/>
                <a:gd name="T111" fmla="*/ 17 h 27"/>
                <a:gd name="T112" fmla="*/ 381 w 410"/>
                <a:gd name="T113" fmla="*/ 3 h 27"/>
                <a:gd name="T114" fmla="*/ 385 w 410"/>
                <a:gd name="T115" fmla="*/ 6 h 27"/>
                <a:gd name="T116" fmla="*/ 390 w 410"/>
                <a:gd name="T117" fmla="*/ 18 h 27"/>
                <a:gd name="T118" fmla="*/ 401 w 410"/>
                <a:gd name="T1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10" h="27">
                  <a:moveTo>
                    <a:pt x="7" y="22"/>
                  </a:moveTo>
                  <a:cubicBezTo>
                    <a:pt x="6" y="22"/>
                    <a:pt x="4" y="21"/>
                    <a:pt x="3" y="21"/>
                  </a:cubicBezTo>
                  <a:cubicBezTo>
                    <a:pt x="2" y="21"/>
                    <a:pt x="1" y="20"/>
                    <a:pt x="0" y="20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2" y="18"/>
                    <a:pt x="4" y="19"/>
                  </a:cubicBezTo>
                  <a:cubicBezTo>
                    <a:pt x="5" y="19"/>
                    <a:pt x="6" y="19"/>
                    <a:pt x="7" y="19"/>
                  </a:cubicBezTo>
                  <a:cubicBezTo>
                    <a:pt x="8" y="19"/>
                    <a:pt x="9" y="19"/>
                    <a:pt x="10" y="18"/>
                  </a:cubicBezTo>
                  <a:cubicBezTo>
                    <a:pt x="11" y="18"/>
                    <a:pt x="11" y="17"/>
                    <a:pt x="11" y="16"/>
                  </a:cubicBezTo>
                  <a:cubicBezTo>
                    <a:pt x="11" y="15"/>
                    <a:pt x="11" y="14"/>
                    <a:pt x="11" y="14"/>
                  </a:cubicBezTo>
                  <a:cubicBezTo>
                    <a:pt x="10" y="13"/>
                    <a:pt x="10" y="13"/>
                    <a:pt x="9" y="13"/>
                  </a:cubicBezTo>
                  <a:cubicBezTo>
                    <a:pt x="8" y="13"/>
                    <a:pt x="8" y="12"/>
                    <a:pt x="7" y="12"/>
                  </a:cubicBezTo>
                  <a:cubicBezTo>
                    <a:pt x="7" y="12"/>
                    <a:pt x="6" y="12"/>
                    <a:pt x="5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1"/>
                    <a:pt x="2" y="10"/>
                  </a:cubicBezTo>
                  <a:cubicBezTo>
                    <a:pt x="1" y="10"/>
                    <a:pt x="1" y="9"/>
                    <a:pt x="1" y="8"/>
                  </a:cubicBezTo>
                  <a:cubicBezTo>
                    <a:pt x="1" y="8"/>
                    <a:pt x="1" y="7"/>
                    <a:pt x="1" y="6"/>
                  </a:cubicBezTo>
                  <a:cubicBezTo>
                    <a:pt x="1" y="5"/>
                    <a:pt x="1" y="3"/>
                    <a:pt x="2" y="2"/>
                  </a:cubicBezTo>
                  <a:cubicBezTo>
                    <a:pt x="4" y="1"/>
                    <a:pt x="5" y="1"/>
                    <a:pt x="7" y="1"/>
                  </a:cubicBezTo>
                  <a:cubicBezTo>
                    <a:pt x="8" y="1"/>
                    <a:pt x="10" y="1"/>
                    <a:pt x="11" y="1"/>
                  </a:cubicBezTo>
                  <a:cubicBezTo>
                    <a:pt x="12" y="1"/>
                    <a:pt x="13" y="2"/>
                    <a:pt x="13" y="2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5"/>
                    <a:pt x="12" y="4"/>
                    <a:pt x="11" y="4"/>
                  </a:cubicBezTo>
                  <a:cubicBezTo>
                    <a:pt x="10" y="3"/>
                    <a:pt x="9" y="3"/>
                    <a:pt x="8" y="3"/>
                  </a:cubicBezTo>
                  <a:cubicBezTo>
                    <a:pt x="6" y="3"/>
                    <a:pt x="5" y="3"/>
                    <a:pt x="5" y="4"/>
                  </a:cubicBezTo>
                  <a:cubicBezTo>
                    <a:pt x="4" y="4"/>
                    <a:pt x="3" y="5"/>
                    <a:pt x="3" y="6"/>
                  </a:cubicBezTo>
                  <a:cubicBezTo>
                    <a:pt x="3" y="7"/>
                    <a:pt x="4" y="8"/>
                    <a:pt x="4" y="8"/>
                  </a:cubicBezTo>
                  <a:cubicBezTo>
                    <a:pt x="4" y="9"/>
                    <a:pt x="5" y="9"/>
                    <a:pt x="6" y="9"/>
                  </a:cubicBezTo>
                  <a:cubicBezTo>
                    <a:pt x="7" y="9"/>
                    <a:pt x="7" y="10"/>
                    <a:pt x="8" y="10"/>
                  </a:cubicBezTo>
                  <a:cubicBezTo>
                    <a:pt x="9" y="10"/>
                    <a:pt x="10" y="10"/>
                    <a:pt x="10" y="10"/>
                  </a:cubicBezTo>
                  <a:cubicBezTo>
                    <a:pt x="12" y="11"/>
                    <a:pt x="13" y="11"/>
                    <a:pt x="13" y="12"/>
                  </a:cubicBezTo>
                  <a:cubicBezTo>
                    <a:pt x="14" y="13"/>
                    <a:pt x="14" y="14"/>
                    <a:pt x="14" y="15"/>
                  </a:cubicBezTo>
                  <a:cubicBezTo>
                    <a:pt x="14" y="16"/>
                    <a:pt x="14" y="17"/>
                    <a:pt x="14" y="18"/>
                  </a:cubicBezTo>
                  <a:cubicBezTo>
                    <a:pt x="13" y="19"/>
                    <a:pt x="13" y="19"/>
                    <a:pt x="12" y="20"/>
                  </a:cubicBezTo>
                  <a:cubicBezTo>
                    <a:pt x="12" y="20"/>
                    <a:pt x="11" y="21"/>
                    <a:pt x="10" y="21"/>
                  </a:cubicBezTo>
                  <a:cubicBezTo>
                    <a:pt x="9" y="21"/>
                    <a:pt x="8" y="22"/>
                    <a:pt x="7" y="22"/>
                  </a:cubicBezTo>
                  <a:close/>
                  <a:moveTo>
                    <a:pt x="31" y="14"/>
                  </a:moveTo>
                  <a:cubicBezTo>
                    <a:pt x="31" y="16"/>
                    <a:pt x="30" y="18"/>
                    <a:pt x="29" y="20"/>
                  </a:cubicBezTo>
                  <a:cubicBezTo>
                    <a:pt x="28" y="21"/>
                    <a:pt x="26" y="22"/>
                    <a:pt x="24" y="22"/>
                  </a:cubicBezTo>
                  <a:cubicBezTo>
                    <a:pt x="22" y="22"/>
                    <a:pt x="20" y="21"/>
                    <a:pt x="19" y="19"/>
                  </a:cubicBezTo>
                  <a:cubicBezTo>
                    <a:pt x="18" y="18"/>
                    <a:pt x="17" y="16"/>
                    <a:pt x="17" y="14"/>
                  </a:cubicBezTo>
                  <a:cubicBezTo>
                    <a:pt x="17" y="11"/>
                    <a:pt x="18" y="9"/>
                    <a:pt x="19" y="8"/>
                  </a:cubicBezTo>
                  <a:cubicBezTo>
                    <a:pt x="21" y="6"/>
                    <a:pt x="22" y="6"/>
                    <a:pt x="24" y="6"/>
                  </a:cubicBezTo>
                  <a:cubicBezTo>
                    <a:pt x="26" y="6"/>
                    <a:pt x="28" y="6"/>
                    <a:pt x="29" y="8"/>
                  </a:cubicBezTo>
                  <a:cubicBezTo>
                    <a:pt x="30" y="9"/>
                    <a:pt x="31" y="11"/>
                    <a:pt x="31" y="14"/>
                  </a:cubicBezTo>
                  <a:close/>
                  <a:moveTo>
                    <a:pt x="28" y="14"/>
                  </a:moveTo>
                  <a:cubicBezTo>
                    <a:pt x="28" y="12"/>
                    <a:pt x="28" y="10"/>
                    <a:pt x="27" y="9"/>
                  </a:cubicBezTo>
                  <a:cubicBezTo>
                    <a:pt x="27" y="8"/>
                    <a:pt x="26" y="8"/>
                    <a:pt x="24" y="8"/>
                  </a:cubicBezTo>
                  <a:cubicBezTo>
                    <a:pt x="23" y="8"/>
                    <a:pt x="22" y="8"/>
                    <a:pt x="21" y="9"/>
                  </a:cubicBezTo>
                  <a:cubicBezTo>
                    <a:pt x="20" y="10"/>
                    <a:pt x="20" y="12"/>
                    <a:pt x="20" y="14"/>
                  </a:cubicBezTo>
                  <a:cubicBezTo>
                    <a:pt x="20" y="16"/>
                    <a:pt x="20" y="17"/>
                    <a:pt x="21" y="18"/>
                  </a:cubicBezTo>
                  <a:cubicBezTo>
                    <a:pt x="22" y="19"/>
                    <a:pt x="23" y="19"/>
                    <a:pt x="24" y="19"/>
                  </a:cubicBezTo>
                  <a:cubicBezTo>
                    <a:pt x="26" y="19"/>
                    <a:pt x="27" y="19"/>
                    <a:pt x="27" y="18"/>
                  </a:cubicBezTo>
                  <a:cubicBezTo>
                    <a:pt x="28" y="17"/>
                    <a:pt x="28" y="16"/>
                    <a:pt x="28" y="14"/>
                  </a:cubicBezTo>
                  <a:close/>
                  <a:moveTo>
                    <a:pt x="47" y="21"/>
                  </a:moveTo>
                  <a:cubicBezTo>
                    <a:pt x="45" y="21"/>
                    <a:pt x="45" y="21"/>
                    <a:pt x="45" y="21"/>
                  </a:cubicBezTo>
                  <a:cubicBezTo>
                    <a:pt x="45" y="20"/>
                    <a:pt x="45" y="20"/>
                    <a:pt x="45" y="20"/>
                  </a:cubicBezTo>
                  <a:cubicBezTo>
                    <a:pt x="44" y="20"/>
                    <a:pt x="43" y="21"/>
                    <a:pt x="42" y="21"/>
                  </a:cubicBezTo>
                  <a:cubicBezTo>
                    <a:pt x="42" y="21"/>
                    <a:pt x="41" y="22"/>
                    <a:pt x="40" y="22"/>
                  </a:cubicBezTo>
                  <a:cubicBezTo>
                    <a:pt x="39" y="22"/>
                    <a:pt x="39" y="22"/>
                    <a:pt x="38" y="21"/>
                  </a:cubicBezTo>
                  <a:cubicBezTo>
                    <a:pt x="38" y="21"/>
                    <a:pt x="37" y="21"/>
                    <a:pt x="37" y="20"/>
                  </a:cubicBezTo>
                  <a:cubicBezTo>
                    <a:pt x="36" y="20"/>
                    <a:pt x="36" y="19"/>
                    <a:pt x="36" y="19"/>
                  </a:cubicBezTo>
                  <a:cubicBezTo>
                    <a:pt x="35" y="18"/>
                    <a:pt x="35" y="17"/>
                    <a:pt x="35" y="16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8" y="6"/>
                    <a:pt x="38" y="6"/>
                    <a:pt x="38" y="6"/>
                  </a:cubicBezTo>
                  <a:cubicBezTo>
                    <a:pt x="38" y="15"/>
                    <a:pt x="38" y="15"/>
                    <a:pt x="38" y="15"/>
                  </a:cubicBezTo>
                  <a:cubicBezTo>
                    <a:pt x="38" y="15"/>
                    <a:pt x="38" y="16"/>
                    <a:pt x="38" y="17"/>
                  </a:cubicBezTo>
                  <a:cubicBezTo>
                    <a:pt x="38" y="17"/>
                    <a:pt x="38" y="18"/>
                    <a:pt x="38" y="18"/>
                  </a:cubicBezTo>
                  <a:cubicBezTo>
                    <a:pt x="38" y="18"/>
                    <a:pt x="39" y="19"/>
                    <a:pt x="39" y="19"/>
                  </a:cubicBezTo>
                  <a:cubicBezTo>
                    <a:pt x="39" y="19"/>
                    <a:pt x="40" y="19"/>
                    <a:pt x="41" y="19"/>
                  </a:cubicBezTo>
                  <a:cubicBezTo>
                    <a:pt x="41" y="19"/>
                    <a:pt x="42" y="19"/>
                    <a:pt x="43" y="19"/>
                  </a:cubicBezTo>
                  <a:cubicBezTo>
                    <a:pt x="43" y="18"/>
                    <a:pt x="44" y="18"/>
                    <a:pt x="45" y="17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7" y="21"/>
                    <a:pt x="47" y="21"/>
                    <a:pt x="47" y="21"/>
                  </a:cubicBezTo>
                  <a:close/>
                  <a:moveTo>
                    <a:pt x="57" y="22"/>
                  </a:moveTo>
                  <a:cubicBezTo>
                    <a:pt x="56" y="22"/>
                    <a:pt x="55" y="21"/>
                    <a:pt x="54" y="20"/>
                  </a:cubicBezTo>
                  <a:cubicBezTo>
                    <a:pt x="53" y="20"/>
                    <a:pt x="53" y="18"/>
                    <a:pt x="53" y="17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6"/>
                    <a:pt x="51" y="6"/>
                    <a:pt x="51" y="6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3" y="2"/>
                    <a:pt x="53" y="2"/>
                    <a:pt x="53" y="2"/>
                  </a:cubicBezTo>
                  <a:cubicBezTo>
                    <a:pt x="55" y="2"/>
                    <a:pt x="55" y="2"/>
                    <a:pt x="55" y="2"/>
                  </a:cubicBezTo>
                  <a:cubicBezTo>
                    <a:pt x="55" y="6"/>
                    <a:pt x="55" y="6"/>
                    <a:pt x="55" y="6"/>
                  </a:cubicBezTo>
                  <a:cubicBezTo>
                    <a:pt x="60" y="6"/>
                    <a:pt x="60" y="6"/>
                    <a:pt x="60" y="6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55" y="8"/>
                    <a:pt x="55" y="8"/>
                    <a:pt x="55" y="8"/>
                  </a:cubicBezTo>
                  <a:cubicBezTo>
                    <a:pt x="55" y="15"/>
                    <a:pt x="55" y="15"/>
                    <a:pt x="55" y="15"/>
                  </a:cubicBezTo>
                  <a:cubicBezTo>
                    <a:pt x="55" y="16"/>
                    <a:pt x="55" y="17"/>
                    <a:pt x="55" y="17"/>
                  </a:cubicBezTo>
                  <a:cubicBezTo>
                    <a:pt x="55" y="18"/>
                    <a:pt x="56" y="18"/>
                    <a:pt x="56" y="18"/>
                  </a:cubicBezTo>
                  <a:cubicBezTo>
                    <a:pt x="56" y="19"/>
                    <a:pt x="56" y="19"/>
                    <a:pt x="56" y="19"/>
                  </a:cubicBezTo>
                  <a:cubicBezTo>
                    <a:pt x="57" y="19"/>
                    <a:pt x="57" y="19"/>
                    <a:pt x="58" y="19"/>
                  </a:cubicBezTo>
                  <a:cubicBezTo>
                    <a:pt x="58" y="19"/>
                    <a:pt x="59" y="19"/>
                    <a:pt x="59" y="19"/>
                  </a:cubicBezTo>
                  <a:cubicBezTo>
                    <a:pt x="59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21"/>
                    <a:pt x="60" y="21"/>
                    <a:pt x="60" y="21"/>
                  </a:cubicBezTo>
                  <a:cubicBezTo>
                    <a:pt x="60" y="21"/>
                    <a:pt x="59" y="21"/>
                    <a:pt x="59" y="21"/>
                  </a:cubicBezTo>
                  <a:cubicBezTo>
                    <a:pt x="58" y="21"/>
                    <a:pt x="58" y="22"/>
                    <a:pt x="57" y="22"/>
                  </a:cubicBezTo>
                  <a:close/>
                  <a:moveTo>
                    <a:pt x="76" y="21"/>
                  </a:moveTo>
                  <a:cubicBezTo>
                    <a:pt x="73" y="21"/>
                    <a:pt x="73" y="21"/>
                    <a:pt x="73" y="21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1"/>
                    <a:pt x="73" y="11"/>
                  </a:cubicBezTo>
                  <a:cubicBezTo>
                    <a:pt x="73" y="10"/>
                    <a:pt x="73" y="10"/>
                    <a:pt x="73" y="9"/>
                  </a:cubicBezTo>
                  <a:cubicBezTo>
                    <a:pt x="72" y="9"/>
                    <a:pt x="72" y="9"/>
                    <a:pt x="72" y="8"/>
                  </a:cubicBezTo>
                  <a:cubicBezTo>
                    <a:pt x="71" y="8"/>
                    <a:pt x="71" y="8"/>
                    <a:pt x="70" y="8"/>
                  </a:cubicBezTo>
                  <a:cubicBezTo>
                    <a:pt x="70" y="8"/>
                    <a:pt x="69" y="8"/>
                    <a:pt x="68" y="9"/>
                  </a:cubicBezTo>
                  <a:cubicBezTo>
                    <a:pt x="68" y="9"/>
                    <a:pt x="67" y="9"/>
                    <a:pt x="66" y="10"/>
                  </a:cubicBezTo>
                  <a:cubicBezTo>
                    <a:pt x="66" y="21"/>
                    <a:pt x="66" y="21"/>
                    <a:pt x="66" y="21"/>
                  </a:cubicBezTo>
                  <a:cubicBezTo>
                    <a:pt x="64" y="21"/>
                    <a:pt x="64" y="21"/>
                    <a:pt x="64" y="21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67" y="7"/>
                    <a:pt x="68" y="7"/>
                    <a:pt x="68" y="6"/>
                  </a:cubicBezTo>
                  <a:cubicBezTo>
                    <a:pt x="69" y="6"/>
                    <a:pt x="70" y="6"/>
                    <a:pt x="71" y="6"/>
                  </a:cubicBezTo>
                  <a:cubicBezTo>
                    <a:pt x="72" y="6"/>
                    <a:pt x="73" y="6"/>
                    <a:pt x="74" y="7"/>
                  </a:cubicBezTo>
                  <a:cubicBezTo>
                    <a:pt x="75" y="8"/>
                    <a:pt x="76" y="10"/>
                    <a:pt x="76" y="11"/>
                  </a:cubicBezTo>
                  <a:cubicBezTo>
                    <a:pt x="76" y="21"/>
                    <a:pt x="76" y="21"/>
                    <a:pt x="76" y="21"/>
                  </a:cubicBezTo>
                  <a:close/>
                  <a:moveTo>
                    <a:pt x="99" y="6"/>
                  </a:moveTo>
                  <a:cubicBezTo>
                    <a:pt x="95" y="21"/>
                    <a:pt x="95" y="21"/>
                    <a:pt x="95" y="21"/>
                  </a:cubicBezTo>
                  <a:cubicBezTo>
                    <a:pt x="93" y="21"/>
                    <a:pt x="93" y="21"/>
                    <a:pt x="93" y="2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6" y="21"/>
                    <a:pt x="86" y="21"/>
                    <a:pt x="86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79" y="6"/>
                    <a:pt x="79" y="6"/>
                    <a:pt x="79" y="6"/>
                  </a:cubicBezTo>
                  <a:cubicBezTo>
                    <a:pt x="82" y="6"/>
                    <a:pt x="82" y="6"/>
                    <a:pt x="82" y="6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8" y="6"/>
                    <a:pt x="88" y="6"/>
                    <a:pt x="88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7" y="6"/>
                    <a:pt x="97" y="6"/>
                    <a:pt x="97" y="6"/>
                  </a:cubicBezTo>
                  <a:cubicBezTo>
                    <a:pt x="99" y="6"/>
                    <a:pt x="99" y="6"/>
                    <a:pt x="99" y="6"/>
                  </a:cubicBezTo>
                  <a:close/>
                  <a:moveTo>
                    <a:pt x="110" y="22"/>
                  </a:moveTo>
                  <a:cubicBezTo>
                    <a:pt x="107" y="22"/>
                    <a:pt x="105" y="21"/>
                    <a:pt x="104" y="20"/>
                  </a:cubicBezTo>
                  <a:cubicBezTo>
                    <a:pt x="103" y="18"/>
                    <a:pt x="102" y="16"/>
                    <a:pt x="102" y="14"/>
                  </a:cubicBezTo>
                  <a:cubicBezTo>
                    <a:pt x="102" y="11"/>
                    <a:pt x="103" y="9"/>
                    <a:pt x="104" y="8"/>
                  </a:cubicBezTo>
                  <a:cubicBezTo>
                    <a:pt x="105" y="6"/>
                    <a:pt x="107" y="6"/>
                    <a:pt x="109" y="6"/>
                  </a:cubicBezTo>
                  <a:cubicBezTo>
                    <a:pt x="110" y="6"/>
                    <a:pt x="111" y="6"/>
                    <a:pt x="112" y="6"/>
                  </a:cubicBezTo>
                  <a:cubicBezTo>
                    <a:pt x="112" y="6"/>
                    <a:pt x="113" y="7"/>
                    <a:pt x="114" y="7"/>
                  </a:cubicBezTo>
                  <a:cubicBezTo>
                    <a:pt x="114" y="8"/>
                    <a:pt x="115" y="9"/>
                    <a:pt x="115" y="9"/>
                  </a:cubicBezTo>
                  <a:cubicBezTo>
                    <a:pt x="115" y="10"/>
                    <a:pt x="115" y="11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05" y="14"/>
                    <a:pt x="105" y="14"/>
                    <a:pt x="105" y="14"/>
                  </a:cubicBezTo>
                  <a:cubicBezTo>
                    <a:pt x="105" y="16"/>
                    <a:pt x="105" y="17"/>
                    <a:pt x="106" y="18"/>
                  </a:cubicBezTo>
                  <a:cubicBezTo>
                    <a:pt x="107" y="19"/>
                    <a:pt x="108" y="19"/>
                    <a:pt x="110" y="19"/>
                  </a:cubicBezTo>
                  <a:cubicBezTo>
                    <a:pt x="110" y="19"/>
                    <a:pt x="111" y="19"/>
                    <a:pt x="111" y="19"/>
                  </a:cubicBezTo>
                  <a:cubicBezTo>
                    <a:pt x="112" y="19"/>
                    <a:pt x="112" y="19"/>
                    <a:pt x="113" y="19"/>
                  </a:cubicBezTo>
                  <a:cubicBezTo>
                    <a:pt x="113" y="18"/>
                    <a:pt x="114" y="18"/>
                    <a:pt x="114" y="18"/>
                  </a:cubicBezTo>
                  <a:cubicBezTo>
                    <a:pt x="114" y="18"/>
                    <a:pt x="115" y="18"/>
                    <a:pt x="115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0"/>
                    <a:pt x="114" y="21"/>
                    <a:pt x="114" y="21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2" y="21"/>
                    <a:pt x="112" y="21"/>
                    <a:pt x="111" y="21"/>
                  </a:cubicBezTo>
                  <a:cubicBezTo>
                    <a:pt x="111" y="22"/>
                    <a:pt x="110" y="22"/>
                    <a:pt x="110" y="22"/>
                  </a:cubicBezTo>
                  <a:close/>
                  <a:moveTo>
                    <a:pt x="113" y="12"/>
                  </a:moveTo>
                  <a:cubicBezTo>
                    <a:pt x="113" y="11"/>
                    <a:pt x="113" y="11"/>
                    <a:pt x="113" y="10"/>
                  </a:cubicBezTo>
                  <a:cubicBezTo>
                    <a:pt x="112" y="10"/>
                    <a:pt x="112" y="9"/>
                    <a:pt x="112" y="9"/>
                  </a:cubicBezTo>
                  <a:cubicBezTo>
                    <a:pt x="112" y="9"/>
                    <a:pt x="111" y="8"/>
                    <a:pt x="111" y="8"/>
                  </a:cubicBezTo>
                  <a:cubicBezTo>
                    <a:pt x="110" y="8"/>
                    <a:pt x="110" y="8"/>
                    <a:pt x="109" y="8"/>
                  </a:cubicBezTo>
                  <a:cubicBezTo>
                    <a:pt x="108" y="8"/>
                    <a:pt x="108" y="8"/>
                    <a:pt x="107" y="8"/>
                  </a:cubicBezTo>
                  <a:cubicBezTo>
                    <a:pt x="107" y="8"/>
                    <a:pt x="106" y="9"/>
                    <a:pt x="106" y="9"/>
                  </a:cubicBezTo>
                  <a:cubicBezTo>
                    <a:pt x="106" y="9"/>
                    <a:pt x="105" y="10"/>
                    <a:pt x="105" y="10"/>
                  </a:cubicBezTo>
                  <a:cubicBezTo>
                    <a:pt x="105" y="11"/>
                    <a:pt x="105" y="11"/>
                    <a:pt x="105" y="12"/>
                  </a:cubicBezTo>
                  <a:cubicBezTo>
                    <a:pt x="113" y="12"/>
                    <a:pt x="113" y="12"/>
                    <a:pt x="113" y="12"/>
                  </a:cubicBezTo>
                  <a:close/>
                  <a:moveTo>
                    <a:pt x="124" y="22"/>
                  </a:moveTo>
                  <a:cubicBezTo>
                    <a:pt x="123" y="22"/>
                    <a:pt x="122" y="21"/>
                    <a:pt x="121" y="21"/>
                  </a:cubicBezTo>
                  <a:cubicBezTo>
                    <a:pt x="120" y="21"/>
                    <a:pt x="119" y="21"/>
                    <a:pt x="119" y="20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19" y="18"/>
                    <a:pt x="119" y="18"/>
                    <a:pt x="120" y="18"/>
                  </a:cubicBezTo>
                  <a:cubicBezTo>
                    <a:pt x="120" y="18"/>
                    <a:pt x="120" y="18"/>
                    <a:pt x="121" y="19"/>
                  </a:cubicBezTo>
                  <a:cubicBezTo>
                    <a:pt x="121" y="19"/>
                    <a:pt x="122" y="19"/>
                    <a:pt x="122" y="19"/>
                  </a:cubicBezTo>
                  <a:cubicBezTo>
                    <a:pt x="123" y="19"/>
                    <a:pt x="123" y="19"/>
                    <a:pt x="124" y="19"/>
                  </a:cubicBezTo>
                  <a:cubicBezTo>
                    <a:pt x="124" y="19"/>
                    <a:pt x="125" y="19"/>
                    <a:pt x="125" y="19"/>
                  </a:cubicBezTo>
                  <a:cubicBezTo>
                    <a:pt x="126" y="19"/>
                    <a:pt x="126" y="19"/>
                    <a:pt x="126" y="19"/>
                  </a:cubicBezTo>
                  <a:cubicBezTo>
                    <a:pt x="126" y="19"/>
                    <a:pt x="127" y="18"/>
                    <a:pt x="127" y="18"/>
                  </a:cubicBezTo>
                  <a:cubicBezTo>
                    <a:pt x="127" y="18"/>
                    <a:pt x="127" y="18"/>
                    <a:pt x="127" y="17"/>
                  </a:cubicBezTo>
                  <a:cubicBezTo>
                    <a:pt x="127" y="17"/>
                    <a:pt x="127" y="16"/>
                    <a:pt x="127" y="16"/>
                  </a:cubicBezTo>
                  <a:cubicBezTo>
                    <a:pt x="126" y="16"/>
                    <a:pt x="126" y="15"/>
                    <a:pt x="125" y="15"/>
                  </a:cubicBezTo>
                  <a:cubicBezTo>
                    <a:pt x="124" y="15"/>
                    <a:pt x="124" y="15"/>
                    <a:pt x="123" y="15"/>
                  </a:cubicBezTo>
                  <a:cubicBezTo>
                    <a:pt x="123" y="15"/>
                    <a:pt x="122" y="15"/>
                    <a:pt x="122" y="14"/>
                  </a:cubicBezTo>
                  <a:cubicBezTo>
                    <a:pt x="121" y="14"/>
                    <a:pt x="120" y="14"/>
                    <a:pt x="119" y="13"/>
                  </a:cubicBezTo>
                  <a:cubicBezTo>
                    <a:pt x="119" y="12"/>
                    <a:pt x="119" y="11"/>
                    <a:pt x="119" y="10"/>
                  </a:cubicBezTo>
                  <a:cubicBezTo>
                    <a:pt x="119" y="9"/>
                    <a:pt x="119" y="8"/>
                    <a:pt x="120" y="7"/>
                  </a:cubicBezTo>
                  <a:cubicBezTo>
                    <a:pt x="121" y="6"/>
                    <a:pt x="123" y="6"/>
                    <a:pt x="124" y="6"/>
                  </a:cubicBezTo>
                  <a:cubicBezTo>
                    <a:pt x="125" y="6"/>
                    <a:pt x="126" y="6"/>
                    <a:pt x="127" y="6"/>
                  </a:cubicBezTo>
                  <a:cubicBezTo>
                    <a:pt x="128" y="6"/>
                    <a:pt x="128" y="6"/>
                    <a:pt x="129" y="7"/>
                  </a:cubicBezTo>
                  <a:cubicBezTo>
                    <a:pt x="129" y="10"/>
                    <a:pt x="129" y="10"/>
                    <a:pt x="129" y="10"/>
                  </a:cubicBezTo>
                  <a:cubicBezTo>
                    <a:pt x="129" y="10"/>
                    <a:pt x="129" y="10"/>
                    <a:pt x="129" y="10"/>
                  </a:cubicBezTo>
                  <a:cubicBezTo>
                    <a:pt x="128" y="9"/>
                    <a:pt x="128" y="9"/>
                    <a:pt x="127" y="8"/>
                  </a:cubicBezTo>
                  <a:cubicBezTo>
                    <a:pt x="126" y="8"/>
                    <a:pt x="125" y="8"/>
                    <a:pt x="124" y="8"/>
                  </a:cubicBezTo>
                  <a:cubicBezTo>
                    <a:pt x="123" y="8"/>
                    <a:pt x="123" y="8"/>
                    <a:pt x="122" y="8"/>
                  </a:cubicBezTo>
                  <a:cubicBezTo>
                    <a:pt x="122" y="9"/>
                    <a:pt x="121" y="9"/>
                    <a:pt x="121" y="10"/>
                  </a:cubicBezTo>
                  <a:cubicBezTo>
                    <a:pt x="121" y="11"/>
                    <a:pt x="121" y="11"/>
                    <a:pt x="122" y="11"/>
                  </a:cubicBezTo>
                  <a:cubicBezTo>
                    <a:pt x="122" y="12"/>
                    <a:pt x="123" y="12"/>
                    <a:pt x="123" y="12"/>
                  </a:cubicBezTo>
                  <a:cubicBezTo>
                    <a:pt x="124" y="12"/>
                    <a:pt x="124" y="12"/>
                    <a:pt x="125" y="12"/>
                  </a:cubicBezTo>
                  <a:cubicBezTo>
                    <a:pt x="125" y="13"/>
                    <a:pt x="126" y="13"/>
                    <a:pt x="126" y="13"/>
                  </a:cubicBezTo>
                  <a:cubicBezTo>
                    <a:pt x="127" y="13"/>
                    <a:pt x="128" y="14"/>
                    <a:pt x="129" y="14"/>
                  </a:cubicBezTo>
                  <a:cubicBezTo>
                    <a:pt x="129" y="15"/>
                    <a:pt x="130" y="16"/>
                    <a:pt x="130" y="17"/>
                  </a:cubicBezTo>
                  <a:cubicBezTo>
                    <a:pt x="130" y="17"/>
                    <a:pt x="129" y="18"/>
                    <a:pt x="129" y="19"/>
                  </a:cubicBezTo>
                  <a:cubicBezTo>
                    <a:pt x="129" y="19"/>
                    <a:pt x="129" y="20"/>
                    <a:pt x="128" y="20"/>
                  </a:cubicBezTo>
                  <a:cubicBezTo>
                    <a:pt x="128" y="21"/>
                    <a:pt x="127" y="21"/>
                    <a:pt x="126" y="21"/>
                  </a:cubicBezTo>
                  <a:cubicBezTo>
                    <a:pt x="126" y="21"/>
                    <a:pt x="125" y="22"/>
                    <a:pt x="124" y="22"/>
                  </a:cubicBezTo>
                  <a:close/>
                  <a:moveTo>
                    <a:pt x="138" y="22"/>
                  </a:moveTo>
                  <a:cubicBezTo>
                    <a:pt x="137" y="22"/>
                    <a:pt x="136" y="21"/>
                    <a:pt x="135" y="20"/>
                  </a:cubicBezTo>
                  <a:cubicBezTo>
                    <a:pt x="134" y="20"/>
                    <a:pt x="134" y="18"/>
                    <a:pt x="134" y="17"/>
                  </a:cubicBezTo>
                  <a:cubicBezTo>
                    <a:pt x="134" y="8"/>
                    <a:pt x="134" y="8"/>
                    <a:pt x="134" y="8"/>
                  </a:cubicBezTo>
                  <a:cubicBezTo>
                    <a:pt x="132" y="8"/>
                    <a:pt x="132" y="8"/>
                    <a:pt x="132" y="8"/>
                  </a:cubicBezTo>
                  <a:cubicBezTo>
                    <a:pt x="132" y="6"/>
                    <a:pt x="132" y="6"/>
                    <a:pt x="132" y="6"/>
                  </a:cubicBezTo>
                  <a:cubicBezTo>
                    <a:pt x="134" y="6"/>
                    <a:pt x="134" y="6"/>
                    <a:pt x="134" y="6"/>
                  </a:cubicBezTo>
                  <a:cubicBezTo>
                    <a:pt x="134" y="2"/>
                    <a:pt x="134" y="2"/>
                    <a:pt x="134" y="2"/>
                  </a:cubicBezTo>
                  <a:cubicBezTo>
                    <a:pt x="136" y="2"/>
                    <a:pt x="136" y="2"/>
                    <a:pt x="136" y="2"/>
                  </a:cubicBezTo>
                  <a:cubicBezTo>
                    <a:pt x="136" y="6"/>
                    <a:pt x="136" y="6"/>
                    <a:pt x="136" y="6"/>
                  </a:cubicBezTo>
                  <a:cubicBezTo>
                    <a:pt x="141" y="6"/>
                    <a:pt x="141" y="6"/>
                    <a:pt x="141" y="6"/>
                  </a:cubicBezTo>
                  <a:cubicBezTo>
                    <a:pt x="141" y="8"/>
                    <a:pt x="141" y="8"/>
                    <a:pt x="141" y="8"/>
                  </a:cubicBezTo>
                  <a:cubicBezTo>
                    <a:pt x="136" y="8"/>
                    <a:pt x="136" y="8"/>
                    <a:pt x="136" y="8"/>
                  </a:cubicBezTo>
                  <a:cubicBezTo>
                    <a:pt x="136" y="15"/>
                    <a:pt x="136" y="15"/>
                    <a:pt x="136" y="15"/>
                  </a:cubicBezTo>
                  <a:cubicBezTo>
                    <a:pt x="136" y="16"/>
                    <a:pt x="136" y="17"/>
                    <a:pt x="136" y="17"/>
                  </a:cubicBezTo>
                  <a:cubicBezTo>
                    <a:pt x="137" y="18"/>
                    <a:pt x="137" y="18"/>
                    <a:pt x="137" y="18"/>
                  </a:cubicBezTo>
                  <a:cubicBezTo>
                    <a:pt x="137" y="19"/>
                    <a:pt x="137" y="19"/>
                    <a:pt x="138" y="19"/>
                  </a:cubicBezTo>
                  <a:cubicBezTo>
                    <a:pt x="138" y="19"/>
                    <a:pt x="138" y="19"/>
                    <a:pt x="139" y="19"/>
                  </a:cubicBezTo>
                  <a:cubicBezTo>
                    <a:pt x="139" y="19"/>
                    <a:pt x="140" y="19"/>
                    <a:pt x="140" y="19"/>
                  </a:cubicBezTo>
                  <a:cubicBezTo>
                    <a:pt x="141" y="19"/>
                    <a:pt x="141" y="19"/>
                    <a:pt x="141" y="19"/>
                  </a:cubicBezTo>
                  <a:cubicBezTo>
                    <a:pt x="141" y="19"/>
                    <a:pt x="141" y="19"/>
                    <a:pt x="141" y="19"/>
                  </a:cubicBezTo>
                  <a:cubicBezTo>
                    <a:pt x="141" y="21"/>
                    <a:pt x="141" y="21"/>
                    <a:pt x="141" y="21"/>
                  </a:cubicBezTo>
                  <a:cubicBezTo>
                    <a:pt x="141" y="21"/>
                    <a:pt x="140" y="21"/>
                    <a:pt x="140" y="21"/>
                  </a:cubicBezTo>
                  <a:cubicBezTo>
                    <a:pt x="139" y="21"/>
                    <a:pt x="139" y="22"/>
                    <a:pt x="138" y="22"/>
                  </a:cubicBezTo>
                  <a:close/>
                  <a:moveTo>
                    <a:pt x="160" y="16"/>
                  </a:moveTo>
                  <a:cubicBezTo>
                    <a:pt x="160" y="18"/>
                    <a:pt x="159" y="19"/>
                    <a:pt x="158" y="20"/>
                  </a:cubicBezTo>
                  <a:cubicBezTo>
                    <a:pt x="157" y="21"/>
                    <a:pt x="155" y="22"/>
                    <a:pt x="154" y="22"/>
                  </a:cubicBezTo>
                  <a:cubicBezTo>
                    <a:pt x="153" y="22"/>
                    <a:pt x="153" y="21"/>
                    <a:pt x="152" y="21"/>
                  </a:cubicBezTo>
                  <a:cubicBezTo>
                    <a:pt x="151" y="21"/>
                    <a:pt x="151" y="21"/>
                    <a:pt x="150" y="21"/>
                  </a:cubicBezTo>
                  <a:cubicBezTo>
                    <a:pt x="150" y="19"/>
                    <a:pt x="150" y="19"/>
                    <a:pt x="150" y="19"/>
                  </a:cubicBezTo>
                  <a:cubicBezTo>
                    <a:pt x="150" y="19"/>
                    <a:pt x="150" y="19"/>
                    <a:pt x="150" y="19"/>
                  </a:cubicBezTo>
                  <a:cubicBezTo>
                    <a:pt x="151" y="19"/>
                    <a:pt x="151" y="19"/>
                    <a:pt x="152" y="19"/>
                  </a:cubicBezTo>
                  <a:cubicBezTo>
                    <a:pt x="152" y="19"/>
                    <a:pt x="153" y="19"/>
                    <a:pt x="153" y="19"/>
                  </a:cubicBezTo>
                  <a:cubicBezTo>
                    <a:pt x="154" y="19"/>
                    <a:pt x="155" y="19"/>
                    <a:pt x="155" y="19"/>
                  </a:cubicBezTo>
                  <a:cubicBezTo>
                    <a:pt x="156" y="19"/>
                    <a:pt x="156" y="18"/>
                    <a:pt x="156" y="18"/>
                  </a:cubicBezTo>
                  <a:cubicBezTo>
                    <a:pt x="157" y="18"/>
                    <a:pt x="157" y="17"/>
                    <a:pt x="157" y="17"/>
                  </a:cubicBezTo>
                  <a:cubicBezTo>
                    <a:pt x="157" y="16"/>
                    <a:pt x="157" y="16"/>
                    <a:pt x="157" y="15"/>
                  </a:cubicBezTo>
                  <a:cubicBezTo>
                    <a:pt x="157" y="3"/>
                    <a:pt x="157" y="3"/>
                    <a:pt x="157" y="3"/>
                  </a:cubicBezTo>
                  <a:cubicBezTo>
                    <a:pt x="153" y="3"/>
                    <a:pt x="153" y="3"/>
                    <a:pt x="153" y="3"/>
                  </a:cubicBezTo>
                  <a:cubicBezTo>
                    <a:pt x="153" y="1"/>
                    <a:pt x="153" y="1"/>
                    <a:pt x="153" y="1"/>
                  </a:cubicBezTo>
                  <a:cubicBezTo>
                    <a:pt x="160" y="1"/>
                    <a:pt x="160" y="1"/>
                    <a:pt x="160" y="1"/>
                  </a:cubicBezTo>
                  <a:cubicBezTo>
                    <a:pt x="160" y="16"/>
                    <a:pt x="160" y="16"/>
                    <a:pt x="160" y="16"/>
                  </a:cubicBezTo>
                  <a:close/>
                  <a:moveTo>
                    <a:pt x="168" y="21"/>
                  </a:moveTo>
                  <a:cubicBezTo>
                    <a:pt x="165" y="21"/>
                    <a:pt x="165" y="21"/>
                    <a:pt x="165" y="21"/>
                  </a:cubicBezTo>
                  <a:cubicBezTo>
                    <a:pt x="165" y="6"/>
                    <a:pt x="165" y="6"/>
                    <a:pt x="165" y="6"/>
                  </a:cubicBezTo>
                  <a:cubicBezTo>
                    <a:pt x="168" y="6"/>
                    <a:pt x="168" y="6"/>
                    <a:pt x="168" y="6"/>
                  </a:cubicBezTo>
                  <a:cubicBezTo>
                    <a:pt x="168" y="21"/>
                    <a:pt x="168" y="21"/>
                    <a:pt x="168" y="21"/>
                  </a:cubicBezTo>
                  <a:close/>
                  <a:moveTo>
                    <a:pt x="168" y="3"/>
                  </a:moveTo>
                  <a:cubicBezTo>
                    <a:pt x="165" y="3"/>
                    <a:pt x="165" y="3"/>
                    <a:pt x="165" y="3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8" y="1"/>
                    <a:pt x="168" y="1"/>
                    <a:pt x="168" y="1"/>
                  </a:cubicBezTo>
                  <a:cubicBezTo>
                    <a:pt x="168" y="3"/>
                    <a:pt x="168" y="3"/>
                    <a:pt x="168" y="3"/>
                  </a:cubicBezTo>
                  <a:close/>
                  <a:moveTo>
                    <a:pt x="182" y="17"/>
                  </a:moveTo>
                  <a:cubicBezTo>
                    <a:pt x="182" y="13"/>
                    <a:pt x="182" y="13"/>
                    <a:pt x="182" y="13"/>
                  </a:cubicBezTo>
                  <a:cubicBezTo>
                    <a:pt x="181" y="13"/>
                    <a:pt x="180" y="13"/>
                    <a:pt x="179" y="13"/>
                  </a:cubicBezTo>
                  <a:cubicBezTo>
                    <a:pt x="178" y="14"/>
                    <a:pt x="178" y="14"/>
                    <a:pt x="177" y="14"/>
                  </a:cubicBezTo>
                  <a:cubicBezTo>
                    <a:pt x="176" y="14"/>
                    <a:pt x="176" y="14"/>
                    <a:pt x="175" y="15"/>
                  </a:cubicBezTo>
                  <a:cubicBezTo>
                    <a:pt x="175" y="15"/>
                    <a:pt x="175" y="16"/>
                    <a:pt x="175" y="17"/>
                  </a:cubicBezTo>
                  <a:cubicBezTo>
                    <a:pt x="175" y="18"/>
                    <a:pt x="175" y="18"/>
                    <a:pt x="175" y="19"/>
                  </a:cubicBezTo>
                  <a:cubicBezTo>
                    <a:pt x="176" y="19"/>
                    <a:pt x="177" y="19"/>
                    <a:pt x="178" y="19"/>
                  </a:cubicBezTo>
                  <a:cubicBezTo>
                    <a:pt x="178" y="19"/>
                    <a:pt x="179" y="19"/>
                    <a:pt x="180" y="19"/>
                  </a:cubicBezTo>
                  <a:cubicBezTo>
                    <a:pt x="180" y="18"/>
                    <a:pt x="181" y="18"/>
                    <a:pt x="182" y="17"/>
                  </a:cubicBezTo>
                  <a:close/>
                  <a:moveTo>
                    <a:pt x="182" y="20"/>
                  </a:moveTo>
                  <a:cubicBezTo>
                    <a:pt x="181" y="20"/>
                    <a:pt x="181" y="20"/>
                    <a:pt x="181" y="20"/>
                  </a:cubicBezTo>
                  <a:cubicBezTo>
                    <a:pt x="180" y="21"/>
                    <a:pt x="180" y="21"/>
                    <a:pt x="180" y="21"/>
                  </a:cubicBezTo>
                  <a:cubicBezTo>
                    <a:pt x="179" y="21"/>
                    <a:pt x="179" y="21"/>
                    <a:pt x="178" y="21"/>
                  </a:cubicBezTo>
                  <a:cubicBezTo>
                    <a:pt x="178" y="22"/>
                    <a:pt x="177" y="22"/>
                    <a:pt x="177" y="22"/>
                  </a:cubicBezTo>
                  <a:cubicBezTo>
                    <a:pt x="176" y="22"/>
                    <a:pt x="176" y="22"/>
                    <a:pt x="175" y="21"/>
                  </a:cubicBezTo>
                  <a:cubicBezTo>
                    <a:pt x="174" y="21"/>
                    <a:pt x="174" y="21"/>
                    <a:pt x="173" y="20"/>
                  </a:cubicBezTo>
                  <a:cubicBezTo>
                    <a:pt x="173" y="20"/>
                    <a:pt x="173" y="19"/>
                    <a:pt x="172" y="19"/>
                  </a:cubicBezTo>
                  <a:cubicBezTo>
                    <a:pt x="172" y="18"/>
                    <a:pt x="172" y="17"/>
                    <a:pt x="172" y="17"/>
                  </a:cubicBezTo>
                  <a:cubicBezTo>
                    <a:pt x="172" y="16"/>
                    <a:pt x="172" y="15"/>
                    <a:pt x="173" y="14"/>
                  </a:cubicBezTo>
                  <a:cubicBezTo>
                    <a:pt x="173" y="13"/>
                    <a:pt x="174" y="13"/>
                    <a:pt x="175" y="12"/>
                  </a:cubicBezTo>
                  <a:cubicBezTo>
                    <a:pt x="176" y="12"/>
                    <a:pt x="177" y="12"/>
                    <a:pt x="178" y="12"/>
                  </a:cubicBezTo>
                  <a:cubicBezTo>
                    <a:pt x="179" y="11"/>
                    <a:pt x="180" y="11"/>
                    <a:pt x="182" y="11"/>
                  </a:cubicBezTo>
                  <a:cubicBezTo>
                    <a:pt x="182" y="11"/>
                    <a:pt x="182" y="11"/>
                    <a:pt x="182" y="11"/>
                  </a:cubicBezTo>
                  <a:cubicBezTo>
                    <a:pt x="182" y="10"/>
                    <a:pt x="182" y="10"/>
                    <a:pt x="181" y="9"/>
                  </a:cubicBezTo>
                  <a:cubicBezTo>
                    <a:pt x="181" y="9"/>
                    <a:pt x="181" y="9"/>
                    <a:pt x="181" y="8"/>
                  </a:cubicBezTo>
                  <a:cubicBezTo>
                    <a:pt x="180" y="8"/>
                    <a:pt x="180" y="8"/>
                    <a:pt x="179" y="8"/>
                  </a:cubicBezTo>
                  <a:cubicBezTo>
                    <a:pt x="179" y="8"/>
                    <a:pt x="178" y="8"/>
                    <a:pt x="178" y="8"/>
                  </a:cubicBezTo>
                  <a:cubicBezTo>
                    <a:pt x="177" y="8"/>
                    <a:pt x="177" y="8"/>
                    <a:pt x="176" y="8"/>
                  </a:cubicBezTo>
                  <a:cubicBezTo>
                    <a:pt x="175" y="8"/>
                    <a:pt x="174" y="9"/>
                    <a:pt x="174" y="9"/>
                  </a:cubicBezTo>
                  <a:cubicBezTo>
                    <a:pt x="173" y="9"/>
                    <a:pt x="173" y="9"/>
                    <a:pt x="173" y="9"/>
                  </a:cubicBezTo>
                  <a:cubicBezTo>
                    <a:pt x="173" y="6"/>
                    <a:pt x="173" y="6"/>
                    <a:pt x="173" y="6"/>
                  </a:cubicBezTo>
                  <a:cubicBezTo>
                    <a:pt x="174" y="6"/>
                    <a:pt x="174" y="6"/>
                    <a:pt x="175" y="6"/>
                  </a:cubicBezTo>
                  <a:cubicBezTo>
                    <a:pt x="176" y="6"/>
                    <a:pt x="177" y="6"/>
                    <a:pt x="178" y="6"/>
                  </a:cubicBezTo>
                  <a:cubicBezTo>
                    <a:pt x="179" y="6"/>
                    <a:pt x="180" y="6"/>
                    <a:pt x="181" y="6"/>
                  </a:cubicBezTo>
                  <a:cubicBezTo>
                    <a:pt x="181" y="6"/>
                    <a:pt x="182" y="6"/>
                    <a:pt x="183" y="7"/>
                  </a:cubicBezTo>
                  <a:cubicBezTo>
                    <a:pt x="183" y="7"/>
                    <a:pt x="184" y="8"/>
                    <a:pt x="184" y="8"/>
                  </a:cubicBezTo>
                  <a:cubicBezTo>
                    <a:pt x="184" y="9"/>
                    <a:pt x="184" y="10"/>
                    <a:pt x="184" y="11"/>
                  </a:cubicBezTo>
                  <a:cubicBezTo>
                    <a:pt x="184" y="21"/>
                    <a:pt x="184" y="21"/>
                    <a:pt x="184" y="21"/>
                  </a:cubicBezTo>
                  <a:cubicBezTo>
                    <a:pt x="182" y="21"/>
                    <a:pt x="182" y="21"/>
                    <a:pt x="182" y="21"/>
                  </a:cubicBezTo>
                  <a:cubicBezTo>
                    <a:pt x="182" y="20"/>
                    <a:pt x="182" y="20"/>
                    <a:pt x="182" y="20"/>
                  </a:cubicBezTo>
                  <a:close/>
                  <a:moveTo>
                    <a:pt x="202" y="14"/>
                  </a:moveTo>
                  <a:cubicBezTo>
                    <a:pt x="202" y="16"/>
                    <a:pt x="201" y="18"/>
                    <a:pt x="200" y="20"/>
                  </a:cubicBezTo>
                  <a:cubicBezTo>
                    <a:pt x="199" y="21"/>
                    <a:pt x="197" y="22"/>
                    <a:pt x="195" y="22"/>
                  </a:cubicBezTo>
                  <a:cubicBezTo>
                    <a:pt x="193" y="22"/>
                    <a:pt x="191" y="21"/>
                    <a:pt x="190" y="19"/>
                  </a:cubicBezTo>
                  <a:cubicBezTo>
                    <a:pt x="189" y="18"/>
                    <a:pt x="188" y="16"/>
                    <a:pt x="188" y="14"/>
                  </a:cubicBezTo>
                  <a:cubicBezTo>
                    <a:pt x="188" y="11"/>
                    <a:pt x="189" y="9"/>
                    <a:pt x="190" y="8"/>
                  </a:cubicBezTo>
                  <a:cubicBezTo>
                    <a:pt x="192" y="6"/>
                    <a:pt x="193" y="6"/>
                    <a:pt x="195" y="6"/>
                  </a:cubicBezTo>
                  <a:cubicBezTo>
                    <a:pt x="197" y="6"/>
                    <a:pt x="199" y="6"/>
                    <a:pt x="200" y="8"/>
                  </a:cubicBezTo>
                  <a:cubicBezTo>
                    <a:pt x="201" y="9"/>
                    <a:pt x="202" y="11"/>
                    <a:pt x="202" y="14"/>
                  </a:cubicBezTo>
                  <a:close/>
                  <a:moveTo>
                    <a:pt x="199" y="14"/>
                  </a:moveTo>
                  <a:cubicBezTo>
                    <a:pt x="199" y="12"/>
                    <a:pt x="199" y="10"/>
                    <a:pt x="198" y="9"/>
                  </a:cubicBezTo>
                  <a:cubicBezTo>
                    <a:pt x="198" y="8"/>
                    <a:pt x="197" y="8"/>
                    <a:pt x="195" y="8"/>
                  </a:cubicBezTo>
                  <a:cubicBezTo>
                    <a:pt x="194" y="8"/>
                    <a:pt x="193" y="8"/>
                    <a:pt x="192" y="9"/>
                  </a:cubicBezTo>
                  <a:cubicBezTo>
                    <a:pt x="191" y="10"/>
                    <a:pt x="191" y="12"/>
                    <a:pt x="191" y="14"/>
                  </a:cubicBezTo>
                  <a:cubicBezTo>
                    <a:pt x="191" y="16"/>
                    <a:pt x="191" y="17"/>
                    <a:pt x="192" y="18"/>
                  </a:cubicBezTo>
                  <a:cubicBezTo>
                    <a:pt x="193" y="19"/>
                    <a:pt x="194" y="19"/>
                    <a:pt x="195" y="19"/>
                  </a:cubicBezTo>
                  <a:cubicBezTo>
                    <a:pt x="197" y="19"/>
                    <a:pt x="198" y="19"/>
                    <a:pt x="198" y="18"/>
                  </a:cubicBezTo>
                  <a:cubicBezTo>
                    <a:pt x="199" y="17"/>
                    <a:pt x="199" y="16"/>
                    <a:pt x="199" y="14"/>
                  </a:cubicBezTo>
                  <a:close/>
                  <a:moveTo>
                    <a:pt x="211" y="22"/>
                  </a:moveTo>
                  <a:cubicBezTo>
                    <a:pt x="210" y="22"/>
                    <a:pt x="208" y="21"/>
                    <a:pt x="208" y="20"/>
                  </a:cubicBezTo>
                  <a:cubicBezTo>
                    <a:pt x="207" y="20"/>
                    <a:pt x="207" y="18"/>
                    <a:pt x="207" y="17"/>
                  </a:cubicBezTo>
                  <a:cubicBezTo>
                    <a:pt x="207" y="8"/>
                    <a:pt x="207" y="8"/>
                    <a:pt x="207" y="8"/>
                  </a:cubicBezTo>
                  <a:cubicBezTo>
                    <a:pt x="205" y="8"/>
                    <a:pt x="205" y="8"/>
                    <a:pt x="205" y="8"/>
                  </a:cubicBezTo>
                  <a:cubicBezTo>
                    <a:pt x="205" y="6"/>
                    <a:pt x="205" y="6"/>
                    <a:pt x="205" y="6"/>
                  </a:cubicBezTo>
                  <a:cubicBezTo>
                    <a:pt x="207" y="6"/>
                    <a:pt x="207" y="6"/>
                    <a:pt x="207" y="6"/>
                  </a:cubicBezTo>
                  <a:cubicBezTo>
                    <a:pt x="207" y="2"/>
                    <a:pt x="207" y="2"/>
                    <a:pt x="207" y="2"/>
                  </a:cubicBezTo>
                  <a:cubicBezTo>
                    <a:pt x="209" y="2"/>
                    <a:pt x="209" y="2"/>
                    <a:pt x="209" y="2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14" y="6"/>
                    <a:pt x="214" y="6"/>
                    <a:pt x="214" y="6"/>
                  </a:cubicBezTo>
                  <a:cubicBezTo>
                    <a:pt x="214" y="8"/>
                    <a:pt x="214" y="8"/>
                    <a:pt x="214" y="8"/>
                  </a:cubicBezTo>
                  <a:cubicBezTo>
                    <a:pt x="209" y="8"/>
                    <a:pt x="209" y="8"/>
                    <a:pt x="209" y="8"/>
                  </a:cubicBezTo>
                  <a:cubicBezTo>
                    <a:pt x="209" y="15"/>
                    <a:pt x="209" y="15"/>
                    <a:pt x="209" y="15"/>
                  </a:cubicBezTo>
                  <a:cubicBezTo>
                    <a:pt x="209" y="16"/>
                    <a:pt x="209" y="17"/>
                    <a:pt x="209" y="17"/>
                  </a:cubicBezTo>
                  <a:cubicBezTo>
                    <a:pt x="209" y="18"/>
                    <a:pt x="209" y="18"/>
                    <a:pt x="209" y="18"/>
                  </a:cubicBezTo>
                  <a:cubicBezTo>
                    <a:pt x="210" y="19"/>
                    <a:pt x="210" y="19"/>
                    <a:pt x="210" y="19"/>
                  </a:cubicBezTo>
                  <a:cubicBezTo>
                    <a:pt x="211" y="19"/>
                    <a:pt x="211" y="19"/>
                    <a:pt x="212" y="19"/>
                  </a:cubicBezTo>
                  <a:cubicBezTo>
                    <a:pt x="212" y="19"/>
                    <a:pt x="212" y="19"/>
                    <a:pt x="213" y="19"/>
                  </a:cubicBezTo>
                  <a:cubicBezTo>
                    <a:pt x="213" y="19"/>
                    <a:pt x="213" y="19"/>
                    <a:pt x="214" y="19"/>
                  </a:cubicBezTo>
                  <a:cubicBezTo>
                    <a:pt x="214" y="19"/>
                    <a:pt x="214" y="19"/>
                    <a:pt x="214" y="19"/>
                  </a:cubicBezTo>
                  <a:cubicBezTo>
                    <a:pt x="214" y="21"/>
                    <a:pt x="214" y="21"/>
                    <a:pt x="214" y="21"/>
                  </a:cubicBezTo>
                  <a:cubicBezTo>
                    <a:pt x="213" y="21"/>
                    <a:pt x="213" y="21"/>
                    <a:pt x="212" y="21"/>
                  </a:cubicBezTo>
                  <a:cubicBezTo>
                    <a:pt x="212" y="21"/>
                    <a:pt x="211" y="22"/>
                    <a:pt x="211" y="22"/>
                  </a:cubicBezTo>
                  <a:close/>
                  <a:moveTo>
                    <a:pt x="230" y="14"/>
                  </a:moveTo>
                  <a:cubicBezTo>
                    <a:pt x="230" y="16"/>
                    <a:pt x="229" y="18"/>
                    <a:pt x="228" y="20"/>
                  </a:cubicBezTo>
                  <a:cubicBezTo>
                    <a:pt x="227" y="21"/>
                    <a:pt x="225" y="22"/>
                    <a:pt x="223" y="22"/>
                  </a:cubicBezTo>
                  <a:cubicBezTo>
                    <a:pt x="221" y="22"/>
                    <a:pt x="219" y="21"/>
                    <a:pt x="218" y="19"/>
                  </a:cubicBezTo>
                  <a:cubicBezTo>
                    <a:pt x="217" y="18"/>
                    <a:pt x="216" y="16"/>
                    <a:pt x="216" y="14"/>
                  </a:cubicBezTo>
                  <a:cubicBezTo>
                    <a:pt x="216" y="11"/>
                    <a:pt x="217" y="9"/>
                    <a:pt x="218" y="8"/>
                  </a:cubicBezTo>
                  <a:cubicBezTo>
                    <a:pt x="219" y="6"/>
                    <a:pt x="221" y="6"/>
                    <a:pt x="223" y="6"/>
                  </a:cubicBezTo>
                  <a:cubicBezTo>
                    <a:pt x="225" y="6"/>
                    <a:pt x="227" y="6"/>
                    <a:pt x="228" y="8"/>
                  </a:cubicBezTo>
                  <a:cubicBezTo>
                    <a:pt x="229" y="9"/>
                    <a:pt x="230" y="11"/>
                    <a:pt x="230" y="14"/>
                  </a:cubicBezTo>
                  <a:close/>
                  <a:moveTo>
                    <a:pt x="227" y="14"/>
                  </a:moveTo>
                  <a:cubicBezTo>
                    <a:pt x="227" y="12"/>
                    <a:pt x="227" y="10"/>
                    <a:pt x="226" y="9"/>
                  </a:cubicBezTo>
                  <a:cubicBezTo>
                    <a:pt x="225" y="8"/>
                    <a:pt x="224" y="8"/>
                    <a:pt x="223" y="8"/>
                  </a:cubicBezTo>
                  <a:cubicBezTo>
                    <a:pt x="222" y="8"/>
                    <a:pt x="221" y="8"/>
                    <a:pt x="220" y="9"/>
                  </a:cubicBezTo>
                  <a:cubicBezTo>
                    <a:pt x="219" y="10"/>
                    <a:pt x="219" y="12"/>
                    <a:pt x="219" y="14"/>
                  </a:cubicBezTo>
                  <a:cubicBezTo>
                    <a:pt x="219" y="16"/>
                    <a:pt x="219" y="17"/>
                    <a:pt x="220" y="18"/>
                  </a:cubicBezTo>
                  <a:cubicBezTo>
                    <a:pt x="221" y="19"/>
                    <a:pt x="222" y="19"/>
                    <a:pt x="223" y="19"/>
                  </a:cubicBezTo>
                  <a:cubicBezTo>
                    <a:pt x="224" y="19"/>
                    <a:pt x="225" y="19"/>
                    <a:pt x="226" y="18"/>
                  </a:cubicBezTo>
                  <a:cubicBezTo>
                    <a:pt x="227" y="17"/>
                    <a:pt x="227" y="16"/>
                    <a:pt x="227" y="14"/>
                  </a:cubicBezTo>
                  <a:close/>
                  <a:moveTo>
                    <a:pt x="246" y="21"/>
                  </a:moveTo>
                  <a:cubicBezTo>
                    <a:pt x="244" y="21"/>
                    <a:pt x="244" y="21"/>
                    <a:pt x="244" y="21"/>
                  </a:cubicBezTo>
                  <a:cubicBezTo>
                    <a:pt x="244" y="13"/>
                    <a:pt x="244" y="13"/>
                    <a:pt x="244" y="13"/>
                  </a:cubicBezTo>
                  <a:cubicBezTo>
                    <a:pt x="244" y="12"/>
                    <a:pt x="244" y="11"/>
                    <a:pt x="244" y="11"/>
                  </a:cubicBezTo>
                  <a:cubicBezTo>
                    <a:pt x="243" y="10"/>
                    <a:pt x="243" y="10"/>
                    <a:pt x="243" y="9"/>
                  </a:cubicBezTo>
                  <a:cubicBezTo>
                    <a:pt x="243" y="9"/>
                    <a:pt x="243" y="9"/>
                    <a:pt x="242" y="8"/>
                  </a:cubicBezTo>
                  <a:cubicBezTo>
                    <a:pt x="242" y="8"/>
                    <a:pt x="241" y="8"/>
                    <a:pt x="241" y="8"/>
                  </a:cubicBezTo>
                  <a:cubicBezTo>
                    <a:pt x="240" y="8"/>
                    <a:pt x="239" y="8"/>
                    <a:pt x="239" y="9"/>
                  </a:cubicBezTo>
                  <a:cubicBezTo>
                    <a:pt x="238" y="9"/>
                    <a:pt x="237" y="9"/>
                    <a:pt x="237" y="10"/>
                  </a:cubicBezTo>
                  <a:cubicBezTo>
                    <a:pt x="237" y="21"/>
                    <a:pt x="237" y="21"/>
                    <a:pt x="237" y="21"/>
                  </a:cubicBezTo>
                  <a:cubicBezTo>
                    <a:pt x="234" y="21"/>
                    <a:pt x="234" y="21"/>
                    <a:pt x="234" y="21"/>
                  </a:cubicBezTo>
                  <a:cubicBezTo>
                    <a:pt x="234" y="6"/>
                    <a:pt x="234" y="6"/>
                    <a:pt x="234" y="6"/>
                  </a:cubicBezTo>
                  <a:cubicBezTo>
                    <a:pt x="237" y="6"/>
                    <a:pt x="237" y="6"/>
                    <a:pt x="237" y="6"/>
                  </a:cubicBezTo>
                  <a:cubicBezTo>
                    <a:pt x="237" y="8"/>
                    <a:pt x="237" y="8"/>
                    <a:pt x="237" y="8"/>
                  </a:cubicBezTo>
                  <a:cubicBezTo>
                    <a:pt x="238" y="7"/>
                    <a:pt x="238" y="7"/>
                    <a:pt x="239" y="6"/>
                  </a:cubicBezTo>
                  <a:cubicBezTo>
                    <a:pt x="240" y="6"/>
                    <a:pt x="241" y="6"/>
                    <a:pt x="241" y="6"/>
                  </a:cubicBezTo>
                  <a:cubicBezTo>
                    <a:pt x="243" y="6"/>
                    <a:pt x="244" y="6"/>
                    <a:pt x="245" y="7"/>
                  </a:cubicBezTo>
                  <a:cubicBezTo>
                    <a:pt x="246" y="8"/>
                    <a:pt x="246" y="10"/>
                    <a:pt x="246" y="11"/>
                  </a:cubicBezTo>
                  <a:cubicBezTo>
                    <a:pt x="246" y="21"/>
                    <a:pt x="246" y="21"/>
                    <a:pt x="246" y="21"/>
                  </a:cubicBezTo>
                  <a:close/>
                  <a:moveTo>
                    <a:pt x="261" y="17"/>
                  </a:moveTo>
                  <a:cubicBezTo>
                    <a:pt x="261" y="9"/>
                    <a:pt x="261" y="9"/>
                    <a:pt x="261" y="9"/>
                  </a:cubicBezTo>
                  <a:cubicBezTo>
                    <a:pt x="260" y="8"/>
                    <a:pt x="259" y="8"/>
                    <a:pt x="259" y="8"/>
                  </a:cubicBezTo>
                  <a:cubicBezTo>
                    <a:pt x="258" y="8"/>
                    <a:pt x="258" y="8"/>
                    <a:pt x="257" y="8"/>
                  </a:cubicBezTo>
                  <a:cubicBezTo>
                    <a:pt x="256" y="8"/>
                    <a:pt x="255" y="8"/>
                    <a:pt x="254" y="9"/>
                  </a:cubicBezTo>
                  <a:cubicBezTo>
                    <a:pt x="253" y="10"/>
                    <a:pt x="253" y="12"/>
                    <a:pt x="253" y="13"/>
                  </a:cubicBezTo>
                  <a:cubicBezTo>
                    <a:pt x="253" y="15"/>
                    <a:pt x="253" y="16"/>
                    <a:pt x="254" y="17"/>
                  </a:cubicBezTo>
                  <a:cubicBezTo>
                    <a:pt x="255" y="18"/>
                    <a:pt x="255" y="19"/>
                    <a:pt x="257" y="19"/>
                  </a:cubicBezTo>
                  <a:cubicBezTo>
                    <a:pt x="257" y="19"/>
                    <a:pt x="258" y="18"/>
                    <a:pt x="259" y="18"/>
                  </a:cubicBezTo>
                  <a:cubicBezTo>
                    <a:pt x="259" y="18"/>
                    <a:pt x="260" y="18"/>
                    <a:pt x="261" y="17"/>
                  </a:cubicBezTo>
                  <a:close/>
                  <a:moveTo>
                    <a:pt x="252" y="24"/>
                  </a:moveTo>
                  <a:cubicBezTo>
                    <a:pt x="252" y="24"/>
                    <a:pt x="253" y="24"/>
                    <a:pt x="253" y="24"/>
                  </a:cubicBezTo>
                  <a:cubicBezTo>
                    <a:pt x="253" y="24"/>
                    <a:pt x="254" y="24"/>
                    <a:pt x="254" y="24"/>
                  </a:cubicBezTo>
                  <a:cubicBezTo>
                    <a:pt x="254" y="24"/>
                    <a:pt x="255" y="25"/>
                    <a:pt x="255" y="25"/>
                  </a:cubicBezTo>
                  <a:cubicBezTo>
                    <a:pt x="256" y="25"/>
                    <a:pt x="256" y="25"/>
                    <a:pt x="257" y="25"/>
                  </a:cubicBezTo>
                  <a:cubicBezTo>
                    <a:pt x="257" y="25"/>
                    <a:pt x="258" y="25"/>
                    <a:pt x="259" y="24"/>
                  </a:cubicBezTo>
                  <a:cubicBezTo>
                    <a:pt x="259" y="24"/>
                    <a:pt x="260" y="24"/>
                    <a:pt x="260" y="24"/>
                  </a:cubicBezTo>
                  <a:cubicBezTo>
                    <a:pt x="260" y="23"/>
                    <a:pt x="260" y="23"/>
                    <a:pt x="260" y="22"/>
                  </a:cubicBezTo>
                  <a:cubicBezTo>
                    <a:pt x="261" y="22"/>
                    <a:pt x="261" y="21"/>
                    <a:pt x="261" y="21"/>
                  </a:cubicBezTo>
                  <a:cubicBezTo>
                    <a:pt x="261" y="19"/>
                    <a:pt x="261" y="19"/>
                    <a:pt x="261" y="19"/>
                  </a:cubicBezTo>
                  <a:cubicBezTo>
                    <a:pt x="260" y="20"/>
                    <a:pt x="259" y="20"/>
                    <a:pt x="259" y="21"/>
                  </a:cubicBezTo>
                  <a:cubicBezTo>
                    <a:pt x="258" y="21"/>
                    <a:pt x="257" y="21"/>
                    <a:pt x="256" y="21"/>
                  </a:cubicBezTo>
                  <a:cubicBezTo>
                    <a:pt x="254" y="21"/>
                    <a:pt x="253" y="20"/>
                    <a:pt x="252" y="19"/>
                  </a:cubicBezTo>
                  <a:cubicBezTo>
                    <a:pt x="251" y="18"/>
                    <a:pt x="250" y="16"/>
                    <a:pt x="250" y="13"/>
                  </a:cubicBezTo>
                  <a:cubicBezTo>
                    <a:pt x="250" y="12"/>
                    <a:pt x="251" y="11"/>
                    <a:pt x="251" y="10"/>
                  </a:cubicBezTo>
                  <a:cubicBezTo>
                    <a:pt x="251" y="9"/>
                    <a:pt x="252" y="8"/>
                    <a:pt x="252" y="8"/>
                  </a:cubicBezTo>
                  <a:cubicBezTo>
                    <a:pt x="253" y="7"/>
                    <a:pt x="254" y="7"/>
                    <a:pt x="254" y="6"/>
                  </a:cubicBezTo>
                  <a:cubicBezTo>
                    <a:pt x="255" y="6"/>
                    <a:pt x="256" y="6"/>
                    <a:pt x="257" y="6"/>
                  </a:cubicBezTo>
                  <a:cubicBezTo>
                    <a:pt x="258" y="6"/>
                    <a:pt x="258" y="6"/>
                    <a:pt x="259" y="6"/>
                  </a:cubicBezTo>
                  <a:cubicBezTo>
                    <a:pt x="260" y="6"/>
                    <a:pt x="260" y="6"/>
                    <a:pt x="261" y="7"/>
                  </a:cubicBezTo>
                  <a:cubicBezTo>
                    <a:pt x="261" y="6"/>
                    <a:pt x="261" y="6"/>
                    <a:pt x="261" y="6"/>
                  </a:cubicBezTo>
                  <a:cubicBezTo>
                    <a:pt x="263" y="6"/>
                    <a:pt x="263" y="6"/>
                    <a:pt x="263" y="6"/>
                  </a:cubicBezTo>
                  <a:cubicBezTo>
                    <a:pt x="263" y="19"/>
                    <a:pt x="263" y="19"/>
                    <a:pt x="263" y="19"/>
                  </a:cubicBezTo>
                  <a:cubicBezTo>
                    <a:pt x="263" y="22"/>
                    <a:pt x="263" y="24"/>
                    <a:pt x="262" y="25"/>
                  </a:cubicBezTo>
                  <a:cubicBezTo>
                    <a:pt x="260" y="26"/>
                    <a:pt x="259" y="27"/>
                    <a:pt x="256" y="27"/>
                  </a:cubicBezTo>
                  <a:cubicBezTo>
                    <a:pt x="256" y="27"/>
                    <a:pt x="255" y="27"/>
                    <a:pt x="254" y="27"/>
                  </a:cubicBezTo>
                  <a:cubicBezTo>
                    <a:pt x="253" y="27"/>
                    <a:pt x="253" y="27"/>
                    <a:pt x="252" y="26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lose/>
                  <a:moveTo>
                    <a:pt x="283" y="22"/>
                  </a:moveTo>
                  <a:cubicBezTo>
                    <a:pt x="282" y="22"/>
                    <a:pt x="281" y="21"/>
                    <a:pt x="280" y="21"/>
                  </a:cubicBezTo>
                  <a:cubicBezTo>
                    <a:pt x="279" y="21"/>
                    <a:pt x="278" y="20"/>
                    <a:pt x="278" y="20"/>
                  </a:cubicBezTo>
                  <a:cubicBezTo>
                    <a:pt x="277" y="19"/>
                    <a:pt x="276" y="18"/>
                    <a:pt x="276" y="17"/>
                  </a:cubicBezTo>
                  <a:cubicBezTo>
                    <a:pt x="276" y="16"/>
                    <a:pt x="276" y="15"/>
                    <a:pt x="276" y="14"/>
                  </a:cubicBezTo>
                  <a:cubicBezTo>
                    <a:pt x="276" y="1"/>
                    <a:pt x="276" y="1"/>
                    <a:pt x="276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14"/>
                    <a:pt x="278" y="14"/>
                    <a:pt x="278" y="14"/>
                  </a:cubicBezTo>
                  <a:cubicBezTo>
                    <a:pt x="278" y="15"/>
                    <a:pt x="278" y="15"/>
                    <a:pt x="278" y="16"/>
                  </a:cubicBezTo>
                  <a:cubicBezTo>
                    <a:pt x="279" y="17"/>
                    <a:pt x="279" y="17"/>
                    <a:pt x="279" y="18"/>
                  </a:cubicBezTo>
                  <a:cubicBezTo>
                    <a:pt x="280" y="18"/>
                    <a:pt x="280" y="19"/>
                    <a:pt x="281" y="19"/>
                  </a:cubicBezTo>
                  <a:cubicBezTo>
                    <a:pt x="281" y="19"/>
                    <a:pt x="282" y="19"/>
                    <a:pt x="283" y="19"/>
                  </a:cubicBezTo>
                  <a:cubicBezTo>
                    <a:pt x="284" y="19"/>
                    <a:pt x="284" y="19"/>
                    <a:pt x="285" y="19"/>
                  </a:cubicBezTo>
                  <a:cubicBezTo>
                    <a:pt x="286" y="19"/>
                    <a:pt x="286" y="18"/>
                    <a:pt x="287" y="18"/>
                  </a:cubicBezTo>
                  <a:cubicBezTo>
                    <a:pt x="287" y="17"/>
                    <a:pt x="287" y="17"/>
                    <a:pt x="287" y="16"/>
                  </a:cubicBezTo>
                  <a:cubicBezTo>
                    <a:pt x="287" y="15"/>
                    <a:pt x="288" y="15"/>
                    <a:pt x="288" y="14"/>
                  </a:cubicBezTo>
                  <a:cubicBezTo>
                    <a:pt x="288" y="1"/>
                    <a:pt x="288" y="1"/>
                    <a:pt x="288" y="1"/>
                  </a:cubicBezTo>
                  <a:cubicBezTo>
                    <a:pt x="290" y="1"/>
                    <a:pt x="290" y="1"/>
                    <a:pt x="290" y="1"/>
                  </a:cubicBezTo>
                  <a:cubicBezTo>
                    <a:pt x="290" y="14"/>
                    <a:pt x="290" y="14"/>
                    <a:pt x="290" y="14"/>
                  </a:cubicBezTo>
                  <a:cubicBezTo>
                    <a:pt x="290" y="15"/>
                    <a:pt x="290" y="16"/>
                    <a:pt x="290" y="17"/>
                  </a:cubicBezTo>
                  <a:cubicBezTo>
                    <a:pt x="289" y="18"/>
                    <a:pt x="289" y="19"/>
                    <a:pt x="288" y="20"/>
                  </a:cubicBezTo>
                  <a:cubicBezTo>
                    <a:pt x="288" y="20"/>
                    <a:pt x="287" y="21"/>
                    <a:pt x="286" y="21"/>
                  </a:cubicBezTo>
                  <a:cubicBezTo>
                    <a:pt x="285" y="21"/>
                    <a:pt x="284" y="22"/>
                    <a:pt x="283" y="22"/>
                  </a:cubicBezTo>
                  <a:close/>
                  <a:moveTo>
                    <a:pt x="308" y="21"/>
                  </a:moveTo>
                  <a:cubicBezTo>
                    <a:pt x="305" y="21"/>
                    <a:pt x="305" y="21"/>
                    <a:pt x="305" y="21"/>
                  </a:cubicBezTo>
                  <a:cubicBezTo>
                    <a:pt x="305" y="13"/>
                    <a:pt x="305" y="13"/>
                    <a:pt x="305" y="13"/>
                  </a:cubicBezTo>
                  <a:cubicBezTo>
                    <a:pt x="305" y="12"/>
                    <a:pt x="305" y="11"/>
                    <a:pt x="305" y="11"/>
                  </a:cubicBezTo>
                  <a:cubicBezTo>
                    <a:pt x="305" y="10"/>
                    <a:pt x="305" y="10"/>
                    <a:pt x="304" y="9"/>
                  </a:cubicBezTo>
                  <a:cubicBezTo>
                    <a:pt x="304" y="9"/>
                    <a:pt x="304" y="9"/>
                    <a:pt x="304" y="8"/>
                  </a:cubicBezTo>
                  <a:cubicBezTo>
                    <a:pt x="303" y="8"/>
                    <a:pt x="303" y="8"/>
                    <a:pt x="302" y="8"/>
                  </a:cubicBezTo>
                  <a:cubicBezTo>
                    <a:pt x="301" y="8"/>
                    <a:pt x="301" y="8"/>
                    <a:pt x="300" y="9"/>
                  </a:cubicBezTo>
                  <a:cubicBezTo>
                    <a:pt x="299" y="9"/>
                    <a:pt x="299" y="9"/>
                    <a:pt x="298" y="10"/>
                  </a:cubicBezTo>
                  <a:cubicBezTo>
                    <a:pt x="298" y="21"/>
                    <a:pt x="298" y="21"/>
                    <a:pt x="298" y="21"/>
                  </a:cubicBezTo>
                  <a:cubicBezTo>
                    <a:pt x="296" y="21"/>
                    <a:pt x="296" y="21"/>
                    <a:pt x="296" y="21"/>
                  </a:cubicBezTo>
                  <a:cubicBezTo>
                    <a:pt x="296" y="6"/>
                    <a:pt x="296" y="6"/>
                    <a:pt x="296" y="6"/>
                  </a:cubicBezTo>
                  <a:cubicBezTo>
                    <a:pt x="298" y="6"/>
                    <a:pt x="298" y="6"/>
                    <a:pt x="298" y="6"/>
                  </a:cubicBezTo>
                  <a:cubicBezTo>
                    <a:pt x="298" y="8"/>
                    <a:pt x="298" y="8"/>
                    <a:pt x="298" y="8"/>
                  </a:cubicBezTo>
                  <a:cubicBezTo>
                    <a:pt x="299" y="7"/>
                    <a:pt x="300" y="7"/>
                    <a:pt x="300" y="6"/>
                  </a:cubicBezTo>
                  <a:cubicBezTo>
                    <a:pt x="301" y="6"/>
                    <a:pt x="302" y="6"/>
                    <a:pt x="303" y="6"/>
                  </a:cubicBezTo>
                  <a:cubicBezTo>
                    <a:pt x="304" y="6"/>
                    <a:pt x="305" y="6"/>
                    <a:pt x="306" y="7"/>
                  </a:cubicBezTo>
                  <a:cubicBezTo>
                    <a:pt x="307" y="8"/>
                    <a:pt x="308" y="10"/>
                    <a:pt x="308" y="11"/>
                  </a:cubicBezTo>
                  <a:cubicBezTo>
                    <a:pt x="308" y="21"/>
                    <a:pt x="308" y="21"/>
                    <a:pt x="308" y="21"/>
                  </a:cubicBezTo>
                  <a:close/>
                  <a:moveTo>
                    <a:pt x="315" y="21"/>
                  </a:moveTo>
                  <a:cubicBezTo>
                    <a:pt x="313" y="21"/>
                    <a:pt x="313" y="21"/>
                    <a:pt x="313" y="21"/>
                  </a:cubicBezTo>
                  <a:cubicBezTo>
                    <a:pt x="313" y="6"/>
                    <a:pt x="313" y="6"/>
                    <a:pt x="313" y="6"/>
                  </a:cubicBezTo>
                  <a:cubicBezTo>
                    <a:pt x="315" y="6"/>
                    <a:pt x="315" y="6"/>
                    <a:pt x="315" y="6"/>
                  </a:cubicBezTo>
                  <a:cubicBezTo>
                    <a:pt x="315" y="21"/>
                    <a:pt x="315" y="21"/>
                    <a:pt x="315" y="21"/>
                  </a:cubicBezTo>
                  <a:close/>
                  <a:moveTo>
                    <a:pt x="316" y="3"/>
                  </a:moveTo>
                  <a:cubicBezTo>
                    <a:pt x="313" y="3"/>
                    <a:pt x="313" y="3"/>
                    <a:pt x="313" y="3"/>
                  </a:cubicBezTo>
                  <a:cubicBezTo>
                    <a:pt x="313" y="1"/>
                    <a:pt x="313" y="1"/>
                    <a:pt x="313" y="1"/>
                  </a:cubicBezTo>
                  <a:cubicBezTo>
                    <a:pt x="316" y="1"/>
                    <a:pt x="316" y="1"/>
                    <a:pt x="316" y="1"/>
                  </a:cubicBezTo>
                  <a:cubicBezTo>
                    <a:pt x="316" y="3"/>
                    <a:pt x="316" y="3"/>
                    <a:pt x="316" y="3"/>
                  </a:cubicBezTo>
                  <a:close/>
                  <a:moveTo>
                    <a:pt x="333" y="6"/>
                  </a:moveTo>
                  <a:cubicBezTo>
                    <a:pt x="327" y="21"/>
                    <a:pt x="327" y="21"/>
                    <a:pt x="327" y="21"/>
                  </a:cubicBezTo>
                  <a:cubicBezTo>
                    <a:pt x="325" y="21"/>
                    <a:pt x="325" y="21"/>
                    <a:pt x="325" y="21"/>
                  </a:cubicBezTo>
                  <a:cubicBezTo>
                    <a:pt x="319" y="6"/>
                    <a:pt x="319" y="6"/>
                    <a:pt x="319" y="6"/>
                  </a:cubicBezTo>
                  <a:cubicBezTo>
                    <a:pt x="322" y="6"/>
                    <a:pt x="322" y="6"/>
                    <a:pt x="322" y="6"/>
                  </a:cubicBezTo>
                  <a:cubicBezTo>
                    <a:pt x="326" y="18"/>
                    <a:pt x="326" y="18"/>
                    <a:pt x="326" y="18"/>
                  </a:cubicBezTo>
                  <a:cubicBezTo>
                    <a:pt x="330" y="6"/>
                    <a:pt x="330" y="6"/>
                    <a:pt x="330" y="6"/>
                  </a:cubicBezTo>
                  <a:cubicBezTo>
                    <a:pt x="333" y="6"/>
                    <a:pt x="333" y="6"/>
                    <a:pt x="333" y="6"/>
                  </a:cubicBezTo>
                  <a:close/>
                  <a:moveTo>
                    <a:pt x="343" y="22"/>
                  </a:moveTo>
                  <a:cubicBezTo>
                    <a:pt x="341" y="22"/>
                    <a:pt x="339" y="21"/>
                    <a:pt x="337" y="20"/>
                  </a:cubicBezTo>
                  <a:cubicBezTo>
                    <a:pt x="336" y="18"/>
                    <a:pt x="335" y="16"/>
                    <a:pt x="335" y="14"/>
                  </a:cubicBezTo>
                  <a:cubicBezTo>
                    <a:pt x="335" y="11"/>
                    <a:pt x="336" y="9"/>
                    <a:pt x="337" y="8"/>
                  </a:cubicBezTo>
                  <a:cubicBezTo>
                    <a:pt x="339" y="6"/>
                    <a:pt x="340" y="6"/>
                    <a:pt x="342" y="6"/>
                  </a:cubicBezTo>
                  <a:cubicBezTo>
                    <a:pt x="343" y="6"/>
                    <a:pt x="344" y="6"/>
                    <a:pt x="345" y="6"/>
                  </a:cubicBezTo>
                  <a:cubicBezTo>
                    <a:pt x="346" y="6"/>
                    <a:pt x="346" y="7"/>
                    <a:pt x="347" y="7"/>
                  </a:cubicBezTo>
                  <a:cubicBezTo>
                    <a:pt x="347" y="8"/>
                    <a:pt x="348" y="9"/>
                    <a:pt x="348" y="9"/>
                  </a:cubicBezTo>
                  <a:cubicBezTo>
                    <a:pt x="348" y="10"/>
                    <a:pt x="348" y="11"/>
                    <a:pt x="348" y="13"/>
                  </a:cubicBezTo>
                  <a:cubicBezTo>
                    <a:pt x="348" y="14"/>
                    <a:pt x="348" y="14"/>
                    <a:pt x="348" y="14"/>
                  </a:cubicBezTo>
                  <a:cubicBezTo>
                    <a:pt x="338" y="14"/>
                    <a:pt x="338" y="14"/>
                    <a:pt x="338" y="14"/>
                  </a:cubicBezTo>
                  <a:cubicBezTo>
                    <a:pt x="338" y="16"/>
                    <a:pt x="338" y="17"/>
                    <a:pt x="339" y="18"/>
                  </a:cubicBezTo>
                  <a:cubicBezTo>
                    <a:pt x="340" y="19"/>
                    <a:pt x="341" y="19"/>
                    <a:pt x="343" y="19"/>
                  </a:cubicBezTo>
                  <a:cubicBezTo>
                    <a:pt x="343" y="19"/>
                    <a:pt x="344" y="19"/>
                    <a:pt x="345" y="19"/>
                  </a:cubicBezTo>
                  <a:cubicBezTo>
                    <a:pt x="345" y="19"/>
                    <a:pt x="346" y="19"/>
                    <a:pt x="346" y="19"/>
                  </a:cubicBezTo>
                  <a:cubicBezTo>
                    <a:pt x="346" y="18"/>
                    <a:pt x="347" y="18"/>
                    <a:pt x="347" y="18"/>
                  </a:cubicBezTo>
                  <a:cubicBezTo>
                    <a:pt x="348" y="18"/>
                    <a:pt x="348" y="18"/>
                    <a:pt x="348" y="18"/>
                  </a:cubicBezTo>
                  <a:cubicBezTo>
                    <a:pt x="348" y="18"/>
                    <a:pt x="348" y="18"/>
                    <a:pt x="348" y="18"/>
                  </a:cubicBezTo>
                  <a:cubicBezTo>
                    <a:pt x="348" y="20"/>
                    <a:pt x="348" y="20"/>
                    <a:pt x="348" y="20"/>
                  </a:cubicBezTo>
                  <a:cubicBezTo>
                    <a:pt x="348" y="20"/>
                    <a:pt x="347" y="21"/>
                    <a:pt x="347" y="21"/>
                  </a:cubicBezTo>
                  <a:cubicBezTo>
                    <a:pt x="347" y="21"/>
                    <a:pt x="346" y="21"/>
                    <a:pt x="346" y="21"/>
                  </a:cubicBezTo>
                  <a:cubicBezTo>
                    <a:pt x="345" y="21"/>
                    <a:pt x="345" y="21"/>
                    <a:pt x="344" y="21"/>
                  </a:cubicBezTo>
                  <a:cubicBezTo>
                    <a:pt x="344" y="22"/>
                    <a:pt x="344" y="22"/>
                    <a:pt x="343" y="22"/>
                  </a:cubicBezTo>
                  <a:close/>
                  <a:moveTo>
                    <a:pt x="346" y="12"/>
                  </a:moveTo>
                  <a:cubicBezTo>
                    <a:pt x="346" y="11"/>
                    <a:pt x="346" y="11"/>
                    <a:pt x="346" y="10"/>
                  </a:cubicBezTo>
                  <a:cubicBezTo>
                    <a:pt x="346" y="10"/>
                    <a:pt x="345" y="9"/>
                    <a:pt x="345" y="9"/>
                  </a:cubicBezTo>
                  <a:cubicBezTo>
                    <a:pt x="345" y="9"/>
                    <a:pt x="344" y="8"/>
                    <a:pt x="344" y="8"/>
                  </a:cubicBezTo>
                  <a:cubicBezTo>
                    <a:pt x="343" y="8"/>
                    <a:pt x="343" y="8"/>
                    <a:pt x="342" y="8"/>
                  </a:cubicBezTo>
                  <a:cubicBezTo>
                    <a:pt x="342" y="8"/>
                    <a:pt x="341" y="8"/>
                    <a:pt x="340" y="8"/>
                  </a:cubicBezTo>
                  <a:cubicBezTo>
                    <a:pt x="340" y="8"/>
                    <a:pt x="340" y="9"/>
                    <a:pt x="339" y="9"/>
                  </a:cubicBezTo>
                  <a:cubicBezTo>
                    <a:pt x="339" y="9"/>
                    <a:pt x="338" y="10"/>
                    <a:pt x="338" y="10"/>
                  </a:cubicBezTo>
                  <a:cubicBezTo>
                    <a:pt x="338" y="11"/>
                    <a:pt x="338" y="11"/>
                    <a:pt x="338" y="12"/>
                  </a:cubicBezTo>
                  <a:cubicBezTo>
                    <a:pt x="346" y="12"/>
                    <a:pt x="346" y="12"/>
                    <a:pt x="346" y="12"/>
                  </a:cubicBezTo>
                  <a:close/>
                  <a:moveTo>
                    <a:pt x="361" y="9"/>
                  </a:moveTo>
                  <a:cubicBezTo>
                    <a:pt x="361" y="9"/>
                    <a:pt x="361" y="9"/>
                    <a:pt x="361" y="9"/>
                  </a:cubicBezTo>
                  <a:cubicBezTo>
                    <a:pt x="360" y="9"/>
                    <a:pt x="360" y="9"/>
                    <a:pt x="360" y="9"/>
                  </a:cubicBezTo>
                  <a:cubicBezTo>
                    <a:pt x="360" y="9"/>
                    <a:pt x="360" y="9"/>
                    <a:pt x="359" y="9"/>
                  </a:cubicBezTo>
                  <a:cubicBezTo>
                    <a:pt x="359" y="9"/>
                    <a:pt x="358" y="9"/>
                    <a:pt x="357" y="9"/>
                  </a:cubicBezTo>
                  <a:cubicBezTo>
                    <a:pt x="357" y="9"/>
                    <a:pt x="356" y="10"/>
                    <a:pt x="355" y="10"/>
                  </a:cubicBezTo>
                  <a:cubicBezTo>
                    <a:pt x="355" y="21"/>
                    <a:pt x="355" y="21"/>
                    <a:pt x="355" y="21"/>
                  </a:cubicBezTo>
                  <a:cubicBezTo>
                    <a:pt x="353" y="21"/>
                    <a:pt x="353" y="21"/>
                    <a:pt x="353" y="21"/>
                  </a:cubicBezTo>
                  <a:cubicBezTo>
                    <a:pt x="353" y="6"/>
                    <a:pt x="353" y="6"/>
                    <a:pt x="353" y="6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5" y="8"/>
                    <a:pt x="355" y="8"/>
                    <a:pt x="355" y="8"/>
                  </a:cubicBezTo>
                  <a:cubicBezTo>
                    <a:pt x="356" y="7"/>
                    <a:pt x="357" y="7"/>
                    <a:pt x="358" y="7"/>
                  </a:cubicBezTo>
                  <a:cubicBezTo>
                    <a:pt x="358" y="6"/>
                    <a:pt x="359" y="6"/>
                    <a:pt x="360" y="6"/>
                  </a:cubicBezTo>
                  <a:cubicBezTo>
                    <a:pt x="360" y="6"/>
                    <a:pt x="360" y="6"/>
                    <a:pt x="360" y="6"/>
                  </a:cubicBezTo>
                  <a:cubicBezTo>
                    <a:pt x="360" y="6"/>
                    <a:pt x="361" y="6"/>
                    <a:pt x="361" y="6"/>
                  </a:cubicBezTo>
                  <a:cubicBezTo>
                    <a:pt x="361" y="9"/>
                    <a:pt x="361" y="9"/>
                    <a:pt x="361" y="9"/>
                  </a:cubicBezTo>
                  <a:close/>
                  <a:moveTo>
                    <a:pt x="369" y="22"/>
                  </a:moveTo>
                  <a:cubicBezTo>
                    <a:pt x="368" y="22"/>
                    <a:pt x="367" y="21"/>
                    <a:pt x="366" y="21"/>
                  </a:cubicBezTo>
                  <a:cubicBezTo>
                    <a:pt x="365" y="21"/>
                    <a:pt x="364" y="21"/>
                    <a:pt x="364" y="20"/>
                  </a:cubicBezTo>
                  <a:cubicBezTo>
                    <a:pt x="364" y="17"/>
                    <a:pt x="364" y="17"/>
                    <a:pt x="364" y="17"/>
                  </a:cubicBezTo>
                  <a:cubicBezTo>
                    <a:pt x="364" y="17"/>
                    <a:pt x="364" y="17"/>
                    <a:pt x="364" y="17"/>
                  </a:cubicBezTo>
                  <a:cubicBezTo>
                    <a:pt x="364" y="18"/>
                    <a:pt x="364" y="18"/>
                    <a:pt x="364" y="18"/>
                  </a:cubicBezTo>
                  <a:cubicBezTo>
                    <a:pt x="365" y="18"/>
                    <a:pt x="365" y="18"/>
                    <a:pt x="366" y="19"/>
                  </a:cubicBezTo>
                  <a:cubicBezTo>
                    <a:pt x="366" y="19"/>
                    <a:pt x="367" y="19"/>
                    <a:pt x="367" y="19"/>
                  </a:cubicBezTo>
                  <a:cubicBezTo>
                    <a:pt x="368" y="19"/>
                    <a:pt x="368" y="19"/>
                    <a:pt x="369" y="19"/>
                  </a:cubicBezTo>
                  <a:cubicBezTo>
                    <a:pt x="369" y="19"/>
                    <a:pt x="370" y="19"/>
                    <a:pt x="370" y="19"/>
                  </a:cubicBezTo>
                  <a:cubicBezTo>
                    <a:pt x="370" y="19"/>
                    <a:pt x="371" y="19"/>
                    <a:pt x="371" y="19"/>
                  </a:cubicBezTo>
                  <a:cubicBezTo>
                    <a:pt x="371" y="19"/>
                    <a:pt x="372" y="18"/>
                    <a:pt x="372" y="18"/>
                  </a:cubicBezTo>
                  <a:cubicBezTo>
                    <a:pt x="372" y="18"/>
                    <a:pt x="372" y="18"/>
                    <a:pt x="372" y="17"/>
                  </a:cubicBezTo>
                  <a:cubicBezTo>
                    <a:pt x="372" y="17"/>
                    <a:pt x="372" y="16"/>
                    <a:pt x="371" y="16"/>
                  </a:cubicBezTo>
                  <a:cubicBezTo>
                    <a:pt x="371" y="16"/>
                    <a:pt x="371" y="15"/>
                    <a:pt x="370" y="15"/>
                  </a:cubicBezTo>
                  <a:cubicBezTo>
                    <a:pt x="369" y="15"/>
                    <a:pt x="369" y="15"/>
                    <a:pt x="368" y="15"/>
                  </a:cubicBezTo>
                  <a:cubicBezTo>
                    <a:pt x="368" y="15"/>
                    <a:pt x="367" y="15"/>
                    <a:pt x="367" y="14"/>
                  </a:cubicBezTo>
                  <a:cubicBezTo>
                    <a:pt x="366" y="14"/>
                    <a:pt x="365" y="14"/>
                    <a:pt x="364" y="13"/>
                  </a:cubicBezTo>
                  <a:cubicBezTo>
                    <a:pt x="364" y="12"/>
                    <a:pt x="364" y="11"/>
                    <a:pt x="364" y="10"/>
                  </a:cubicBezTo>
                  <a:cubicBezTo>
                    <a:pt x="364" y="9"/>
                    <a:pt x="364" y="8"/>
                    <a:pt x="365" y="7"/>
                  </a:cubicBezTo>
                  <a:cubicBezTo>
                    <a:pt x="366" y="6"/>
                    <a:pt x="368" y="6"/>
                    <a:pt x="369" y="6"/>
                  </a:cubicBezTo>
                  <a:cubicBezTo>
                    <a:pt x="370" y="6"/>
                    <a:pt x="371" y="6"/>
                    <a:pt x="372" y="6"/>
                  </a:cubicBezTo>
                  <a:cubicBezTo>
                    <a:pt x="373" y="6"/>
                    <a:pt x="373" y="6"/>
                    <a:pt x="374" y="7"/>
                  </a:cubicBezTo>
                  <a:cubicBezTo>
                    <a:pt x="374" y="10"/>
                    <a:pt x="374" y="10"/>
                    <a:pt x="374" y="10"/>
                  </a:cubicBezTo>
                  <a:cubicBezTo>
                    <a:pt x="374" y="10"/>
                    <a:pt x="374" y="10"/>
                    <a:pt x="374" y="10"/>
                  </a:cubicBezTo>
                  <a:cubicBezTo>
                    <a:pt x="373" y="9"/>
                    <a:pt x="372" y="9"/>
                    <a:pt x="372" y="8"/>
                  </a:cubicBezTo>
                  <a:cubicBezTo>
                    <a:pt x="371" y="8"/>
                    <a:pt x="370" y="8"/>
                    <a:pt x="369" y="8"/>
                  </a:cubicBezTo>
                  <a:cubicBezTo>
                    <a:pt x="368" y="8"/>
                    <a:pt x="368" y="8"/>
                    <a:pt x="367" y="8"/>
                  </a:cubicBezTo>
                  <a:cubicBezTo>
                    <a:pt x="367" y="9"/>
                    <a:pt x="366" y="9"/>
                    <a:pt x="366" y="10"/>
                  </a:cubicBezTo>
                  <a:cubicBezTo>
                    <a:pt x="366" y="11"/>
                    <a:pt x="366" y="11"/>
                    <a:pt x="367" y="11"/>
                  </a:cubicBezTo>
                  <a:cubicBezTo>
                    <a:pt x="367" y="12"/>
                    <a:pt x="368" y="12"/>
                    <a:pt x="368" y="12"/>
                  </a:cubicBezTo>
                  <a:cubicBezTo>
                    <a:pt x="369" y="12"/>
                    <a:pt x="369" y="12"/>
                    <a:pt x="370" y="12"/>
                  </a:cubicBezTo>
                  <a:cubicBezTo>
                    <a:pt x="370" y="13"/>
                    <a:pt x="371" y="13"/>
                    <a:pt x="371" y="13"/>
                  </a:cubicBezTo>
                  <a:cubicBezTo>
                    <a:pt x="372" y="13"/>
                    <a:pt x="373" y="14"/>
                    <a:pt x="374" y="14"/>
                  </a:cubicBezTo>
                  <a:cubicBezTo>
                    <a:pt x="374" y="15"/>
                    <a:pt x="375" y="16"/>
                    <a:pt x="375" y="17"/>
                  </a:cubicBezTo>
                  <a:cubicBezTo>
                    <a:pt x="375" y="17"/>
                    <a:pt x="374" y="18"/>
                    <a:pt x="374" y="19"/>
                  </a:cubicBezTo>
                  <a:cubicBezTo>
                    <a:pt x="374" y="19"/>
                    <a:pt x="374" y="20"/>
                    <a:pt x="373" y="20"/>
                  </a:cubicBezTo>
                  <a:cubicBezTo>
                    <a:pt x="372" y="21"/>
                    <a:pt x="372" y="21"/>
                    <a:pt x="371" y="21"/>
                  </a:cubicBezTo>
                  <a:cubicBezTo>
                    <a:pt x="371" y="21"/>
                    <a:pt x="370" y="22"/>
                    <a:pt x="369" y="22"/>
                  </a:cubicBezTo>
                  <a:close/>
                  <a:moveTo>
                    <a:pt x="381" y="21"/>
                  </a:moveTo>
                  <a:cubicBezTo>
                    <a:pt x="379" y="21"/>
                    <a:pt x="379" y="21"/>
                    <a:pt x="379" y="21"/>
                  </a:cubicBezTo>
                  <a:cubicBezTo>
                    <a:pt x="379" y="6"/>
                    <a:pt x="379" y="6"/>
                    <a:pt x="379" y="6"/>
                  </a:cubicBezTo>
                  <a:cubicBezTo>
                    <a:pt x="381" y="6"/>
                    <a:pt x="381" y="6"/>
                    <a:pt x="381" y="6"/>
                  </a:cubicBezTo>
                  <a:cubicBezTo>
                    <a:pt x="381" y="21"/>
                    <a:pt x="381" y="21"/>
                    <a:pt x="381" y="21"/>
                  </a:cubicBezTo>
                  <a:close/>
                  <a:moveTo>
                    <a:pt x="381" y="3"/>
                  </a:moveTo>
                  <a:cubicBezTo>
                    <a:pt x="379" y="3"/>
                    <a:pt x="379" y="3"/>
                    <a:pt x="379" y="3"/>
                  </a:cubicBezTo>
                  <a:cubicBezTo>
                    <a:pt x="379" y="1"/>
                    <a:pt x="379" y="1"/>
                    <a:pt x="379" y="1"/>
                  </a:cubicBezTo>
                  <a:cubicBezTo>
                    <a:pt x="381" y="1"/>
                    <a:pt x="381" y="1"/>
                    <a:pt x="381" y="1"/>
                  </a:cubicBezTo>
                  <a:cubicBezTo>
                    <a:pt x="381" y="3"/>
                    <a:pt x="381" y="3"/>
                    <a:pt x="381" y="3"/>
                  </a:cubicBezTo>
                  <a:close/>
                  <a:moveTo>
                    <a:pt x="391" y="22"/>
                  </a:moveTo>
                  <a:cubicBezTo>
                    <a:pt x="390" y="22"/>
                    <a:pt x="389" y="21"/>
                    <a:pt x="388" y="20"/>
                  </a:cubicBezTo>
                  <a:cubicBezTo>
                    <a:pt x="387" y="20"/>
                    <a:pt x="387" y="18"/>
                    <a:pt x="387" y="17"/>
                  </a:cubicBezTo>
                  <a:cubicBezTo>
                    <a:pt x="387" y="8"/>
                    <a:pt x="387" y="8"/>
                    <a:pt x="387" y="8"/>
                  </a:cubicBezTo>
                  <a:cubicBezTo>
                    <a:pt x="385" y="8"/>
                    <a:pt x="385" y="8"/>
                    <a:pt x="385" y="8"/>
                  </a:cubicBezTo>
                  <a:cubicBezTo>
                    <a:pt x="385" y="6"/>
                    <a:pt x="385" y="6"/>
                    <a:pt x="385" y="6"/>
                  </a:cubicBezTo>
                  <a:cubicBezTo>
                    <a:pt x="387" y="6"/>
                    <a:pt x="387" y="6"/>
                    <a:pt x="387" y="6"/>
                  </a:cubicBezTo>
                  <a:cubicBezTo>
                    <a:pt x="387" y="2"/>
                    <a:pt x="387" y="2"/>
                    <a:pt x="387" y="2"/>
                  </a:cubicBezTo>
                  <a:cubicBezTo>
                    <a:pt x="390" y="2"/>
                    <a:pt x="390" y="2"/>
                    <a:pt x="390" y="2"/>
                  </a:cubicBezTo>
                  <a:cubicBezTo>
                    <a:pt x="390" y="6"/>
                    <a:pt x="390" y="6"/>
                    <a:pt x="390" y="6"/>
                  </a:cubicBezTo>
                  <a:cubicBezTo>
                    <a:pt x="394" y="6"/>
                    <a:pt x="394" y="6"/>
                    <a:pt x="394" y="6"/>
                  </a:cubicBezTo>
                  <a:cubicBezTo>
                    <a:pt x="394" y="8"/>
                    <a:pt x="394" y="8"/>
                    <a:pt x="394" y="8"/>
                  </a:cubicBezTo>
                  <a:cubicBezTo>
                    <a:pt x="390" y="8"/>
                    <a:pt x="390" y="8"/>
                    <a:pt x="390" y="8"/>
                  </a:cubicBezTo>
                  <a:cubicBezTo>
                    <a:pt x="390" y="15"/>
                    <a:pt x="390" y="15"/>
                    <a:pt x="390" y="15"/>
                  </a:cubicBezTo>
                  <a:cubicBezTo>
                    <a:pt x="390" y="16"/>
                    <a:pt x="390" y="17"/>
                    <a:pt x="390" y="17"/>
                  </a:cubicBezTo>
                  <a:cubicBezTo>
                    <a:pt x="390" y="18"/>
                    <a:pt x="390" y="18"/>
                    <a:pt x="390" y="18"/>
                  </a:cubicBezTo>
                  <a:cubicBezTo>
                    <a:pt x="390" y="19"/>
                    <a:pt x="390" y="19"/>
                    <a:pt x="391" y="19"/>
                  </a:cubicBezTo>
                  <a:cubicBezTo>
                    <a:pt x="391" y="19"/>
                    <a:pt x="391" y="19"/>
                    <a:pt x="392" y="19"/>
                  </a:cubicBezTo>
                  <a:cubicBezTo>
                    <a:pt x="392" y="19"/>
                    <a:pt x="393" y="19"/>
                    <a:pt x="393" y="19"/>
                  </a:cubicBezTo>
                  <a:cubicBezTo>
                    <a:pt x="394" y="19"/>
                    <a:pt x="394" y="19"/>
                    <a:pt x="394" y="19"/>
                  </a:cubicBezTo>
                  <a:cubicBezTo>
                    <a:pt x="394" y="19"/>
                    <a:pt x="394" y="19"/>
                    <a:pt x="394" y="19"/>
                  </a:cubicBezTo>
                  <a:cubicBezTo>
                    <a:pt x="394" y="21"/>
                    <a:pt x="394" y="21"/>
                    <a:pt x="394" y="21"/>
                  </a:cubicBezTo>
                  <a:cubicBezTo>
                    <a:pt x="394" y="21"/>
                    <a:pt x="393" y="21"/>
                    <a:pt x="393" y="21"/>
                  </a:cubicBezTo>
                  <a:cubicBezTo>
                    <a:pt x="392" y="21"/>
                    <a:pt x="392" y="22"/>
                    <a:pt x="391" y="22"/>
                  </a:cubicBezTo>
                  <a:close/>
                  <a:moveTo>
                    <a:pt x="410" y="6"/>
                  </a:moveTo>
                  <a:cubicBezTo>
                    <a:pt x="401" y="27"/>
                    <a:pt x="401" y="27"/>
                    <a:pt x="401" y="27"/>
                  </a:cubicBezTo>
                  <a:cubicBezTo>
                    <a:pt x="399" y="27"/>
                    <a:pt x="399" y="27"/>
                    <a:pt x="399" y="27"/>
                  </a:cubicBezTo>
                  <a:cubicBezTo>
                    <a:pt x="401" y="20"/>
                    <a:pt x="401" y="20"/>
                    <a:pt x="401" y="20"/>
                  </a:cubicBezTo>
                  <a:cubicBezTo>
                    <a:pt x="396" y="6"/>
                    <a:pt x="396" y="6"/>
                    <a:pt x="396" y="6"/>
                  </a:cubicBezTo>
                  <a:cubicBezTo>
                    <a:pt x="399" y="6"/>
                    <a:pt x="399" y="6"/>
                    <a:pt x="399" y="6"/>
                  </a:cubicBezTo>
                  <a:cubicBezTo>
                    <a:pt x="403" y="17"/>
                    <a:pt x="403" y="17"/>
                    <a:pt x="403" y="17"/>
                  </a:cubicBezTo>
                  <a:cubicBezTo>
                    <a:pt x="407" y="6"/>
                    <a:pt x="407" y="6"/>
                    <a:pt x="407" y="6"/>
                  </a:cubicBezTo>
                  <a:lnTo>
                    <a:pt x="410" y="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grpSp>
          <p:nvGrpSpPr>
            <p:cNvPr id="24" name="íṧlíḓé"/>
            <p:cNvGrpSpPr/>
            <p:nvPr/>
          </p:nvGrpSpPr>
          <p:grpSpPr>
            <a:xfrm>
              <a:off x="4625816" y="3431857"/>
              <a:ext cx="5955098" cy="1263464"/>
              <a:chOff x="5472113" y="3055938"/>
              <a:chExt cx="2316163" cy="485775"/>
            </a:xfrm>
            <a:solidFill>
              <a:schemeClr val="bg1"/>
            </a:solidFill>
          </p:grpSpPr>
          <p:sp>
            <p:nvSpPr>
              <p:cNvPr id="26" name="ïşḷíḓè"/>
              <p:cNvSpPr/>
              <p:nvPr/>
            </p:nvSpPr>
            <p:spPr bwMode="auto">
              <a:xfrm>
                <a:off x="7018338" y="3143250"/>
                <a:ext cx="342900" cy="361950"/>
              </a:xfrm>
              <a:custGeom>
                <a:avLst/>
                <a:gdLst>
                  <a:gd name="T0" fmla="*/ 48 w 64"/>
                  <a:gd name="T1" fmla="*/ 0 h 67"/>
                  <a:gd name="T2" fmla="*/ 54 w 64"/>
                  <a:gd name="T3" fmla="*/ 4 h 67"/>
                  <a:gd name="T4" fmla="*/ 54 w 64"/>
                  <a:gd name="T5" fmla="*/ 7 h 67"/>
                  <a:gd name="T6" fmla="*/ 52 w 64"/>
                  <a:gd name="T7" fmla="*/ 10 h 67"/>
                  <a:gd name="T8" fmla="*/ 50 w 64"/>
                  <a:gd name="T9" fmla="*/ 15 h 67"/>
                  <a:gd name="T10" fmla="*/ 47 w 64"/>
                  <a:gd name="T11" fmla="*/ 21 h 67"/>
                  <a:gd name="T12" fmla="*/ 51 w 64"/>
                  <a:gd name="T13" fmla="*/ 21 h 67"/>
                  <a:gd name="T14" fmla="*/ 51 w 64"/>
                  <a:gd name="T15" fmla="*/ 20 h 67"/>
                  <a:gd name="T16" fmla="*/ 60 w 64"/>
                  <a:gd name="T17" fmla="*/ 20 h 67"/>
                  <a:gd name="T18" fmla="*/ 60 w 64"/>
                  <a:gd name="T19" fmla="*/ 22 h 67"/>
                  <a:gd name="T20" fmla="*/ 58 w 64"/>
                  <a:gd name="T21" fmla="*/ 24 h 67"/>
                  <a:gd name="T22" fmla="*/ 51 w 64"/>
                  <a:gd name="T23" fmla="*/ 27 h 67"/>
                  <a:gd name="T24" fmla="*/ 45 w 64"/>
                  <a:gd name="T25" fmla="*/ 29 h 67"/>
                  <a:gd name="T26" fmla="*/ 37 w 64"/>
                  <a:gd name="T27" fmla="*/ 40 h 67"/>
                  <a:gd name="T28" fmla="*/ 52 w 64"/>
                  <a:gd name="T29" fmla="*/ 51 h 67"/>
                  <a:gd name="T30" fmla="*/ 64 w 64"/>
                  <a:gd name="T31" fmla="*/ 52 h 67"/>
                  <a:gd name="T32" fmla="*/ 64 w 64"/>
                  <a:gd name="T33" fmla="*/ 53 h 67"/>
                  <a:gd name="T34" fmla="*/ 64 w 64"/>
                  <a:gd name="T35" fmla="*/ 54 h 67"/>
                  <a:gd name="T36" fmla="*/ 58 w 64"/>
                  <a:gd name="T37" fmla="*/ 56 h 67"/>
                  <a:gd name="T38" fmla="*/ 56 w 64"/>
                  <a:gd name="T39" fmla="*/ 59 h 67"/>
                  <a:gd name="T40" fmla="*/ 50 w 64"/>
                  <a:gd name="T41" fmla="*/ 60 h 67"/>
                  <a:gd name="T42" fmla="*/ 45 w 64"/>
                  <a:gd name="T43" fmla="*/ 56 h 67"/>
                  <a:gd name="T44" fmla="*/ 41 w 64"/>
                  <a:gd name="T45" fmla="*/ 49 h 67"/>
                  <a:gd name="T46" fmla="*/ 38 w 64"/>
                  <a:gd name="T47" fmla="*/ 45 h 67"/>
                  <a:gd name="T48" fmla="*/ 35 w 64"/>
                  <a:gd name="T49" fmla="*/ 42 h 67"/>
                  <a:gd name="T50" fmla="*/ 29 w 64"/>
                  <a:gd name="T51" fmla="*/ 49 h 67"/>
                  <a:gd name="T52" fmla="*/ 14 w 64"/>
                  <a:gd name="T53" fmla="*/ 61 h 67"/>
                  <a:gd name="T54" fmla="*/ 0 w 64"/>
                  <a:gd name="T55" fmla="*/ 67 h 67"/>
                  <a:gd name="T56" fmla="*/ 0 w 64"/>
                  <a:gd name="T57" fmla="*/ 66 h 67"/>
                  <a:gd name="T58" fmla="*/ 9 w 64"/>
                  <a:gd name="T59" fmla="*/ 60 h 67"/>
                  <a:gd name="T60" fmla="*/ 27 w 64"/>
                  <a:gd name="T61" fmla="*/ 40 h 67"/>
                  <a:gd name="T62" fmla="*/ 33 w 64"/>
                  <a:gd name="T63" fmla="*/ 31 h 67"/>
                  <a:gd name="T64" fmla="*/ 25 w 64"/>
                  <a:gd name="T65" fmla="*/ 23 h 67"/>
                  <a:gd name="T66" fmla="*/ 26 w 64"/>
                  <a:gd name="T67" fmla="*/ 23 h 67"/>
                  <a:gd name="T68" fmla="*/ 38 w 64"/>
                  <a:gd name="T69" fmla="*/ 23 h 67"/>
                  <a:gd name="T70" fmla="*/ 42 w 64"/>
                  <a:gd name="T71" fmla="*/ 16 h 67"/>
                  <a:gd name="T72" fmla="*/ 45 w 64"/>
                  <a:gd name="T73" fmla="*/ 10 h 67"/>
                  <a:gd name="T74" fmla="*/ 48 w 64"/>
                  <a:gd name="T75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64" h="67">
                    <a:moveTo>
                      <a:pt x="48" y="0"/>
                    </a:moveTo>
                    <a:cubicBezTo>
                      <a:pt x="52" y="0"/>
                      <a:pt x="52" y="2"/>
                      <a:pt x="54" y="4"/>
                    </a:cubicBezTo>
                    <a:cubicBezTo>
                      <a:pt x="54" y="5"/>
                      <a:pt x="54" y="6"/>
                      <a:pt x="54" y="7"/>
                    </a:cubicBezTo>
                    <a:cubicBezTo>
                      <a:pt x="54" y="8"/>
                      <a:pt x="53" y="9"/>
                      <a:pt x="52" y="10"/>
                    </a:cubicBezTo>
                    <a:cubicBezTo>
                      <a:pt x="51" y="12"/>
                      <a:pt x="51" y="13"/>
                      <a:pt x="50" y="15"/>
                    </a:cubicBezTo>
                    <a:cubicBezTo>
                      <a:pt x="49" y="17"/>
                      <a:pt x="48" y="19"/>
                      <a:pt x="47" y="21"/>
                    </a:cubicBezTo>
                    <a:cubicBezTo>
                      <a:pt x="49" y="21"/>
                      <a:pt x="50" y="21"/>
                      <a:pt x="51" y="21"/>
                    </a:cubicBezTo>
                    <a:cubicBezTo>
                      <a:pt x="51" y="20"/>
                      <a:pt x="51" y="20"/>
                      <a:pt x="51" y="20"/>
                    </a:cubicBezTo>
                    <a:cubicBezTo>
                      <a:pt x="54" y="20"/>
                      <a:pt x="57" y="20"/>
                      <a:pt x="60" y="20"/>
                    </a:cubicBezTo>
                    <a:cubicBezTo>
                      <a:pt x="60" y="21"/>
                      <a:pt x="60" y="21"/>
                      <a:pt x="60" y="22"/>
                    </a:cubicBezTo>
                    <a:cubicBezTo>
                      <a:pt x="59" y="22"/>
                      <a:pt x="59" y="23"/>
                      <a:pt x="58" y="24"/>
                    </a:cubicBezTo>
                    <a:cubicBezTo>
                      <a:pt x="56" y="25"/>
                      <a:pt x="53" y="26"/>
                      <a:pt x="51" y="27"/>
                    </a:cubicBezTo>
                    <a:cubicBezTo>
                      <a:pt x="49" y="28"/>
                      <a:pt x="47" y="28"/>
                      <a:pt x="45" y="29"/>
                    </a:cubicBezTo>
                    <a:cubicBezTo>
                      <a:pt x="43" y="30"/>
                      <a:pt x="38" y="38"/>
                      <a:pt x="37" y="40"/>
                    </a:cubicBezTo>
                    <a:cubicBezTo>
                      <a:pt x="42" y="43"/>
                      <a:pt x="46" y="48"/>
                      <a:pt x="52" y="51"/>
                    </a:cubicBezTo>
                    <a:cubicBezTo>
                      <a:pt x="55" y="52"/>
                      <a:pt x="60" y="52"/>
                      <a:pt x="64" y="52"/>
                    </a:cubicBezTo>
                    <a:cubicBezTo>
                      <a:pt x="64" y="52"/>
                      <a:pt x="64" y="52"/>
                      <a:pt x="64" y="53"/>
                    </a:cubicBezTo>
                    <a:cubicBezTo>
                      <a:pt x="64" y="53"/>
                      <a:pt x="64" y="53"/>
                      <a:pt x="64" y="54"/>
                    </a:cubicBezTo>
                    <a:cubicBezTo>
                      <a:pt x="62" y="54"/>
                      <a:pt x="59" y="55"/>
                      <a:pt x="58" y="56"/>
                    </a:cubicBezTo>
                    <a:cubicBezTo>
                      <a:pt x="57" y="57"/>
                      <a:pt x="57" y="58"/>
                      <a:pt x="56" y="59"/>
                    </a:cubicBezTo>
                    <a:cubicBezTo>
                      <a:pt x="55" y="60"/>
                      <a:pt x="52" y="60"/>
                      <a:pt x="50" y="60"/>
                    </a:cubicBezTo>
                    <a:cubicBezTo>
                      <a:pt x="49" y="58"/>
                      <a:pt x="46" y="58"/>
                      <a:pt x="45" y="56"/>
                    </a:cubicBezTo>
                    <a:cubicBezTo>
                      <a:pt x="44" y="54"/>
                      <a:pt x="43" y="51"/>
                      <a:pt x="41" y="49"/>
                    </a:cubicBezTo>
                    <a:cubicBezTo>
                      <a:pt x="41" y="47"/>
                      <a:pt x="39" y="46"/>
                      <a:pt x="38" y="45"/>
                    </a:cubicBezTo>
                    <a:cubicBezTo>
                      <a:pt x="38" y="44"/>
                      <a:pt x="37" y="42"/>
                      <a:pt x="35" y="42"/>
                    </a:cubicBezTo>
                    <a:cubicBezTo>
                      <a:pt x="34" y="45"/>
                      <a:pt x="31" y="47"/>
                      <a:pt x="29" y="49"/>
                    </a:cubicBezTo>
                    <a:cubicBezTo>
                      <a:pt x="25" y="55"/>
                      <a:pt x="20" y="58"/>
                      <a:pt x="14" y="61"/>
                    </a:cubicBezTo>
                    <a:cubicBezTo>
                      <a:pt x="10" y="64"/>
                      <a:pt x="6" y="67"/>
                      <a:pt x="0" y="67"/>
                    </a:cubicBezTo>
                    <a:cubicBezTo>
                      <a:pt x="0" y="67"/>
                      <a:pt x="0" y="67"/>
                      <a:pt x="0" y="66"/>
                    </a:cubicBezTo>
                    <a:cubicBezTo>
                      <a:pt x="4" y="65"/>
                      <a:pt x="6" y="62"/>
                      <a:pt x="9" y="60"/>
                    </a:cubicBezTo>
                    <a:cubicBezTo>
                      <a:pt x="16" y="55"/>
                      <a:pt x="22" y="48"/>
                      <a:pt x="27" y="40"/>
                    </a:cubicBezTo>
                    <a:cubicBezTo>
                      <a:pt x="29" y="37"/>
                      <a:pt x="32" y="34"/>
                      <a:pt x="33" y="31"/>
                    </a:cubicBezTo>
                    <a:cubicBezTo>
                      <a:pt x="30" y="30"/>
                      <a:pt x="25" y="26"/>
                      <a:pt x="25" y="23"/>
                    </a:cubicBezTo>
                    <a:cubicBezTo>
                      <a:pt x="25" y="23"/>
                      <a:pt x="26" y="23"/>
                      <a:pt x="26" y="23"/>
                    </a:cubicBezTo>
                    <a:cubicBezTo>
                      <a:pt x="29" y="25"/>
                      <a:pt x="34" y="24"/>
                      <a:pt x="38" y="23"/>
                    </a:cubicBezTo>
                    <a:cubicBezTo>
                      <a:pt x="39" y="21"/>
                      <a:pt x="41" y="19"/>
                      <a:pt x="42" y="16"/>
                    </a:cubicBezTo>
                    <a:cubicBezTo>
                      <a:pt x="43" y="14"/>
                      <a:pt x="44" y="12"/>
                      <a:pt x="45" y="10"/>
                    </a:cubicBezTo>
                    <a:cubicBezTo>
                      <a:pt x="46" y="7"/>
                      <a:pt x="48" y="4"/>
                      <a:pt x="4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27" name="iṡḻíďê"/>
              <p:cNvSpPr/>
              <p:nvPr/>
            </p:nvSpPr>
            <p:spPr bwMode="auto">
              <a:xfrm>
                <a:off x="6408738" y="3132138"/>
                <a:ext cx="171450" cy="85725"/>
              </a:xfrm>
              <a:custGeom>
                <a:avLst/>
                <a:gdLst>
                  <a:gd name="T0" fmla="*/ 6 w 32"/>
                  <a:gd name="T1" fmla="*/ 0 h 16"/>
                  <a:gd name="T2" fmla="*/ 17 w 32"/>
                  <a:gd name="T3" fmla="*/ 4 h 16"/>
                  <a:gd name="T4" fmla="*/ 18 w 32"/>
                  <a:gd name="T5" fmla="*/ 8 h 16"/>
                  <a:gd name="T6" fmla="*/ 24 w 32"/>
                  <a:gd name="T7" fmla="*/ 7 h 16"/>
                  <a:gd name="T8" fmla="*/ 25 w 32"/>
                  <a:gd name="T9" fmla="*/ 5 h 16"/>
                  <a:gd name="T10" fmla="*/ 31 w 32"/>
                  <a:gd name="T11" fmla="*/ 6 h 16"/>
                  <a:gd name="T12" fmla="*/ 32 w 32"/>
                  <a:gd name="T13" fmla="*/ 8 h 16"/>
                  <a:gd name="T14" fmla="*/ 31 w 32"/>
                  <a:gd name="T15" fmla="*/ 9 h 16"/>
                  <a:gd name="T16" fmla="*/ 14 w 32"/>
                  <a:gd name="T17" fmla="*/ 15 h 16"/>
                  <a:gd name="T18" fmla="*/ 14 w 32"/>
                  <a:gd name="T19" fmla="*/ 14 h 16"/>
                  <a:gd name="T20" fmla="*/ 16 w 32"/>
                  <a:gd name="T21" fmla="*/ 13 h 16"/>
                  <a:gd name="T22" fmla="*/ 16 w 32"/>
                  <a:gd name="T23" fmla="*/ 13 h 16"/>
                  <a:gd name="T24" fmla="*/ 15 w 32"/>
                  <a:gd name="T25" fmla="*/ 13 h 16"/>
                  <a:gd name="T26" fmla="*/ 13 w 32"/>
                  <a:gd name="T27" fmla="*/ 14 h 16"/>
                  <a:gd name="T28" fmla="*/ 0 w 32"/>
                  <a:gd name="T29" fmla="*/ 16 h 16"/>
                  <a:gd name="T30" fmla="*/ 0 w 32"/>
                  <a:gd name="T31" fmla="*/ 15 h 16"/>
                  <a:gd name="T32" fmla="*/ 9 w 32"/>
                  <a:gd name="T33" fmla="*/ 6 h 16"/>
                  <a:gd name="T34" fmla="*/ 6 w 32"/>
                  <a:gd name="T3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2" h="16">
                    <a:moveTo>
                      <a:pt x="6" y="0"/>
                    </a:moveTo>
                    <a:cubicBezTo>
                      <a:pt x="9" y="0"/>
                      <a:pt x="16" y="2"/>
                      <a:pt x="17" y="4"/>
                    </a:cubicBezTo>
                    <a:cubicBezTo>
                      <a:pt x="18" y="5"/>
                      <a:pt x="18" y="7"/>
                      <a:pt x="18" y="8"/>
                    </a:cubicBezTo>
                    <a:cubicBezTo>
                      <a:pt x="19" y="8"/>
                      <a:pt x="23" y="7"/>
                      <a:pt x="24" y="7"/>
                    </a:cubicBezTo>
                    <a:cubicBezTo>
                      <a:pt x="24" y="6"/>
                      <a:pt x="24" y="6"/>
                      <a:pt x="25" y="5"/>
                    </a:cubicBezTo>
                    <a:cubicBezTo>
                      <a:pt x="25" y="5"/>
                      <a:pt x="30" y="6"/>
                      <a:pt x="31" y="6"/>
                    </a:cubicBezTo>
                    <a:cubicBezTo>
                      <a:pt x="32" y="6"/>
                      <a:pt x="32" y="7"/>
                      <a:pt x="32" y="8"/>
                    </a:cubicBezTo>
                    <a:cubicBezTo>
                      <a:pt x="32" y="8"/>
                      <a:pt x="32" y="9"/>
                      <a:pt x="31" y="9"/>
                    </a:cubicBezTo>
                    <a:cubicBezTo>
                      <a:pt x="25" y="10"/>
                      <a:pt x="21" y="15"/>
                      <a:pt x="14" y="15"/>
                    </a:cubicBezTo>
                    <a:cubicBezTo>
                      <a:pt x="14" y="15"/>
                      <a:pt x="14" y="15"/>
                      <a:pt x="14" y="14"/>
                    </a:cubicBezTo>
                    <a:cubicBezTo>
                      <a:pt x="15" y="14"/>
                      <a:pt x="15" y="13"/>
                      <a:pt x="16" y="13"/>
                    </a:cubicBezTo>
                    <a:cubicBezTo>
                      <a:pt x="16" y="13"/>
                      <a:pt x="16" y="13"/>
                      <a:pt x="16" y="13"/>
                    </a:cubicBezTo>
                    <a:cubicBezTo>
                      <a:pt x="16" y="13"/>
                      <a:pt x="15" y="13"/>
                      <a:pt x="15" y="13"/>
                    </a:cubicBezTo>
                    <a:cubicBezTo>
                      <a:pt x="14" y="13"/>
                      <a:pt x="14" y="13"/>
                      <a:pt x="13" y="14"/>
                    </a:cubicBezTo>
                    <a:cubicBezTo>
                      <a:pt x="9" y="15"/>
                      <a:pt x="5" y="16"/>
                      <a:pt x="0" y="16"/>
                    </a:cubicBezTo>
                    <a:cubicBezTo>
                      <a:pt x="0" y="16"/>
                      <a:pt x="0" y="15"/>
                      <a:pt x="0" y="15"/>
                    </a:cubicBezTo>
                    <a:cubicBezTo>
                      <a:pt x="4" y="15"/>
                      <a:pt x="9" y="11"/>
                      <a:pt x="9" y="6"/>
                    </a:cubicBezTo>
                    <a:cubicBezTo>
                      <a:pt x="8" y="6"/>
                      <a:pt x="6" y="0"/>
                      <a:pt x="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28" name="iś1iḓe"/>
              <p:cNvSpPr/>
              <p:nvPr/>
            </p:nvSpPr>
            <p:spPr bwMode="auto">
              <a:xfrm>
                <a:off x="6376988" y="3235325"/>
                <a:ext cx="160338" cy="90488"/>
              </a:xfrm>
              <a:custGeom>
                <a:avLst/>
                <a:gdLst>
                  <a:gd name="T0" fmla="*/ 21 w 30"/>
                  <a:gd name="T1" fmla="*/ 8 h 17"/>
                  <a:gd name="T2" fmla="*/ 22 w 30"/>
                  <a:gd name="T3" fmla="*/ 3 h 17"/>
                  <a:gd name="T4" fmla="*/ 22 w 30"/>
                  <a:gd name="T5" fmla="*/ 3 h 17"/>
                  <a:gd name="T6" fmla="*/ 21 w 30"/>
                  <a:gd name="T7" fmla="*/ 3 h 17"/>
                  <a:gd name="T8" fmla="*/ 16 w 30"/>
                  <a:gd name="T9" fmla="*/ 9 h 17"/>
                  <a:gd name="T10" fmla="*/ 6 w 30"/>
                  <a:gd name="T11" fmla="*/ 13 h 17"/>
                  <a:gd name="T12" fmla="*/ 0 w 30"/>
                  <a:gd name="T13" fmla="*/ 13 h 17"/>
                  <a:gd name="T14" fmla="*/ 1 w 30"/>
                  <a:gd name="T15" fmla="*/ 11 h 17"/>
                  <a:gd name="T16" fmla="*/ 4 w 30"/>
                  <a:gd name="T17" fmla="*/ 9 h 17"/>
                  <a:gd name="T18" fmla="*/ 11 w 30"/>
                  <a:gd name="T19" fmla="*/ 3 h 17"/>
                  <a:gd name="T20" fmla="*/ 11 w 30"/>
                  <a:gd name="T21" fmla="*/ 6 h 17"/>
                  <a:gd name="T22" fmla="*/ 11 w 30"/>
                  <a:gd name="T23" fmla="*/ 6 h 17"/>
                  <a:gd name="T24" fmla="*/ 15 w 30"/>
                  <a:gd name="T25" fmla="*/ 5 h 17"/>
                  <a:gd name="T26" fmla="*/ 25 w 30"/>
                  <a:gd name="T27" fmla="*/ 1 h 17"/>
                  <a:gd name="T28" fmla="*/ 29 w 30"/>
                  <a:gd name="T29" fmla="*/ 2 h 17"/>
                  <a:gd name="T30" fmla="*/ 30 w 30"/>
                  <a:gd name="T31" fmla="*/ 3 h 17"/>
                  <a:gd name="T32" fmla="*/ 28 w 30"/>
                  <a:gd name="T33" fmla="*/ 7 h 17"/>
                  <a:gd name="T34" fmla="*/ 21 w 30"/>
                  <a:gd name="T35" fmla="*/ 8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" h="17">
                    <a:moveTo>
                      <a:pt x="21" y="8"/>
                    </a:moveTo>
                    <a:cubicBezTo>
                      <a:pt x="21" y="6"/>
                      <a:pt x="23" y="4"/>
                      <a:pt x="22" y="3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4"/>
                      <a:pt x="18" y="7"/>
                      <a:pt x="16" y="9"/>
                    </a:cubicBezTo>
                    <a:cubicBezTo>
                      <a:pt x="13" y="11"/>
                      <a:pt x="9" y="12"/>
                      <a:pt x="6" y="13"/>
                    </a:cubicBezTo>
                    <a:cubicBezTo>
                      <a:pt x="4" y="14"/>
                      <a:pt x="0" y="17"/>
                      <a:pt x="0" y="13"/>
                    </a:cubicBezTo>
                    <a:cubicBezTo>
                      <a:pt x="1" y="13"/>
                      <a:pt x="1" y="12"/>
                      <a:pt x="1" y="11"/>
                    </a:cubicBezTo>
                    <a:cubicBezTo>
                      <a:pt x="2" y="10"/>
                      <a:pt x="3" y="9"/>
                      <a:pt x="4" y="9"/>
                    </a:cubicBezTo>
                    <a:cubicBezTo>
                      <a:pt x="6" y="7"/>
                      <a:pt x="9" y="4"/>
                      <a:pt x="11" y="3"/>
                    </a:cubicBezTo>
                    <a:cubicBezTo>
                      <a:pt x="11" y="4"/>
                      <a:pt x="11" y="5"/>
                      <a:pt x="11" y="6"/>
                    </a:cubicBezTo>
                    <a:cubicBezTo>
                      <a:pt x="11" y="6"/>
                      <a:pt x="11" y="6"/>
                      <a:pt x="11" y="6"/>
                    </a:cubicBezTo>
                    <a:cubicBezTo>
                      <a:pt x="13" y="5"/>
                      <a:pt x="14" y="5"/>
                      <a:pt x="15" y="5"/>
                    </a:cubicBezTo>
                    <a:cubicBezTo>
                      <a:pt x="18" y="3"/>
                      <a:pt x="21" y="0"/>
                      <a:pt x="25" y="1"/>
                    </a:cubicBezTo>
                    <a:cubicBezTo>
                      <a:pt x="26" y="1"/>
                      <a:pt x="28" y="2"/>
                      <a:pt x="29" y="2"/>
                    </a:cubicBezTo>
                    <a:cubicBezTo>
                      <a:pt x="29" y="3"/>
                      <a:pt x="29" y="3"/>
                      <a:pt x="30" y="3"/>
                    </a:cubicBezTo>
                    <a:cubicBezTo>
                      <a:pt x="30" y="5"/>
                      <a:pt x="30" y="7"/>
                      <a:pt x="28" y="7"/>
                    </a:cubicBezTo>
                    <a:cubicBezTo>
                      <a:pt x="28" y="8"/>
                      <a:pt x="23" y="8"/>
                      <a:pt x="21" y="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29" name="îšlíḑè"/>
              <p:cNvSpPr/>
              <p:nvPr/>
            </p:nvSpPr>
            <p:spPr bwMode="auto">
              <a:xfrm>
                <a:off x="6307138" y="3316288"/>
                <a:ext cx="300038" cy="198438"/>
              </a:xfrm>
              <a:custGeom>
                <a:avLst/>
                <a:gdLst>
                  <a:gd name="T0" fmla="*/ 29 w 56"/>
                  <a:gd name="T1" fmla="*/ 0 h 37"/>
                  <a:gd name="T2" fmla="*/ 31 w 56"/>
                  <a:gd name="T3" fmla="*/ 0 h 37"/>
                  <a:gd name="T4" fmla="*/ 34 w 56"/>
                  <a:gd name="T5" fmla="*/ 2 h 37"/>
                  <a:gd name="T6" fmla="*/ 36 w 56"/>
                  <a:gd name="T7" fmla="*/ 6 h 37"/>
                  <a:gd name="T8" fmla="*/ 35 w 56"/>
                  <a:gd name="T9" fmla="*/ 10 h 37"/>
                  <a:gd name="T10" fmla="*/ 33 w 56"/>
                  <a:gd name="T11" fmla="*/ 13 h 37"/>
                  <a:gd name="T12" fmla="*/ 36 w 56"/>
                  <a:gd name="T13" fmla="*/ 17 h 37"/>
                  <a:gd name="T14" fmla="*/ 44 w 56"/>
                  <a:gd name="T15" fmla="*/ 27 h 37"/>
                  <a:gd name="T16" fmla="*/ 47 w 56"/>
                  <a:gd name="T17" fmla="*/ 30 h 37"/>
                  <a:gd name="T18" fmla="*/ 56 w 56"/>
                  <a:gd name="T19" fmla="*/ 34 h 37"/>
                  <a:gd name="T20" fmla="*/ 53 w 56"/>
                  <a:gd name="T21" fmla="*/ 35 h 37"/>
                  <a:gd name="T22" fmla="*/ 50 w 56"/>
                  <a:gd name="T23" fmla="*/ 35 h 37"/>
                  <a:gd name="T24" fmla="*/ 46 w 56"/>
                  <a:gd name="T25" fmla="*/ 36 h 37"/>
                  <a:gd name="T26" fmla="*/ 39 w 56"/>
                  <a:gd name="T27" fmla="*/ 35 h 37"/>
                  <a:gd name="T28" fmla="*/ 33 w 56"/>
                  <a:gd name="T29" fmla="*/ 26 h 37"/>
                  <a:gd name="T30" fmla="*/ 28 w 56"/>
                  <a:gd name="T31" fmla="*/ 17 h 37"/>
                  <a:gd name="T32" fmla="*/ 28 w 56"/>
                  <a:gd name="T33" fmla="*/ 17 h 37"/>
                  <a:gd name="T34" fmla="*/ 12 w 56"/>
                  <a:gd name="T35" fmla="*/ 32 h 37"/>
                  <a:gd name="T36" fmla="*/ 0 w 56"/>
                  <a:gd name="T37" fmla="*/ 35 h 37"/>
                  <a:gd name="T38" fmla="*/ 0 w 56"/>
                  <a:gd name="T39" fmla="*/ 34 h 37"/>
                  <a:gd name="T40" fmla="*/ 0 w 56"/>
                  <a:gd name="T41" fmla="*/ 34 h 37"/>
                  <a:gd name="T42" fmla="*/ 3 w 56"/>
                  <a:gd name="T43" fmla="*/ 34 h 37"/>
                  <a:gd name="T44" fmla="*/ 9 w 56"/>
                  <a:gd name="T45" fmla="*/ 30 h 37"/>
                  <a:gd name="T46" fmla="*/ 15 w 56"/>
                  <a:gd name="T47" fmla="*/ 24 h 37"/>
                  <a:gd name="T48" fmla="*/ 19 w 56"/>
                  <a:gd name="T49" fmla="*/ 19 h 37"/>
                  <a:gd name="T50" fmla="*/ 24 w 56"/>
                  <a:gd name="T51" fmla="*/ 11 h 37"/>
                  <a:gd name="T52" fmla="*/ 18 w 56"/>
                  <a:gd name="T53" fmla="*/ 1 h 37"/>
                  <a:gd name="T54" fmla="*/ 26 w 56"/>
                  <a:gd name="T55" fmla="*/ 7 h 37"/>
                  <a:gd name="T56" fmla="*/ 26 w 56"/>
                  <a:gd name="T57" fmla="*/ 7 h 37"/>
                  <a:gd name="T58" fmla="*/ 26 w 56"/>
                  <a:gd name="T59" fmla="*/ 7 h 37"/>
                  <a:gd name="T60" fmla="*/ 29 w 56"/>
                  <a:gd name="T61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56" h="37">
                    <a:moveTo>
                      <a:pt x="29" y="0"/>
                    </a:moveTo>
                    <a:cubicBezTo>
                      <a:pt x="30" y="0"/>
                      <a:pt x="30" y="0"/>
                      <a:pt x="31" y="0"/>
                    </a:cubicBezTo>
                    <a:cubicBezTo>
                      <a:pt x="31" y="1"/>
                      <a:pt x="33" y="1"/>
                      <a:pt x="34" y="2"/>
                    </a:cubicBezTo>
                    <a:cubicBezTo>
                      <a:pt x="35" y="4"/>
                      <a:pt x="35" y="5"/>
                      <a:pt x="36" y="6"/>
                    </a:cubicBezTo>
                    <a:cubicBezTo>
                      <a:pt x="36" y="7"/>
                      <a:pt x="36" y="9"/>
                      <a:pt x="35" y="10"/>
                    </a:cubicBezTo>
                    <a:cubicBezTo>
                      <a:pt x="34" y="11"/>
                      <a:pt x="33" y="11"/>
                      <a:pt x="33" y="13"/>
                    </a:cubicBezTo>
                    <a:cubicBezTo>
                      <a:pt x="34" y="15"/>
                      <a:pt x="35" y="16"/>
                      <a:pt x="36" y="17"/>
                    </a:cubicBezTo>
                    <a:cubicBezTo>
                      <a:pt x="38" y="21"/>
                      <a:pt x="41" y="24"/>
                      <a:pt x="44" y="27"/>
                    </a:cubicBezTo>
                    <a:cubicBezTo>
                      <a:pt x="45" y="28"/>
                      <a:pt x="46" y="29"/>
                      <a:pt x="47" y="30"/>
                    </a:cubicBezTo>
                    <a:cubicBezTo>
                      <a:pt x="49" y="31"/>
                      <a:pt x="56" y="32"/>
                      <a:pt x="56" y="34"/>
                    </a:cubicBezTo>
                    <a:cubicBezTo>
                      <a:pt x="55" y="34"/>
                      <a:pt x="54" y="35"/>
                      <a:pt x="53" y="35"/>
                    </a:cubicBezTo>
                    <a:cubicBezTo>
                      <a:pt x="52" y="35"/>
                      <a:pt x="51" y="35"/>
                      <a:pt x="50" y="35"/>
                    </a:cubicBezTo>
                    <a:cubicBezTo>
                      <a:pt x="48" y="35"/>
                      <a:pt x="47" y="36"/>
                      <a:pt x="46" y="36"/>
                    </a:cubicBezTo>
                    <a:cubicBezTo>
                      <a:pt x="43" y="37"/>
                      <a:pt x="41" y="36"/>
                      <a:pt x="39" y="35"/>
                    </a:cubicBezTo>
                    <a:cubicBezTo>
                      <a:pt x="35" y="32"/>
                      <a:pt x="35" y="31"/>
                      <a:pt x="33" y="26"/>
                    </a:cubicBezTo>
                    <a:cubicBezTo>
                      <a:pt x="31" y="23"/>
                      <a:pt x="30" y="20"/>
                      <a:pt x="28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3" y="24"/>
                      <a:pt x="19" y="27"/>
                      <a:pt x="12" y="32"/>
                    </a:cubicBezTo>
                    <a:cubicBezTo>
                      <a:pt x="9" y="34"/>
                      <a:pt x="6" y="36"/>
                      <a:pt x="0" y="35"/>
                    </a:cubicBezTo>
                    <a:cubicBezTo>
                      <a:pt x="0" y="35"/>
                      <a:pt x="0" y="34"/>
                      <a:pt x="0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2" y="34"/>
                      <a:pt x="3" y="34"/>
                    </a:cubicBezTo>
                    <a:cubicBezTo>
                      <a:pt x="5" y="33"/>
                      <a:pt x="7" y="32"/>
                      <a:pt x="9" y="30"/>
                    </a:cubicBezTo>
                    <a:cubicBezTo>
                      <a:pt x="11" y="29"/>
                      <a:pt x="13" y="26"/>
                      <a:pt x="15" y="24"/>
                    </a:cubicBezTo>
                    <a:cubicBezTo>
                      <a:pt x="16" y="22"/>
                      <a:pt x="18" y="21"/>
                      <a:pt x="19" y="19"/>
                    </a:cubicBezTo>
                    <a:cubicBezTo>
                      <a:pt x="21" y="16"/>
                      <a:pt x="22" y="13"/>
                      <a:pt x="24" y="11"/>
                    </a:cubicBezTo>
                    <a:cubicBezTo>
                      <a:pt x="23" y="7"/>
                      <a:pt x="18" y="4"/>
                      <a:pt x="18" y="1"/>
                    </a:cubicBezTo>
                    <a:cubicBezTo>
                      <a:pt x="21" y="1"/>
                      <a:pt x="25" y="5"/>
                      <a:pt x="26" y="7"/>
                    </a:cubicBezTo>
                    <a:cubicBezTo>
                      <a:pt x="26" y="7"/>
                      <a:pt x="26" y="7"/>
                      <a:pt x="26" y="7"/>
                    </a:cubicBezTo>
                    <a:cubicBezTo>
                      <a:pt x="26" y="7"/>
                      <a:pt x="26" y="7"/>
                      <a:pt x="26" y="7"/>
                    </a:cubicBezTo>
                    <a:cubicBezTo>
                      <a:pt x="28" y="5"/>
                      <a:pt x="29" y="2"/>
                      <a:pt x="2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0" name="ïŝľíḋe"/>
              <p:cNvSpPr/>
              <p:nvPr/>
            </p:nvSpPr>
            <p:spPr bwMode="auto">
              <a:xfrm>
                <a:off x="6751638" y="3121025"/>
                <a:ext cx="185738" cy="134938"/>
              </a:xfrm>
              <a:custGeom>
                <a:avLst/>
                <a:gdLst>
                  <a:gd name="T0" fmla="*/ 17 w 35"/>
                  <a:gd name="T1" fmla="*/ 25 h 25"/>
                  <a:gd name="T2" fmla="*/ 17 w 35"/>
                  <a:gd name="T3" fmla="*/ 24 h 25"/>
                  <a:gd name="T4" fmla="*/ 22 w 35"/>
                  <a:gd name="T5" fmla="*/ 19 h 25"/>
                  <a:gd name="T6" fmla="*/ 22 w 35"/>
                  <a:gd name="T7" fmla="*/ 19 h 25"/>
                  <a:gd name="T8" fmla="*/ 21 w 35"/>
                  <a:gd name="T9" fmla="*/ 15 h 25"/>
                  <a:gd name="T10" fmla="*/ 27 w 35"/>
                  <a:gd name="T11" fmla="*/ 8 h 25"/>
                  <a:gd name="T12" fmla="*/ 26 w 35"/>
                  <a:gd name="T13" fmla="*/ 8 h 25"/>
                  <a:gd name="T14" fmla="*/ 22 w 35"/>
                  <a:gd name="T15" fmla="*/ 10 h 25"/>
                  <a:gd name="T16" fmla="*/ 15 w 35"/>
                  <a:gd name="T17" fmla="*/ 17 h 25"/>
                  <a:gd name="T18" fmla="*/ 11 w 35"/>
                  <a:gd name="T19" fmla="*/ 21 h 25"/>
                  <a:gd name="T20" fmla="*/ 0 w 35"/>
                  <a:gd name="T21" fmla="*/ 20 h 25"/>
                  <a:gd name="T22" fmla="*/ 10 w 35"/>
                  <a:gd name="T23" fmla="*/ 13 h 25"/>
                  <a:gd name="T24" fmla="*/ 22 w 35"/>
                  <a:gd name="T25" fmla="*/ 5 h 25"/>
                  <a:gd name="T26" fmla="*/ 24 w 35"/>
                  <a:gd name="T27" fmla="*/ 3 h 25"/>
                  <a:gd name="T28" fmla="*/ 28 w 35"/>
                  <a:gd name="T29" fmla="*/ 2 h 25"/>
                  <a:gd name="T30" fmla="*/ 29 w 35"/>
                  <a:gd name="T31" fmla="*/ 0 h 25"/>
                  <a:gd name="T32" fmla="*/ 34 w 35"/>
                  <a:gd name="T33" fmla="*/ 0 h 25"/>
                  <a:gd name="T34" fmla="*/ 34 w 35"/>
                  <a:gd name="T35" fmla="*/ 0 h 25"/>
                  <a:gd name="T36" fmla="*/ 35 w 35"/>
                  <a:gd name="T37" fmla="*/ 4 h 25"/>
                  <a:gd name="T38" fmla="*/ 33 w 35"/>
                  <a:gd name="T39" fmla="*/ 7 h 25"/>
                  <a:gd name="T40" fmla="*/ 31 w 35"/>
                  <a:gd name="T41" fmla="*/ 9 h 25"/>
                  <a:gd name="T42" fmla="*/ 26 w 35"/>
                  <a:gd name="T43" fmla="*/ 15 h 25"/>
                  <a:gd name="T44" fmla="*/ 26 w 35"/>
                  <a:gd name="T45" fmla="*/ 15 h 25"/>
                  <a:gd name="T46" fmla="*/ 29 w 35"/>
                  <a:gd name="T47" fmla="*/ 18 h 25"/>
                  <a:gd name="T48" fmla="*/ 29 w 35"/>
                  <a:gd name="T49" fmla="*/ 19 h 25"/>
                  <a:gd name="T50" fmla="*/ 17 w 35"/>
                  <a:gd name="T51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5" h="25">
                    <a:moveTo>
                      <a:pt x="17" y="25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9" y="23"/>
                      <a:pt x="21" y="21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1" y="18"/>
                      <a:pt x="21" y="16"/>
                      <a:pt x="21" y="15"/>
                    </a:cubicBezTo>
                    <a:cubicBezTo>
                      <a:pt x="23" y="12"/>
                      <a:pt x="25" y="10"/>
                      <a:pt x="27" y="8"/>
                    </a:cubicBezTo>
                    <a:cubicBezTo>
                      <a:pt x="27" y="8"/>
                      <a:pt x="26" y="8"/>
                      <a:pt x="26" y="8"/>
                    </a:cubicBezTo>
                    <a:cubicBezTo>
                      <a:pt x="25" y="9"/>
                      <a:pt x="24" y="10"/>
                      <a:pt x="22" y="10"/>
                    </a:cubicBezTo>
                    <a:cubicBezTo>
                      <a:pt x="20" y="12"/>
                      <a:pt x="18" y="15"/>
                      <a:pt x="15" y="17"/>
                    </a:cubicBezTo>
                    <a:cubicBezTo>
                      <a:pt x="14" y="18"/>
                      <a:pt x="13" y="20"/>
                      <a:pt x="11" y="21"/>
                    </a:cubicBezTo>
                    <a:cubicBezTo>
                      <a:pt x="9" y="22"/>
                      <a:pt x="0" y="23"/>
                      <a:pt x="0" y="20"/>
                    </a:cubicBezTo>
                    <a:cubicBezTo>
                      <a:pt x="4" y="19"/>
                      <a:pt x="6" y="16"/>
                      <a:pt x="10" y="13"/>
                    </a:cubicBezTo>
                    <a:cubicBezTo>
                      <a:pt x="14" y="10"/>
                      <a:pt x="18" y="8"/>
                      <a:pt x="22" y="5"/>
                    </a:cubicBezTo>
                    <a:cubicBezTo>
                      <a:pt x="23" y="5"/>
                      <a:pt x="24" y="4"/>
                      <a:pt x="24" y="3"/>
                    </a:cubicBezTo>
                    <a:cubicBezTo>
                      <a:pt x="26" y="3"/>
                      <a:pt x="27" y="3"/>
                      <a:pt x="28" y="2"/>
                    </a:cubicBezTo>
                    <a:cubicBezTo>
                      <a:pt x="28" y="1"/>
                      <a:pt x="29" y="1"/>
                      <a:pt x="29" y="0"/>
                    </a:cubicBezTo>
                    <a:cubicBezTo>
                      <a:pt x="31" y="0"/>
                      <a:pt x="32" y="0"/>
                      <a:pt x="34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5" y="1"/>
                      <a:pt x="35" y="2"/>
                      <a:pt x="35" y="4"/>
                    </a:cubicBezTo>
                    <a:cubicBezTo>
                      <a:pt x="34" y="5"/>
                      <a:pt x="34" y="6"/>
                      <a:pt x="33" y="7"/>
                    </a:cubicBezTo>
                    <a:cubicBezTo>
                      <a:pt x="32" y="8"/>
                      <a:pt x="31" y="9"/>
                      <a:pt x="31" y="9"/>
                    </a:cubicBezTo>
                    <a:cubicBezTo>
                      <a:pt x="29" y="11"/>
                      <a:pt x="28" y="13"/>
                      <a:pt x="26" y="15"/>
                    </a:cubicBezTo>
                    <a:cubicBezTo>
                      <a:pt x="26" y="15"/>
                      <a:pt x="26" y="15"/>
                      <a:pt x="26" y="15"/>
                    </a:cubicBezTo>
                    <a:cubicBezTo>
                      <a:pt x="27" y="16"/>
                      <a:pt x="28" y="17"/>
                      <a:pt x="29" y="18"/>
                    </a:cubicBezTo>
                    <a:cubicBezTo>
                      <a:pt x="29" y="18"/>
                      <a:pt x="29" y="19"/>
                      <a:pt x="29" y="19"/>
                    </a:cubicBezTo>
                    <a:cubicBezTo>
                      <a:pt x="27" y="22"/>
                      <a:pt x="22" y="25"/>
                      <a:pt x="17" y="2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1" name="îṥ1ïḓê"/>
              <p:cNvSpPr/>
              <p:nvPr/>
            </p:nvSpPr>
            <p:spPr bwMode="auto">
              <a:xfrm>
                <a:off x="6713538" y="3325813"/>
                <a:ext cx="42863" cy="60325"/>
              </a:xfrm>
              <a:custGeom>
                <a:avLst/>
                <a:gdLst>
                  <a:gd name="T0" fmla="*/ 0 w 8"/>
                  <a:gd name="T1" fmla="*/ 0 h 11"/>
                  <a:gd name="T2" fmla="*/ 8 w 8"/>
                  <a:gd name="T3" fmla="*/ 10 h 11"/>
                  <a:gd name="T4" fmla="*/ 4 w 8"/>
                  <a:gd name="T5" fmla="*/ 11 h 11"/>
                  <a:gd name="T6" fmla="*/ 2 w 8"/>
                  <a:gd name="T7" fmla="*/ 10 h 11"/>
                  <a:gd name="T8" fmla="*/ 2 w 8"/>
                  <a:gd name="T9" fmla="*/ 8 h 11"/>
                  <a:gd name="T10" fmla="*/ 0 w 8"/>
                  <a:gd name="T11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11">
                    <a:moveTo>
                      <a:pt x="0" y="0"/>
                    </a:moveTo>
                    <a:cubicBezTo>
                      <a:pt x="4" y="0"/>
                      <a:pt x="8" y="5"/>
                      <a:pt x="8" y="10"/>
                    </a:cubicBezTo>
                    <a:cubicBezTo>
                      <a:pt x="7" y="10"/>
                      <a:pt x="6" y="11"/>
                      <a:pt x="4" y="11"/>
                    </a:cubicBezTo>
                    <a:cubicBezTo>
                      <a:pt x="4" y="10"/>
                      <a:pt x="3" y="10"/>
                      <a:pt x="2" y="10"/>
                    </a:cubicBezTo>
                    <a:cubicBezTo>
                      <a:pt x="2" y="9"/>
                      <a:pt x="2" y="9"/>
                      <a:pt x="2" y="8"/>
                    </a:cubicBezTo>
                    <a:cubicBezTo>
                      <a:pt x="1" y="6"/>
                      <a:pt x="0" y="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2" name="îśḷiďé"/>
              <p:cNvSpPr/>
              <p:nvPr/>
            </p:nvSpPr>
            <p:spPr bwMode="auto">
              <a:xfrm>
                <a:off x="6734175" y="3413125"/>
                <a:ext cx="26988" cy="38100"/>
              </a:xfrm>
              <a:custGeom>
                <a:avLst/>
                <a:gdLst>
                  <a:gd name="T0" fmla="*/ 0 w 5"/>
                  <a:gd name="T1" fmla="*/ 0 h 7"/>
                  <a:gd name="T2" fmla="*/ 1 w 5"/>
                  <a:gd name="T3" fmla="*/ 0 h 7"/>
                  <a:gd name="T4" fmla="*/ 5 w 5"/>
                  <a:gd name="T5" fmla="*/ 6 h 7"/>
                  <a:gd name="T6" fmla="*/ 3 w 5"/>
                  <a:gd name="T7" fmla="*/ 7 h 7"/>
                  <a:gd name="T8" fmla="*/ 1 w 5"/>
                  <a:gd name="T9" fmla="*/ 6 h 7"/>
                  <a:gd name="T10" fmla="*/ 1 w 5"/>
                  <a:gd name="T11" fmla="*/ 5 h 7"/>
                  <a:gd name="T12" fmla="*/ 0 w 5"/>
                  <a:gd name="T13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7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3" y="2"/>
                      <a:pt x="5" y="2"/>
                      <a:pt x="5" y="6"/>
                    </a:cubicBezTo>
                    <a:cubicBezTo>
                      <a:pt x="4" y="6"/>
                      <a:pt x="4" y="6"/>
                      <a:pt x="3" y="7"/>
                    </a:cubicBezTo>
                    <a:cubicBezTo>
                      <a:pt x="2" y="7"/>
                      <a:pt x="2" y="7"/>
                      <a:pt x="1" y="6"/>
                    </a:cubicBezTo>
                    <a:cubicBezTo>
                      <a:pt x="1" y="6"/>
                      <a:pt x="1" y="6"/>
                      <a:pt x="1" y="5"/>
                    </a:cubicBezTo>
                    <a:cubicBezTo>
                      <a:pt x="2" y="3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3" name="ïṩļïdè"/>
              <p:cNvSpPr/>
              <p:nvPr/>
            </p:nvSpPr>
            <p:spPr bwMode="auto">
              <a:xfrm>
                <a:off x="6681788" y="3440113"/>
                <a:ext cx="266700" cy="101600"/>
              </a:xfrm>
              <a:custGeom>
                <a:avLst/>
                <a:gdLst>
                  <a:gd name="T0" fmla="*/ 0 w 50"/>
                  <a:gd name="T1" fmla="*/ 0 h 19"/>
                  <a:gd name="T2" fmla="*/ 9 w 50"/>
                  <a:gd name="T3" fmla="*/ 2 h 19"/>
                  <a:gd name="T4" fmla="*/ 18 w 50"/>
                  <a:gd name="T5" fmla="*/ 4 h 19"/>
                  <a:gd name="T6" fmla="*/ 37 w 50"/>
                  <a:gd name="T7" fmla="*/ 10 h 19"/>
                  <a:gd name="T8" fmla="*/ 50 w 50"/>
                  <a:gd name="T9" fmla="*/ 9 h 19"/>
                  <a:gd name="T10" fmla="*/ 50 w 50"/>
                  <a:gd name="T11" fmla="*/ 10 h 19"/>
                  <a:gd name="T12" fmla="*/ 50 w 50"/>
                  <a:gd name="T13" fmla="*/ 11 h 19"/>
                  <a:gd name="T14" fmla="*/ 46 w 50"/>
                  <a:gd name="T15" fmla="*/ 13 h 19"/>
                  <a:gd name="T16" fmla="*/ 42 w 50"/>
                  <a:gd name="T17" fmla="*/ 14 h 19"/>
                  <a:gd name="T18" fmla="*/ 38 w 50"/>
                  <a:gd name="T19" fmla="*/ 18 h 19"/>
                  <a:gd name="T20" fmla="*/ 25 w 50"/>
                  <a:gd name="T21" fmla="*/ 13 h 19"/>
                  <a:gd name="T22" fmla="*/ 11 w 50"/>
                  <a:gd name="T23" fmla="*/ 6 h 19"/>
                  <a:gd name="T24" fmla="*/ 0 w 50"/>
                  <a:gd name="T25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" h="19">
                    <a:moveTo>
                      <a:pt x="0" y="0"/>
                    </a:moveTo>
                    <a:cubicBezTo>
                      <a:pt x="3" y="0"/>
                      <a:pt x="7" y="1"/>
                      <a:pt x="9" y="2"/>
                    </a:cubicBezTo>
                    <a:cubicBezTo>
                      <a:pt x="12" y="3"/>
                      <a:pt x="15" y="3"/>
                      <a:pt x="18" y="4"/>
                    </a:cubicBezTo>
                    <a:cubicBezTo>
                      <a:pt x="24" y="6"/>
                      <a:pt x="30" y="8"/>
                      <a:pt x="37" y="10"/>
                    </a:cubicBezTo>
                    <a:cubicBezTo>
                      <a:pt x="40" y="11"/>
                      <a:pt x="46" y="9"/>
                      <a:pt x="50" y="9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11"/>
                      <a:pt x="50" y="10"/>
                      <a:pt x="50" y="11"/>
                    </a:cubicBezTo>
                    <a:cubicBezTo>
                      <a:pt x="49" y="11"/>
                      <a:pt x="48" y="12"/>
                      <a:pt x="46" y="13"/>
                    </a:cubicBezTo>
                    <a:cubicBezTo>
                      <a:pt x="45" y="14"/>
                      <a:pt x="43" y="14"/>
                      <a:pt x="42" y="14"/>
                    </a:cubicBezTo>
                    <a:cubicBezTo>
                      <a:pt x="41" y="15"/>
                      <a:pt x="38" y="18"/>
                      <a:pt x="38" y="18"/>
                    </a:cubicBezTo>
                    <a:cubicBezTo>
                      <a:pt x="31" y="19"/>
                      <a:pt x="29" y="15"/>
                      <a:pt x="25" y="13"/>
                    </a:cubicBezTo>
                    <a:cubicBezTo>
                      <a:pt x="21" y="10"/>
                      <a:pt x="16" y="8"/>
                      <a:pt x="11" y="6"/>
                    </a:cubicBezTo>
                    <a:cubicBezTo>
                      <a:pt x="7" y="4"/>
                      <a:pt x="1" y="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4" name="îşľïḓe"/>
              <p:cNvSpPr/>
              <p:nvPr/>
            </p:nvSpPr>
            <p:spPr bwMode="auto">
              <a:xfrm>
                <a:off x="6761163" y="3240088"/>
                <a:ext cx="171450" cy="215900"/>
              </a:xfrm>
              <a:custGeom>
                <a:avLst/>
                <a:gdLst>
                  <a:gd name="T0" fmla="*/ 7 w 32"/>
                  <a:gd name="T1" fmla="*/ 13 h 40"/>
                  <a:gd name="T2" fmla="*/ 7 w 32"/>
                  <a:gd name="T3" fmla="*/ 17 h 40"/>
                  <a:gd name="T4" fmla="*/ 7 w 32"/>
                  <a:gd name="T5" fmla="*/ 17 h 40"/>
                  <a:gd name="T6" fmla="*/ 11 w 32"/>
                  <a:gd name="T7" fmla="*/ 12 h 40"/>
                  <a:gd name="T8" fmla="*/ 20 w 32"/>
                  <a:gd name="T9" fmla="*/ 3 h 40"/>
                  <a:gd name="T10" fmla="*/ 30 w 32"/>
                  <a:gd name="T11" fmla="*/ 3 h 40"/>
                  <a:gd name="T12" fmla="*/ 25 w 32"/>
                  <a:gd name="T13" fmla="*/ 18 h 40"/>
                  <a:gd name="T14" fmla="*/ 25 w 32"/>
                  <a:gd name="T15" fmla="*/ 22 h 40"/>
                  <a:gd name="T16" fmla="*/ 23 w 32"/>
                  <a:gd name="T17" fmla="*/ 32 h 40"/>
                  <a:gd name="T18" fmla="*/ 20 w 32"/>
                  <a:gd name="T19" fmla="*/ 40 h 40"/>
                  <a:gd name="T20" fmla="*/ 18 w 32"/>
                  <a:gd name="T21" fmla="*/ 39 h 40"/>
                  <a:gd name="T22" fmla="*/ 15 w 32"/>
                  <a:gd name="T23" fmla="*/ 36 h 40"/>
                  <a:gd name="T24" fmla="*/ 12 w 32"/>
                  <a:gd name="T25" fmla="*/ 38 h 40"/>
                  <a:gd name="T26" fmla="*/ 11 w 32"/>
                  <a:gd name="T27" fmla="*/ 37 h 40"/>
                  <a:gd name="T28" fmla="*/ 12 w 32"/>
                  <a:gd name="T29" fmla="*/ 28 h 40"/>
                  <a:gd name="T30" fmla="*/ 12 w 32"/>
                  <a:gd name="T31" fmla="*/ 28 h 40"/>
                  <a:gd name="T32" fmla="*/ 9 w 32"/>
                  <a:gd name="T33" fmla="*/ 28 h 40"/>
                  <a:gd name="T34" fmla="*/ 8 w 32"/>
                  <a:gd name="T35" fmla="*/ 26 h 40"/>
                  <a:gd name="T36" fmla="*/ 12 w 32"/>
                  <a:gd name="T37" fmla="*/ 18 h 40"/>
                  <a:gd name="T38" fmla="*/ 12 w 32"/>
                  <a:gd name="T39" fmla="*/ 17 h 40"/>
                  <a:gd name="T40" fmla="*/ 14 w 32"/>
                  <a:gd name="T41" fmla="*/ 13 h 40"/>
                  <a:gd name="T42" fmla="*/ 13 w 32"/>
                  <a:gd name="T43" fmla="*/ 13 h 40"/>
                  <a:gd name="T44" fmla="*/ 7 w 32"/>
                  <a:gd name="T45" fmla="*/ 25 h 40"/>
                  <a:gd name="T46" fmla="*/ 7 w 32"/>
                  <a:gd name="T47" fmla="*/ 34 h 40"/>
                  <a:gd name="T48" fmla="*/ 4 w 32"/>
                  <a:gd name="T49" fmla="*/ 34 h 40"/>
                  <a:gd name="T50" fmla="*/ 1 w 32"/>
                  <a:gd name="T51" fmla="*/ 30 h 40"/>
                  <a:gd name="T52" fmla="*/ 3 w 32"/>
                  <a:gd name="T53" fmla="*/ 19 h 40"/>
                  <a:gd name="T54" fmla="*/ 7 w 32"/>
                  <a:gd name="T55" fmla="*/ 13 h 40"/>
                  <a:gd name="T56" fmla="*/ 23 w 32"/>
                  <a:gd name="T57" fmla="*/ 5 h 40"/>
                  <a:gd name="T58" fmla="*/ 20 w 32"/>
                  <a:gd name="T59" fmla="*/ 6 h 40"/>
                  <a:gd name="T60" fmla="*/ 15 w 32"/>
                  <a:gd name="T61" fmla="*/ 11 h 40"/>
                  <a:gd name="T62" fmla="*/ 15 w 32"/>
                  <a:gd name="T63" fmla="*/ 11 h 40"/>
                  <a:gd name="T64" fmla="*/ 17 w 32"/>
                  <a:gd name="T65" fmla="*/ 18 h 40"/>
                  <a:gd name="T66" fmla="*/ 21 w 32"/>
                  <a:gd name="T67" fmla="*/ 21 h 40"/>
                  <a:gd name="T68" fmla="*/ 23 w 32"/>
                  <a:gd name="T69" fmla="*/ 10 h 40"/>
                  <a:gd name="T70" fmla="*/ 23 w 32"/>
                  <a:gd name="T71" fmla="*/ 5 h 40"/>
                  <a:gd name="T72" fmla="*/ 23 w 32"/>
                  <a:gd name="T73" fmla="*/ 5 h 40"/>
                  <a:gd name="T74" fmla="*/ 20 w 32"/>
                  <a:gd name="T75" fmla="*/ 22 h 40"/>
                  <a:gd name="T76" fmla="*/ 17 w 32"/>
                  <a:gd name="T77" fmla="*/ 26 h 40"/>
                  <a:gd name="T78" fmla="*/ 16 w 32"/>
                  <a:gd name="T79" fmla="*/ 35 h 40"/>
                  <a:gd name="T80" fmla="*/ 19 w 32"/>
                  <a:gd name="T81" fmla="*/ 35 h 40"/>
                  <a:gd name="T82" fmla="*/ 19 w 32"/>
                  <a:gd name="T83" fmla="*/ 32 h 40"/>
                  <a:gd name="T84" fmla="*/ 20 w 32"/>
                  <a:gd name="T85" fmla="*/ 22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2" h="40">
                    <a:moveTo>
                      <a:pt x="7" y="13"/>
                    </a:moveTo>
                    <a:cubicBezTo>
                      <a:pt x="7" y="15"/>
                      <a:pt x="7" y="16"/>
                      <a:pt x="7" y="1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8" y="16"/>
                      <a:pt x="10" y="13"/>
                      <a:pt x="11" y="12"/>
                    </a:cubicBezTo>
                    <a:cubicBezTo>
                      <a:pt x="13" y="9"/>
                      <a:pt x="17" y="5"/>
                      <a:pt x="20" y="3"/>
                    </a:cubicBezTo>
                    <a:cubicBezTo>
                      <a:pt x="22" y="2"/>
                      <a:pt x="28" y="0"/>
                      <a:pt x="30" y="3"/>
                    </a:cubicBezTo>
                    <a:cubicBezTo>
                      <a:pt x="32" y="6"/>
                      <a:pt x="26" y="10"/>
                      <a:pt x="25" y="18"/>
                    </a:cubicBezTo>
                    <a:cubicBezTo>
                      <a:pt x="25" y="20"/>
                      <a:pt x="25" y="21"/>
                      <a:pt x="25" y="22"/>
                    </a:cubicBezTo>
                    <a:cubicBezTo>
                      <a:pt x="24" y="25"/>
                      <a:pt x="24" y="29"/>
                      <a:pt x="23" y="32"/>
                    </a:cubicBezTo>
                    <a:cubicBezTo>
                      <a:pt x="22" y="35"/>
                      <a:pt x="23" y="40"/>
                      <a:pt x="20" y="40"/>
                    </a:cubicBezTo>
                    <a:cubicBezTo>
                      <a:pt x="19" y="40"/>
                      <a:pt x="18" y="40"/>
                      <a:pt x="18" y="39"/>
                    </a:cubicBezTo>
                    <a:cubicBezTo>
                      <a:pt x="17" y="38"/>
                      <a:pt x="17" y="37"/>
                      <a:pt x="15" y="36"/>
                    </a:cubicBezTo>
                    <a:cubicBezTo>
                      <a:pt x="15" y="38"/>
                      <a:pt x="14" y="38"/>
                      <a:pt x="12" y="38"/>
                    </a:cubicBezTo>
                    <a:cubicBezTo>
                      <a:pt x="12" y="38"/>
                      <a:pt x="11" y="38"/>
                      <a:pt x="11" y="37"/>
                    </a:cubicBezTo>
                    <a:cubicBezTo>
                      <a:pt x="13" y="35"/>
                      <a:pt x="12" y="31"/>
                      <a:pt x="12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9"/>
                      <a:pt x="9" y="28"/>
                      <a:pt x="9" y="28"/>
                    </a:cubicBezTo>
                    <a:cubicBezTo>
                      <a:pt x="9" y="27"/>
                      <a:pt x="8" y="27"/>
                      <a:pt x="8" y="26"/>
                    </a:cubicBezTo>
                    <a:cubicBezTo>
                      <a:pt x="9" y="25"/>
                      <a:pt x="12" y="19"/>
                      <a:pt x="12" y="18"/>
                    </a:cubicBezTo>
                    <a:cubicBezTo>
                      <a:pt x="11" y="17"/>
                      <a:pt x="11" y="17"/>
                      <a:pt x="12" y="17"/>
                    </a:cubicBezTo>
                    <a:cubicBezTo>
                      <a:pt x="13" y="16"/>
                      <a:pt x="14" y="15"/>
                      <a:pt x="14" y="13"/>
                    </a:cubicBezTo>
                    <a:cubicBezTo>
                      <a:pt x="14" y="13"/>
                      <a:pt x="14" y="13"/>
                      <a:pt x="13" y="13"/>
                    </a:cubicBezTo>
                    <a:cubicBezTo>
                      <a:pt x="11" y="17"/>
                      <a:pt x="8" y="20"/>
                      <a:pt x="7" y="25"/>
                    </a:cubicBezTo>
                    <a:cubicBezTo>
                      <a:pt x="6" y="28"/>
                      <a:pt x="9" y="31"/>
                      <a:pt x="7" y="34"/>
                    </a:cubicBezTo>
                    <a:cubicBezTo>
                      <a:pt x="6" y="34"/>
                      <a:pt x="5" y="34"/>
                      <a:pt x="4" y="34"/>
                    </a:cubicBezTo>
                    <a:cubicBezTo>
                      <a:pt x="3" y="33"/>
                      <a:pt x="2" y="32"/>
                      <a:pt x="1" y="30"/>
                    </a:cubicBezTo>
                    <a:cubicBezTo>
                      <a:pt x="0" y="27"/>
                      <a:pt x="3" y="22"/>
                      <a:pt x="3" y="19"/>
                    </a:cubicBezTo>
                    <a:cubicBezTo>
                      <a:pt x="4" y="17"/>
                      <a:pt x="4" y="14"/>
                      <a:pt x="7" y="13"/>
                    </a:cubicBezTo>
                    <a:close/>
                    <a:moveTo>
                      <a:pt x="23" y="5"/>
                    </a:moveTo>
                    <a:cubicBezTo>
                      <a:pt x="22" y="5"/>
                      <a:pt x="21" y="6"/>
                      <a:pt x="20" y="6"/>
                    </a:cubicBezTo>
                    <a:cubicBezTo>
                      <a:pt x="19" y="7"/>
                      <a:pt x="17" y="9"/>
                      <a:pt x="15" y="11"/>
                    </a:cubicBezTo>
                    <a:cubicBezTo>
                      <a:pt x="15" y="11"/>
                      <a:pt x="15" y="11"/>
                      <a:pt x="15" y="11"/>
                    </a:cubicBezTo>
                    <a:cubicBezTo>
                      <a:pt x="17" y="12"/>
                      <a:pt x="17" y="16"/>
                      <a:pt x="17" y="18"/>
                    </a:cubicBezTo>
                    <a:cubicBezTo>
                      <a:pt x="20" y="18"/>
                      <a:pt x="20" y="19"/>
                      <a:pt x="21" y="21"/>
                    </a:cubicBezTo>
                    <a:cubicBezTo>
                      <a:pt x="21" y="17"/>
                      <a:pt x="23" y="14"/>
                      <a:pt x="23" y="10"/>
                    </a:cubicBezTo>
                    <a:cubicBezTo>
                      <a:pt x="24" y="9"/>
                      <a:pt x="24" y="6"/>
                      <a:pt x="23" y="5"/>
                    </a:cubicBezTo>
                    <a:cubicBezTo>
                      <a:pt x="23" y="5"/>
                      <a:pt x="23" y="5"/>
                      <a:pt x="23" y="5"/>
                    </a:cubicBezTo>
                    <a:close/>
                    <a:moveTo>
                      <a:pt x="20" y="22"/>
                    </a:moveTo>
                    <a:cubicBezTo>
                      <a:pt x="19" y="24"/>
                      <a:pt x="18" y="25"/>
                      <a:pt x="17" y="26"/>
                    </a:cubicBezTo>
                    <a:cubicBezTo>
                      <a:pt x="16" y="29"/>
                      <a:pt x="16" y="32"/>
                      <a:pt x="16" y="35"/>
                    </a:cubicBezTo>
                    <a:cubicBezTo>
                      <a:pt x="17" y="35"/>
                      <a:pt x="18" y="36"/>
                      <a:pt x="19" y="35"/>
                    </a:cubicBezTo>
                    <a:cubicBezTo>
                      <a:pt x="19" y="35"/>
                      <a:pt x="19" y="34"/>
                      <a:pt x="19" y="32"/>
                    </a:cubicBezTo>
                    <a:cubicBezTo>
                      <a:pt x="20" y="31"/>
                      <a:pt x="21" y="23"/>
                      <a:pt x="20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5" name="îŝľîḑe"/>
              <p:cNvSpPr/>
              <p:nvPr/>
            </p:nvSpPr>
            <p:spPr bwMode="auto">
              <a:xfrm>
                <a:off x="7505700" y="3190875"/>
                <a:ext cx="41275" cy="71438"/>
              </a:xfrm>
              <a:custGeom>
                <a:avLst/>
                <a:gdLst>
                  <a:gd name="T0" fmla="*/ 0 w 8"/>
                  <a:gd name="T1" fmla="*/ 0 h 13"/>
                  <a:gd name="T2" fmla="*/ 1 w 8"/>
                  <a:gd name="T3" fmla="*/ 0 h 13"/>
                  <a:gd name="T4" fmla="*/ 7 w 8"/>
                  <a:gd name="T5" fmla="*/ 6 h 13"/>
                  <a:gd name="T6" fmla="*/ 7 w 8"/>
                  <a:gd name="T7" fmla="*/ 11 h 13"/>
                  <a:gd name="T8" fmla="*/ 5 w 8"/>
                  <a:gd name="T9" fmla="*/ 12 h 13"/>
                  <a:gd name="T10" fmla="*/ 3 w 8"/>
                  <a:gd name="T11" fmla="*/ 12 h 13"/>
                  <a:gd name="T12" fmla="*/ 0 w 8"/>
                  <a:gd name="T13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13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2" y="2"/>
                      <a:pt x="6" y="4"/>
                      <a:pt x="7" y="6"/>
                    </a:cubicBezTo>
                    <a:cubicBezTo>
                      <a:pt x="7" y="8"/>
                      <a:pt x="8" y="10"/>
                      <a:pt x="7" y="11"/>
                    </a:cubicBezTo>
                    <a:cubicBezTo>
                      <a:pt x="7" y="12"/>
                      <a:pt x="6" y="12"/>
                      <a:pt x="5" y="12"/>
                    </a:cubicBezTo>
                    <a:cubicBezTo>
                      <a:pt x="5" y="13"/>
                      <a:pt x="4" y="13"/>
                      <a:pt x="3" y="12"/>
                    </a:cubicBezTo>
                    <a:cubicBezTo>
                      <a:pt x="2" y="9"/>
                      <a:pt x="0" y="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6" name="ïŝ1ïḑè"/>
              <p:cNvSpPr/>
              <p:nvPr/>
            </p:nvSpPr>
            <p:spPr bwMode="auto">
              <a:xfrm>
                <a:off x="7569200" y="3325813"/>
                <a:ext cx="85725" cy="38100"/>
              </a:xfrm>
              <a:custGeom>
                <a:avLst/>
                <a:gdLst>
                  <a:gd name="T0" fmla="*/ 0 w 16"/>
                  <a:gd name="T1" fmla="*/ 3 h 7"/>
                  <a:gd name="T2" fmla="*/ 9 w 16"/>
                  <a:gd name="T3" fmla="*/ 2 h 7"/>
                  <a:gd name="T4" fmla="*/ 12 w 16"/>
                  <a:gd name="T5" fmla="*/ 0 h 7"/>
                  <a:gd name="T6" fmla="*/ 16 w 16"/>
                  <a:gd name="T7" fmla="*/ 0 h 7"/>
                  <a:gd name="T8" fmla="*/ 16 w 16"/>
                  <a:gd name="T9" fmla="*/ 2 h 7"/>
                  <a:gd name="T10" fmla="*/ 15 w 16"/>
                  <a:gd name="T11" fmla="*/ 4 h 7"/>
                  <a:gd name="T12" fmla="*/ 11 w 16"/>
                  <a:gd name="T13" fmla="*/ 7 h 7"/>
                  <a:gd name="T14" fmla="*/ 7 w 16"/>
                  <a:gd name="T15" fmla="*/ 7 h 7"/>
                  <a:gd name="T16" fmla="*/ 7 w 16"/>
                  <a:gd name="T17" fmla="*/ 6 h 7"/>
                  <a:gd name="T18" fmla="*/ 9 w 16"/>
                  <a:gd name="T19" fmla="*/ 5 h 7"/>
                  <a:gd name="T20" fmla="*/ 9 w 16"/>
                  <a:gd name="T21" fmla="*/ 5 h 7"/>
                  <a:gd name="T22" fmla="*/ 8 w 16"/>
                  <a:gd name="T23" fmla="*/ 5 h 7"/>
                  <a:gd name="T24" fmla="*/ 0 w 16"/>
                  <a:gd name="T25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" h="7">
                    <a:moveTo>
                      <a:pt x="0" y="3"/>
                    </a:moveTo>
                    <a:cubicBezTo>
                      <a:pt x="3" y="3"/>
                      <a:pt x="6" y="3"/>
                      <a:pt x="9" y="2"/>
                    </a:cubicBezTo>
                    <a:cubicBezTo>
                      <a:pt x="10" y="1"/>
                      <a:pt x="11" y="0"/>
                      <a:pt x="12" y="0"/>
                    </a:cubicBezTo>
                    <a:cubicBezTo>
                      <a:pt x="13" y="0"/>
                      <a:pt x="14" y="0"/>
                      <a:pt x="16" y="0"/>
                    </a:cubicBezTo>
                    <a:cubicBezTo>
                      <a:pt x="16" y="0"/>
                      <a:pt x="16" y="1"/>
                      <a:pt x="16" y="2"/>
                    </a:cubicBezTo>
                    <a:cubicBezTo>
                      <a:pt x="15" y="2"/>
                      <a:pt x="15" y="3"/>
                      <a:pt x="15" y="4"/>
                    </a:cubicBezTo>
                    <a:cubicBezTo>
                      <a:pt x="14" y="5"/>
                      <a:pt x="12" y="6"/>
                      <a:pt x="11" y="7"/>
                    </a:cubicBezTo>
                    <a:cubicBezTo>
                      <a:pt x="10" y="7"/>
                      <a:pt x="8" y="7"/>
                      <a:pt x="7" y="7"/>
                    </a:cubicBezTo>
                    <a:cubicBezTo>
                      <a:pt x="7" y="7"/>
                      <a:pt x="7" y="6"/>
                      <a:pt x="7" y="6"/>
                    </a:cubicBezTo>
                    <a:cubicBezTo>
                      <a:pt x="8" y="6"/>
                      <a:pt x="8" y="5"/>
                      <a:pt x="9" y="5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9" y="5"/>
                      <a:pt x="8" y="5"/>
                      <a:pt x="8" y="5"/>
                    </a:cubicBezTo>
                    <a:cubicBezTo>
                      <a:pt x="6" y="7"/>
                      <a:pt x="0" y="6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7" name="ïṡļiḍè"/>
              <p:cNvSpPr/>
              <p:nvPr/>
            </p:nvSpPr>
            <p:spPr bwMode="auto">
              <a:xfrm>
                <a:off x="7510463" y="3352800"/>
                <a:ext cx="207963" cy="184150"/>
              </a:xfrm>
              <a:custGeom>
                <a:avLst/>
                <a:gdLst>
                  <a:gd name="T0" fmla="*/ 25 w 39"/>
                  <a:gd name="T1" fmla="*/ 7 h 34"/>
                  <a:gd name="T2" fmla="*/ 25 w 39"/>
                  <a:gd name="T3" fmla="*/ 7 h 34"/>
                  <a:gd name="T4" fmla="*/ 27 w 39"/>
                  <a:gd name="T5" fmla="*/ 6 h 34"/>
                  <a:gd name="T6" fmla="*/ 27 w 39"/>
                  <a:gd name="T7" fmla="*/ 5 h 34"/>
                  <a:gd name="T8" fmla="*/ 24 w 39"/>
                  <a:gd name="T9" fmla="*/ 6 h 34"/>
                  <a:gd name="T10" fmla="*/ 24 w 39"/>
                  <a:gd name="T11" fmla="*/ 7 h 34"/>
                  <a:gd name="T12" fmla="*/ 25 w 39"/>
                  <a:gd name="T13" fmla="*/ 13 h 34"/>
                  <a:gd name="T14" fmla="*/ 26 w 39"/>
                  <a:gd name="T15" fmla="*/ 25 h 34"/>
                  <a:gd name="T16" fmla="*/ 25 w 39"/>
                  <a:gd name="T17" fmla="*/ 32 h 34"/>
                  <a:gd name="T18" fmla="*/ 24 w 39"/>
                  <a:gd name="T19" fmla="*/ 33 h 34"/>
                  <a:gd name="T20" fmla="*/ 21 w 39"/>
                  <a:gd name="T21" fmla="*/ 33 h 34"/>
                  <a:gd name="T22" fmla="*/ 17 w 39"/>
                  <a:gd name="T23" fmla="*/ 31 h 34"/>
                  <a:gd name="T24" fmla="*/ 5 w 39"/>
                  <a:gd name="T25" fmla="*/ 24 h 34"/>
                  <a:gd name="T26" fmla="*/ 0 w 39"/>
                  <a:gd name="T27" fmla="*/ 21 h 34"/>
                  <a:gd name="T28" fmla="*/ 8 w 39"/>
                  <a:gd name="T29" fmla="*/ 23 h 34"/>
                  <a:gd name="T30" fmla="*/ 15 w 39"/>
                  <a:gd name="T31" fmla="*/ 24 h 34"/>
                  <a:gd name="T32" fmla="*/ 19 w 39"/>
                  <a:gd name="T33" fmla="*/ 25 h 34"/>
                  <a:gd name="T34" fmla="*/ 20 w 39"/>
                  <a:gd name="T35" fmla="*/ 18 h 34"/>
                  <a:gd name="T36" fmla="*/ 21 w 39"/>
                  <a:gd name="T37" fmla="*/ 7 h 34"/>
                  <a:gd name="T38" fmla="*/ 21 w 39"/>
                  <a:gd name="T39" fmla="*/ 7 h 34"/>
                  <a:gd name="T40" fmla="*/ 17 w 39"/>
                  <a:gd name="T41" fmla="*/ 9 h 34"/>
                  <a:gd name="T42" fmla="*/ 5 w 39"/>
                  <a:gd name="T43" fmla="*/ 13 h 34"/>
                  <a:gd name="T44" fmla="*/ 3 w 39"/>
                  <a:gd name="T45" fmla="*/ 9 h 34"/>
                  <a:gd name="T46" fmla="*/ 7 w 39"/>
                  <a:gd name="T47" fmla="*/ 10 h 34"/>
                  <a:gd name="T48" fmla="*/ 11 w 39"/>
                  <a:gd name="T49" fmla="*/ 8 h 34"/>
                  <a:gd name="T50" fmla="*/ 19 w 39"/>
                  <a:gd name="T51" fmla="*/ 4 h 34"/>
                  <a:gd name="T52" fmla="*/ 29 w 39"/>
                  <a:gd name="T53" fmla="*/ 2 h 34"/>
                  <a:gd name="T54" fmla="*/ 33 w 39"/>
                  <a:gd name="T55" fmla="*/ 0 h 34"/>
                  <a:gd name="T56" fmla="*/ 37 w 39"/>
                  <a:gd name="T57" fmla="*/ 1 h 34"/>
                  <a:gd name="T58" fmla="*/ 39 w 39"/>
                  <a:gd name="T59" fmla="*/ 3 h 34"/>
                  <a:gd name="T60" fmla="*/ 39 w 39"/>
                  <a:gd name="T61" fmla="*/ 5 h 34"/>
                  <a:gd name="T62" fmla="*/ 25 w 39"/>
                  <a:gd name="T63" fmla="*/ 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9" h="34">
                    <a:moveTo>
                      <a:pt x="25" y="7"/>
                    </a:moveTo>
                    <a:cubicBezTo>
                      <a:pt x="25" y="7"/>
                      <a:pt x="25" y="7"/>
                      <a:pt x="25" y="7"/>
                    </a:cubicBezTo>
                    <a:cubicBezTo>
                      <a:pt x="26" y="6"/>
                      <a:pt x="27" y="6"/>
                      <a:pt x="27" y="6"/>
                    </a:cubicBezTo>
                    <a:cubicBezTo>
                      <a:pt x="27" y="6"/>
                      <a:pt x="27" y="5"/>
                      <a:pt x="27" y="5"/>
                    </a:cubicBezTo>
                    <a:cubicBezTo>
                      <a:pt x="26" y="5"/>
                      <a:pt x="25" y="6"/>
                      <a:pt x="24" y="6"/>
                    </a:cubicBezTo>
                    <a:cubicBezTo>
                      <a:pt x="24" y="6"/>
                      <a:pt x="24" y="6"/>
                      <a:pt x="24" y="7"/>
                    </a:cubicBezTo>
                    <a:cubicBezTo>
                      <a:pt x="26" y="8"/>
                      <a:pt x="25" y="10"/>
                      <a:pt x="25" y="13"/>
                    </a:cubicBezTo>
                    <a:cubicBezTo>
                      <a:pt x="26" y="17"/>
                      <a:pt x="26" y="21"/>
                      <a:pt x="26" y="25"/>
                    </a:cubicBezTo>
                    <a:cubicBezTo>
                      <a:pt x="26" y="26"/>
                      <a:pt x="26" y="31"/>
                      <a:pt x="25" y="32"/>
                    </a:cubicBezTo>
                    <a:cubicBezTo>
                      <a:pt x="25" y="32"/>
                      <a:pt x="25" y="33"/>
                      <a:pt x="24" y="33"/>
                    </a:cubicBezTo>
                    <a:cubicBezTo>
                      <a:pt x="23" y="34"/>
                      <a:pt x="22" y="33"/>
                      <a:pt x="21" y="33"/>
                    </a:cubicBezTo>
                    <a:cubicBezTo>
                      <a:pt x="20" y="32"/>
                      <a:pt x="18" y="32"/>
                      <a:pt x="17" y="31"/>
                    </a:cubicBezTo>
                    <a:cubicBezTo>
                      <a:pt x="13" y="29"/>
                      <a:pt x="8" y="26"/>
                      <a:pt x="5" y="24"/>
                    </a:cubicBezTo>
                    <a:cubicBezTo>
                      <a:pt x="3" y="23"/>
                      <a:pt x="0" y="23"/>
                      <a:pt x="0" y="21"/>
                    </a:cubicBezTo>
                    <a:cubicBezTo>
                      <a:pt x="3" y="21"/>
                      <a:pt x="5" y="23"/>
                      <a:pt x="8" y="23"/>
                    </a:cubicBezTo>
                    <a:cubicBezTo>
                      <a:pt x="10" y="24"/>
                      <a:pt x="12" y="24"/>
                      <a:pt x="15" y="24"/>
                    </a:cubicBezTo>
                    <a:cubicBezTo>
                      <a:pt x="16" y="24"/>
                      <a:pt x="19" y="25"/>
                      <a:pt x="19" y="25"/>
                    </a:cubicBezTo>
                    <a:cubicBezTo>
                      <a:pt x="21" y="23"/>
                      <a:pt x="20" y="21"/>
                      <a:pt x="20" y="18"/>
                    </a:cubicBezTo>
                    <a:cubicBezTo>
                      <a:pt x="21" y="16"/>
                      <a:pt x="22" y="9"/>
                      <a:pt x="21" y="7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0" y="8"/>
                      <a:pt x="18" y="9"/>
                      <a:pt x="17" y="9"/>
                    </a:cubicBezTo>
                    <a:cubicBezTo>
                      <a:pt x="14" y="11"/>
                      <a:pt x="10" y="14"/>
                      <a:pt x="5" y="13"/>
                    </a:cubicBezTo>
                    <a:cubicBezTo>
                      <a:pt x="4" y="12"/>
                      <a:pt x="3" y="11"/>
                      <a:pt x="3" y="9"/>
                    </a:cubicBezTo>
                    <a:cubicBezTo>
                      <a:pt x="4" y="9"/>
                      <a:pt x="5" y="10"/>
                      <a:pt x="7" y="10"/>
                    </a:cubicBezTo>
                    <a:cubicBezTo>
                      <a:pt x="8" y="9"/>
                      <a:pt x="10" y="8"/>
                      <a:pt x="11" y="8"/>
                    </a:cubicBezTo>
                    <a:cubicBezTo>
                      <a:pt x="14" y="6"/>
                      <a:pt x="17" y="5"/>
                      <a:pt x="19" y="4"/>
                    </a:cubicBezTo>
                    <a:cubicBezTo>
                      <a:pt x="22" y="3"/>
                      <a:pt x="25" y="3"/>
                      <a:pt x="29" y="2"/>
                    </a:cubicBezTo>
                    <a:cubicBezTo>
                      <a:pt x="30" y="1"/>
                      <a:pt x="31" y="0"/>
                      <a:pt x="33" y="0"/>
                    </a:cubicBezTo>
                    <a:cubicBezTo>
                      <a:pt x="34" y="0"/>
                      <a:pt x="36" y="1"/>
                      <a:pt x="37" y="1"/>
                    </a:cubicBezTo>
                    <a:cubicBezTo>
                      <a:pt x="38" y="2"/>
                      <a:pt x="38" y="2"/>
                      <a:pt x="39" y="3"/>
                    </a:cubicBezTo>
                    <a:cubicBezTo>
                      <a:pt x="39" y="4"/>
                      <a:pt x="39" y="4"/>
                      <a:pt x="39" y="5"/>
                    </a:cubicBezTo>
                    <a:cubicBezTo>
                      <a:pt x="36" y="7"/>
                      <a:pt x="30" y="8"/>
                      <a:pt x="25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8" name="íṥḻïḍe"/>
              <p:cNvSpPr/>
              <p:nvPr/>
            </p:nvSpPr>
            <p:spPr bwMode="auto">
              <a:xfrm>
                <a:off x="7472363" y="3055938"/>
                <a:ext cx="315913" cy="334963"/>
              </a:xfrm>
              <a:custGeom>
                <a:avLst/>
                <a:gdLst>
                  <a:gd name="T0" fmla="*/ 41 w 59"/>
                  <a:gd name="T1" fmla="*/ 7 h 62"/>
                  <a:gd name="T2" fmla="*/ 31 w 59"/>
                  <a:gd name="T3" fmla="*/ 15 h 62"/>
                  <a:gd name="T4" fmla="*/ 29 w 59"/>
                  <a:gd name="T5" fmla="*/ 18 h 62"/>
                  <a:gd name="T6" fmla="*/ 48 w 59"/>
                  <a:gd name="T7" fmla="*/ 10 h 62"/>
                  <a:gd name="T8" fmla="*/ 57 w 59"/>
                  <a:gd name="T9" fmla="*/ 10 h 62"/>
                  <a:gd name="T10" fmla="*/ 43 w 59"/>
                  <a:gd name="T11" fmla="*/ 30 h 62"/>
                  <a:gd name="T12" fmla="*/ 39 w 59"/>
                  <a:gd name="T13" fmla="*/ 37 h 62"/>
                  <a:gd name="T14" fmla="*/ 51 w 59"/>
                  <a:gd name="T15" fmla="*/ 34 h 62"/>
                  <a:gd name="T16" fmla="*/ 52 w 59"/>
                  <a:gd name="T17" fmla="*/ 41 h 62"/>
                  <a:gd name="T18" fmla="*/ 38 w 59"/>
                  <a:gd name="T19" fmla="*/ 46 h 62"/>
                  <a:gd name="T20" fmla="*/ 26 w 59"/>
                  <a:gd name="T21" fmla="*/ 48 h 62"/>
                  <a:gd name="T22" fmla="*/ 45 w 59"/>
                  <a:gd name="T23" fmla="*/ 40 h 62"/>
                  <a:gd name="T24" fmla="*/ 50 w 59"/>
                  <a:gd name="T25" fmla="*/ 36 h 62"/>
                  <a:gd name="T26" fmla="*/ 39 w 59"/>
                  <a:gd name="T27" fmla="*/ 39 h 62"/>
                  <a:gd name="T28" fmla="*/ 33 w 59"/>
                  <a:gd name="T29" fmla="*/ 42 h 62"/>
                  <a:gd name="T30" fmla="*/ 26 w 59"/>
                  <a:gd name="T31" fmla="*/ 43 h 62"/>
                  <a:gd name="T32" fmla="*/ 2 w 59"/>
                  <a:gd name="T33" fmla="*/ 62 h 62"/>
                  <a:gd name="T34" fmla="*/ 1 w 59"/>
                  <a:gd name="T35" fmla="*/ 56 h 62"/>
                  <a:gd name="T36" fmla="*/ 9 w 59"/>
                  <a:gd name="T37" fmla="*/ 45 h 62"/>
                  <a:gd name="T38" fmla="*/ 3 w 59"/>
                  <a:gd name="T39" fmla="*/ 57 h 62"/>
                  <a:gd name="T40" fmla="*/ 7 w 59"/>
                  <a:gd name="T41" fmla="*/ 54 h 62"/>
                  <a:gd name="T42" fmla="*/ 20 w 59"/>
                  <a:gd name="T43" fmla="*/ 44 h 62"/>
                  <a:gd name="T44" fmla="*/ 28 w 59"/>
                  <a:gd name="T45" fmla="*/ 40 h 62"/>
                  <a:gd name="T46" fmla="*/ 23 w 59"/>
                  <a:gd name="T47" fmla="*/ 34 h 62"/>
                  <a:gd name="T48" fmla="*/ 15 w 59"/>
                  <a:gd name="T49" fmla="*/ 40 h 62"/>
                  <a:gd name="T50" fmla="*/ 20 w 59"/>
                  <a:gd name="T51" fmla="*/ 31 h 62"/>
                  <a:gd name="T52" fmla="*/ 15 w 59"/>
                  <a:gd name="T53" fmla="*/ 30 h 62"/>
                  <a:gd name="T54" fmla="*/ 13 w 59"/>
                  <a:gd name="T55" fmla="*/ 18 h 62"/>
                  <a:gd name="T56" fmla="*/ 12 w 59"/>
                  <a:gd name="T57" fmla="*/ 14 h 62"/>
                  <a:gd name="T58" fmla="*/ 18 w 59"/>
                  <a:gd name="T59" fmla="*/ 22 h 62"/>
                  <a:gd name="T60" fmla="*/ 21 w 59"/>
                  <a:gd name="T61" fmla="*/ 29 h 62"/>
                  <a:gd name="T62" fmla="*/ 23 w 59"/>
                  <a:gd name="T63" fmla="*/ 16 h 62"/>
                  <a:gd name="T64" fmla="*/ 35 w 59"/>
                  <a:gd name="T65" fmla="*/ 3 h 62"/>
                  <a:gd name="T66" fmla="*/ 52 w 59"/>
                  <a:gd name="T67" fmla="*/ 11 h 62"/>
                  <a:gd name="T68" fmla="*/ 35 w 59"/>
                  <a:gd name="T69" fmla="*/ 17 h 62"/>
                  <a:gd name="T70" fmla="*/ 40 w 59"/>
                  <a:gd name="T71" fmla="*/ 28 h 62"/>
                  <a:gd name="T72" fmla="*/ 40 w 59"/>
                  <a:gd name="T73" fmla="*/ 28 h 62"/>
                  <a:gd name="T74" fmla="*/ 49 w 59"/>
                  <a:gd name="T75" fmla="*/ 17 h 62"/>
                  <a:gd name="T76" fmla="*/ 39 w 59"/>
                  <a:gd name="T77" fmla="*/ 29 h 62"/>
                  <a:gd name="T78" fmla="*/ 30 w 59"/>
                  <a:gd name="T79" fmla="*/ 32 h 62"/>
                  <a:gd name="T80" fmla="*/ 32 w 59"/>
                  <a:gd name="T81" fmla="*/ 38 h 62"/>
                  <a:gd name="T82" fmla="*/ 39 w 59"/>
                  <a:gd name="T83" fmla="*/ 29 h 62"/>
                  <a:gd name="T84" fmla="*/ 29 w 59"/>
                  <a:gd name="T85" fmla="*/ 28 h 62"/>
                  <a:gd name="T86" fmla="*/ 30 w 59"/>
                  <a:gd name="T87" fmla="*/ 30 h 62"/>
                  <a:gd name="T88" fmla="*/ 35 w 59"/>
                  <a:gd name="T89" fmla="*/ 20 h 62"/>
                  <a:gd name="T90" fmla="*/ 31 w 59"/>
                  <a:gd name="T91" fmla="*/ 19 h 62"/>
                  <a:gd name="T92" fmla="*/ 31 w 59"/>
                  <a:gd name="T93" fmla="*/ 24 h 62"/>
                  <a:gd name="T94" fmla="*/ 28 w 59"/>
                  <a:gd name="T95" fmla="*/ 31 h 62"/>
                  <a:gd name="T96" fmla="*/ 28 w 59"/>
                  <a:gd name="T97" fmla="*/ 3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59" h="62">
                    <a:moveTo>
                      <a:pt x="33" y="0"/>
                    </a:moveTo>
                    <a:cubicBezTo>
                      <a:pt x="37" y="0"/>
                      <a:pt x="41" y="3"/>
                      <a:pt x="41" y="7"/>
                    </a:cubicBezTo>
                    <a:cubicBezTo>
                      <a:pt x="40" y="8"/>
                      <a:pt x="39" y="9"/>
                      <a:pt x="38" y="10"/>
                    </a:cubicBezTo>
                    <a:cubicBezTo>
                      <a:pt x="36" y="12"/>
                      <a:pt x="34" y="13"/>
                      <a:pt x="31" y="15"/>
                    </a:cubicBezTo>
                    <a:cubicBezTo>
                      <a:pt x="30" y="15"/>
                      <a:pt x="28" y="16"/>
                      <a:pt x="28" y="17"/>
                    </a:cubicBezTo>
                    <a:cubicBezTo>
                      <a:pt x="28" y="17"/>
                      <a:pt x="29" y="18"/>
                      <a:pt x="29" y="18"/>
                    </a:cubicBezTo>
                    <a:cubicBezTo>
                      <a:pt x="31" y="17"/>
                      <a:pt x="32" y="16"/>
                      <a:pt x="34" y="15"/>
                    </a:cubicBezTo>
                    <a:cubicBezTo>
                      <a:pt x="39" y="13"/>
                      <a:pt x="43" y="11"/>
                      <a:pt x="48" y="10"/>
                    </a:cubicBezTo>
                    <a:cubicBezTo>
                      <a:pt x="51" y="9"/>
                      <a:pt x="54" y="8"/>
                      <a:pt x="57" y="9"/>
                    </a:cubicBezTo>
                    <a:cubicBezTo>
                      <a:pt x="57" y="9"/>
                      <a:pt x="57" y="10"/>
                      <a:pt x="57" y="10"/>
                    </a:cubicBezTo>
                    <a:cubicBezTo>
                      <a:pt x="57" y="14"/>
                      <a:pt x="53" y="16"/>
                      <a:pt x="51" y="19"/>
                    </a:cubicBezTo>
                    <a:cubicBezTo>
                      <a:pt x="48" y="22"/>
                      <a:pt x="46" y="26"/>
                      <a:pt x="43" y="30"/>
                    </a:cubicBezTo>
                    <a:cubicBezTo>
                      <a:pt x="43" y="31"/>
                      <a:pt x="43" y="31"/>
                      <a:pt x="42" y="32"/>
                    </a:cubicBezTo>
                    <a:cubicBezTo>
                      <a:pt x="41" y="33"/>
                      <a:pt x="40" y="35"/>
                      <a:pt x="39" y="37"/>
                    </a:cubicBezTo>
                    <a:cubicBezTo>
                      <a:pt x="40" y="37"/>
                      <a:pt x="40" y="37"/>
                      <a:pt x="40" y="37"/>
                    </a:cubicBezTo>
                    <a:cubicBezTo>
                      <a:pt x="42" y="35"/>
                      <a:pt x="49" y="34"/>
                      <a:pt x="51" y="34"/>
                    </a:cubicBezTo>
                    <a:cubicBezTo>
                      <a:pt x="53" y="33"/>
                      <a:pt x="56" y="34"/>
                      <a:pt x="56" y="35"/>
                    </a:cubicBezTo>
                    <a:cubicBezTo>
                      <a:pt x="59" y="37"/>
                      <a:pt x="54" y="40"/>
                      <a:pt x="52" y="41"/>
                    </a:cubicBezTo>
                    <a:cubicBezTo>
                      <a:pt x="50" y="43"/>
                      <a:pt x="46" y="44"/>
                      <a:pt x="43" y="45"/>
                    </a:cubicBezTo>
                    <a:cubicBezTo>
                      <a:pt x="41" y="45"/>
                      <a:pt x="39" y="45"/>
                      <a:pt x="38" y="46"/>
                    </a:cubicBezTo>
                    <a:cubicBezTo>
                      <a:pt x="34" y="47"/>
                      <a:pt x="31" y="48"/>
                      <a:pt x="26" y="48"/>
                    </a:cubicBezTo>
                    <a:cubicBezTo>
                      <a:pt x="26" y="48"/>
                      <a:pt x="26" y="48"/>
                      <a:pt x="26" y="48"/>
                    </a:cubicBezTo>
                    <a:cubicBezTo>
                      <a:pt x="27" y="47"/>
                      <a:pt x="29" y="47"/>
                      <a:pt x="30" y="46"/>
                    </a:cubicBezTo>
                    <a:cubicBezTo>
                      <a:pt x="34" y="44"/>
                      <a:pt x="40" y="42"/>
                      <a:pt x="45" y="40"/>
                    </a:cubicBezTo>
                    <a:cubicBezTo>
                      <a:pt x="47" y="39"/>
                      <a:pt x="50" y="38"/>
                      <a:pt x="51" y="36"/>
                    </a:cubicBezTo>
                    <a:cubicBezTo>
                      <a:pt x="51" y="36"/>
                      <a:pt x="50" y="36"/>
                      <a:pt x="50" y="36"/>
                    </a:cubicBezTo>
                    <a:cubicBezTo>
                      <a:pt x="49" y="37"/>
                      <a:pt x="48" y="37"/>
                      <a:pt x="47" y="37"/>
                    </a:cubicBezTo>
                    <a:cubicBezTo>
                      <a:pt x="45" y="38"/>
                      <a:pt x="42" y="38"/>
                      <a:pt x="39" y="39"/>
                    </a:cubicBezTo>
                    <a:cubicBezTo>
                      <a:pt x="38" y="39"/>
                      <a:pt x="37" y="40"/>
                      <a:pt x="36" y="40"/>
                    </a:cubicBezTo>
                    <a:cubicBezTo>
                      <a:pt x="35" y="41"/>
                      <a:pt x="34" y="42"/>
                      <a:pt x="33" y="42"/>
                    </a:cubicBezTo>
                    <a:cubicBezTo>
                      <a:pt x="31" y="43"/>
                      <a:pt x="30" y="42"/>
                      <a:pt x="29" y="42"/>
                    </a:cubicBezTo>
                    <a:cubicBezTo>
                      <a:pt x="28" y="42"/>
                      <a:pt x="27" y="43"/>
                      <a:pt x="26" y="43"/>
                    </a:cubicBezTo>
                    <a:cubicBezTo>
                      <a:pt x="22" y="45"/>
                      <a:pt x="18" y="46"/>
                      <a:pt x="15" y="48"/>
                    </a:cubicBezTo>
                    <a:cubicBezTo>
                      <a:pt x="11" y="51"/>
                      <a:pt x="8" y="60"/>
                      <a:pt x="2" y="62"/>
                    </a:cubicBezTo>
                    <a:cubicBezTo>
                      <a:pt x="1" y="62"/>
                      <a:pt x="0" y="62"/>
                      <a:pt x="0" y="61"/>
                    </a:cubicBezTo>
                    <a:cubicBezTo>
                      <a:pt x="0" y="60"/>
                      <a:pt x="0" y="57"/>
                      <a:pt x="1" y="56"/>
                    </a:cubicBezTo>
                    <a:cubicBezTo>
                      <a:pt x="3" y="53"/>
                      <a:pt x="5" y="50"/>
                      <a:pt x="7" y="47"/>
                    </a:cubicBezTo>
                    <a:cubicBezTo>
                      <a:pt x="8" y="46"/>
                      <a:pt x="8" y="45"/>
                      <a:pt x="9" y="45"/>
                    </a:cubicBezTo>
                    <a:cubicBezTo>
                      <a:pt x="9" y="46"/>
                      <a:pt x="8" y="47"/>
                      <a:pt x="8" y="48"/>
                    </a:cubicBezTo>
                    <a:cubicBezTo>
                      <a:pt x="6" y="51"/>
                      <a:pt x="4" y="54"/>
                      <a:pt x="3" y="57"/>
                    </a:cubicBezTo>
                    <a:cubicBezTo>
                      <a:pt x="3" y="57"/>
                      <a:pt x="3" y="57"/>
                      <a:pt x="3" y="57"/>
                    </a:cubicBezTo>
                    <a:cubicBezTo>
                      <a:pt x="4" y="56"/>
                      <a:pt x="6" y="55"/>
                      <a:pt x="7" y="54"/>
                    </a:cubicBezTo>
                    <a:cubicBezTo>
                      <a:pt x="9" y="52"/>
                      <a:pt x="10" y="50"/>
                      <a:pt x="12" y="49"/>
                    </a:cubicBezTo>
                    <a:cubicBezTo>
                      <a:pt x="15" y="47"/>
                      <a:pt x="17" y="45"/>
                      <a:pt x="20" y="44"/>
                    </a:cubicBezTo>
                    <a:cubicBezTo>
                      <a:pt x="22" y="43"/>
                      <a:pt x="24" y="42"/>
                      <a:pt x="26" y="41"/>
                    </a:cubicBezTo>
                    <a:cubicBezTo>
                      <a:pt x="27" y="40"/>
                      <a:pt x="28" y="40"/>
                      <a:pt x="28" y="40"/>
                    </a:cubicBezTo>
                    <a:cubicBezTo>
                      <a:pt x="28" y="39"/>
                      <a:pt x="28" y="38"/>
                      <a:pt x="28" y="37"/>
                    </a:cubicBezTo>
                    <a:cubicBezTo>
                      <a:pt x="26" y="36"/>
                      <a:pt x="25" y="35"/>
                      <a:pt x="23" y="34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0" y="36"/>
                      <a:pt x="19" y="40"/>
                      <a:pt x="15" y="40"/>
                    </a:cubicBezTo>
                    <a:cubicBezTo>
                      <a:pt x="15" y="40"/>
                      <a:pt x="15" y="40"/>
                      <a:pt x="15" y="39"/>
                    </a:cubicBezTo>
                    <a:cubicBezTo>
                      <a:pt x="17" y="38"/>
                      <a:pt x="20" y="34"/>
                      <a:pt x="20" y="31"/>
                    </a:cubicBezTo>
                    <a:cubicBezTo>
                      <a:pt x="20" y="31"/>
                      <a:pt x="19" y="31"/>
                      <a:pt x="19" y="30"/>
                    </a:cubicBezTo>
                    <a:cubicBezTo>
                      <a:pt x="18" y="31"/>
                      <a:pt x="15" y="32"/>
                      <a:pt x="15" y="30"/>
                    </a:cubicBezTo>
                    <a:cubicBezTo>
                      <a:pt x="16" y="29"/>
                      <a:pt x="15" y="27"/>
                      <a:pt x="15" y="26"/>
                    </a:cubicBezTo>
                    <a:cubicBezTo>
                      <a:pt x="14" y="23"/>
                      <a:pt x="14" y="21"/>
                      <a:pt x="13" y="18"/>
                    </a:cubicBezTo>
                    <a:cubicBezTo>
                      <a:pt x="12" y="17"/>
                      <a:pt x="12" y="16"/>
                      <a:pt x="11" y="14"/>
                    </a:cubicBezTo>
                    <a:cubicBezTo>
                      <a:pt x="12" y="14"/>
                      <a:pt x="12" y="14"/>
                      <a:pt x="12" y="14"/>
                    </a:cubicBezTo>
                    <a:cubicBezTo>
                      <a:pt x="13" y="15"/>
                      <a:pt x="14" y="15"/>
                      <a:pt x="14" y="16"/>
                    </a:cubicBezTo>
                    <a:cubicBezTo>
                      <a:pt x="16" y="18"/>
                      <a:pt x="17" y="20"/>
                      <a:pt x="18" y="22"/>
                    </a:cubicBezTo>
                    <a:cubicBezTo>
                      <a:pt x="19" y="23"/>
                      <a:pt x="20" y="25"/>
                      <a:pt x="21" y="27"/>
                    </a:cubicBezTo>
                    <a:cubicBezTo>
                      <a:pt x="21" y="28"/>
                      <a:pt x="21" y="28"/>
                      <a:pt x="21" y="29"/>
                    </a:cubicBezTo>
                    <a:cubicBezTo>
                      <a:pt x="23" y="27"/>
                      <a:pt x="25" y="24"/>
                      <a:pt x="25" y="21"/>
                    </a:cubicBezTo>
                    <a:cubicBezTo>
                      <a:pt x="24" y="20"/>
                      <a:pt x="23" y="18"/>
                      <a:pt x="23" y="16"/>
                    </a:cubicBezTo>
                    <a:cubicBezTo>
                      <a:pt x="24" y="16"/>
                      <a:pt x="25" y="16"/>
                      <a:pt x="26" y="17"/>
                    </a:cubicBezTo>
                    <a:cubicBezTo>
                      <a:pt x="28" y="13"/>
                      <a:pt x="34" y="7"/>
                      <a:pt x="35" y="3"/>
                    </a:cubicBezTo>
                    <a:cubicBezTo>
                      <a:pt x="34" y="2"/>
                      <a:pt x="33" y="1"/>
                      <a:pt x="33" y="0"/>
                    </a:cubicBezTo>
                    <a:close/>
                    <a:moveTo>
                      <a:pt x="52" y="11"/>
                    </a:moveTo>
                    <a:cubicBezTo>
                      <a:pt x="47" y="11"/>
                      <a:pt x="44" y="13"/>
                      <a:pt x="41" y="15"/>
                    </a:cubicBezTo>
                    <a:cubicBezTo>
                      <a:pt x="39" y="16"/>
                      <a:pt x="37" y="16"/>
                      <a:pt x="35" y="17"/>
                    </a:cubicBezTo>
                    <a:cubicBezTo>
                      <a:pt x="35" y="17"/>
                      <a:pt x="35" y="17"/>
                      <a:pt x="35" y="17"/>
                    </a:cubicBezTo>
                    <a:cubicBezTo>
                      <a:pt x="38" y="20"/>
                      <a:pt x="41" y="22"/>
                      <a:pt x="40" y="28"/>
                    </a:cubicBezTo>
                    <a:cubicBezTo>
                      <a:pt x="40" y="28"/>
                      <a:pt x="40" y="28"/>
                      <a:pt x="40" y="28"/>
                    </a:cubicBezTo>
                    <a:cubicBezTo>
                      <a:pt x="40" y="28"/>
                      <a:pt x="40" y="28"/>
                      <a:pt x="40" y="28"/>
                    </a:cubicBezTo>
                    <a:cubicBezTo>
                      <a:pt x="41" y="27"/>
                      <a:pt x="42" y="25"/>
                      <a:pt x="43" y="24"/>
                    </a:cubicBezTo>
                    <a:cubicBezTo>
                      <a:pt x="45" y="22"/>
                      <a:pt x="47" y="19"/>
                      <a:pt x="49" y="17"/>
                    </a:cubicBezTo>
                    <a:cubicBezTo>
                      <a:pt x="50" y="15"/>
                      <a:pt x="51" y="13"/>
                      <a:pt x="52" y="11"/>
                    </a:cubicBezTo>
                    <a:close/>
                    <a:moveTo>
                      <a:pt x="39" y="29"/>
                    </a:moveTo>
                    <a:cubicBezTo>
                      <a:pt x="39" y="29"/>
                      <a:pt x="33" y="31"/>
                      <a:pt x="33" y="32"/>
                    </a:cubicBezTo>
                    <a:cubicBezTo>
                      <a:pt x="32" y="32"/>
                      <a:pt x="30" y="32"/>
                      <a:pt x="30" y="32"/>
                    </a:cubicBezTo>
                    <a:cubicBezTo>
                      <a:pt x="30" y="33"/>
                      <a:pt x="30" y="34"/>
                      <a:pt x="30" y="34"/>
                    </a:cubicBezTo>
                    <a:cubicBezTo>
                      <a:pt x="31" y="36"/>
                      <a:pt x="30" y="37"/>
                      <a:pt x="32" y="38"/>
                    </a:cubicBezTo>
                    <a:cubicBezTo>
                      <a:pt x="34" y="34"/>
                      <a:pt x="37" y="32"/>
                      <a:pt x="39" y="29"/>
                    </a:cubicBezTo>
                    <a:cubicBezTo>
                      <a:pt x="39" y="29"/>
                      <a:pt x="39" y="29"/>
                      <a:pt x="39" y="29"/>
                    </a:cubicBezTo>
                    <a:close/>
                    <a:moveTo>
                      <a:pt x="28" y="28"/>
                    </a:moveTo>
                    <a:cubicBezTo>
                      <a:pt x="28" y="28"/>
                      <a:pt x="29" y="28"/>
                      <a:pt x="29" y="28"/>
                    </a:cubicBezTo>
                    <a:cubicBezTo>
                      <a:pt x="29" y="28"/>
                      <a:pt x="29" y="28"/>
                      <a:pt x="29" y="28"/>
                    </a:cubicBezTo>
                    <a:cubicBezTo>
                      <a:pt x="29" y="29"/>
                      <a:pt x="29" y="30"/>
                      <a:pt x="30" y="30"/>
                    </a:cubicBezTo>
                    <a:cubicBezTo>
                      <a:pt x="32" y="28"/>
                      <a:pt x="37" y="28"/>
                      <a:pt x="37" y="24"/>
                    </a:cubicBezTo>
                    <a:cubicBezTo>
                      <a:pt x="36" y="23"/>
                      <a:pt x="36" y="21"/>
                      <a:pt x="35" y="20"/>
                    </a:cubicBezTo>
                    <a:cubicBezTo>
                      <a:pt x="35" y="19"/>
                      <a:pt x="34" y="19"/>
                      <a:pt x="33" y="18"/>
                    </a:cubicBezTo>
                    <a:cubicBezTo>
                      <a:pt x="33" y="18"/>
                      <a:pt x="32" y="18"/>
                      <a:pt x="31" y="19"/>
                    </a:cubicBezTo>
                    <a:cubicBezTo>
                      <a:pt x="32" y="19"/>
                      <a:pt x="34" y="21"/>
                      <a:pt x="33" y="22"/>
                    </a:cubicBezTo>
                    <a:cubicBezTo>
                      <a:pt x="33" y="23"/>
                      <a:pt x="32" y="23"/>
                      <a:pt x="31" y="24"/>
                    </a:cubicBezTo>
                    <a:cubicBezTo>
                      <a:pt x="30" y="25"/>
                      <a:pt x="27" y="28"/>
                      <a:pt x="27" y="30"/>
                    </a:cubicBezTo>
                    <a:cubicBezTo>
                      <a:pt x="27" y="30"/>
                      <a:pt x="27" y="31"/>
                      <a:pt x="28" y="31"/>
                    </a:cubicBezTo>
                    <a:cubicBezTo>
                      <a:pt x="28" y="31"/>
                      <a:pt x="28" y="31"/>
                      <a:pt x="28" y="30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8" y="30"/>
                      <a:pt x="28" y="29"/>
                      <a:pt x="28" y="2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9" name="îSļiďè"/>
              <p:cNvSpPr/>
              <p:nvPr/>
            </p:nvSpPr>
            <p:spPr bwMode="auto">
              <a:xfrm>
                <a:off x="6002338" y="3148013"/>
                <a:ext cx="223838" cy="346075"/>
              </a:xfrm>
              <a:custGeom>
                <a:avLst/>
                <a:gdLst>
                  <a:gd name="T0" fmla="*/ 31 w 42"/>
                  <a:gd name="T1" fmla="*/ 43 h 64"/>
                  <a:gd name="T2" fmla="*/ 33 w 42"/>
                  <a:gd name="T3" fmla="*/ 34 h 64"/>
                  <a:gd name="T4" fmla="*/ 32 w 42"/>
                  <a:gd name="T5" fmla="*/ 28 h 64"/>
                  <a:gd name="T6" fmla="*/ 29 w 42"/>
                  <a:gd name="T7" fmla="*/ 29 h 64"/>
                  <a:gd name="T8" fmla="*/ 23 w 42"/>
                  <a:gd name="T9" fmla="*/ 34 h 64"/>
                  <a:gd name="T10" fmla="*/ 23 w 42"/>
                  <a:gd name="T11" fmla="*/ 40 h 64"/>
                  <a:gd name="T12" fmla="*/ 11 w 42"/>
                  <a:gd name="T13" fmla="*/ 45 h 64"/>
                  <a:gd name="T14" fmla="*/ 1 w 42"/>
                  <a:gd name="T15" fmla="*/ 44 h 64"/>
                  <a:gd name="T16" fmla="*/ 1 w 42"/>
                  <a:gd name="T17" fmla="*/ 40 h 64"/>
                  <a:gd name="T18" fmla="*/ 6 w 42"/>
                  <a:gd name="T19" fmla="*/ 39 h 64"/>
                  <a:gd name="T20" fmla="*/ 13 w 42"/>
                  <a:gd name="T21" fmla="*/ 34 h 64"/>
                  <a:gd name="T22" fmla="*/ 11 w 42"/>
                  <a:gd name="T23" fmla="*/ 31 h 64"/>
                  <a:gd name="T24" fmla="*/ 6 w 42"/>
                  <a:gd name="T25" fmla="*/ 33 h 64"/>
                  <a:gd name="T26" fmla="*/ 1 w 42"/>
                  <a:gd name="T27" fmla="*/ 29 h 64"/>
                  <a:gd name="T28" fmla="*/ 1 w 42"/>
                  <a:gd name="T29" fmla="*/ 28 h 64"/>
                  <a:gd name="T30" fmla="*/ 5 w 42"/>
                  <a:gd name="T31" fmla="*/ 26 h 64"/>
                  <a:gd name="T32" fmla="*/ 8 w 42"/>
                  <a:gd name="T33" fmla="*/ 25 h 64"/>
                  <a:gd name="T34" fmla="*/ 17 w 42"/>
                  <a:gd name="T35" fmla="*/ 21 h 64"/>
                  <a:gd name="T36" fmla="*/ 21 w 42"/>
                  <a:gd name="T37" fmla="*/ 12 h 64"/>
                  <a:gd name="T38" fmla="*/ 22 w 42"/>
                  <a:gd name="T39" fmla="*/ 8 h 64"/>
                  <a:gd name="T40" fmla="*/ 25 w 42"/>
                  <a:gd name="T41" fmla="*/ 0 h 64"/>
                  <a:gd name="T42" fmla="*/ 28 w 42"/>
                  <a:gd name="T43" fmla="*/ 1 h 64"/>
                  <a:gd name="T44" fmla="*/ 29 w 42"/>
                  <a:gd name="T45" fmla="*/ 13 h 64"/>
                  <a:gd name="T46" fmla="*/ 33 w 42"/>
                  <a:gd name="T47" fmla="*/ 13 h 64"/>
                  <a:gd name="T48" fmla="*/ 36 w 42"/>
                  <a:gd name="T49" fmla="*/ 9 h 64"/>
                  <a:gd name="T50" fmla="*/ 41 w 42"/>
                  <a:gd name="T51" fmla="*/ 12 h 64"/>
                  <a:gd name="T52" fmla="*/ 26 w 42"/>
                  <a:gd name="T53" fmla="*/ 21 h 64"/>
                  <a:gd name="T54" fmla="*/ 17 w 42"/>
                  <a:gd name="T55" fmla="*/ 29 h 64"/>
                  <a:gd name="T56" fmla="*/ 25 w 42"/>
                  <a:gd name="T57" fmla="*/ 28 h 64"/>
                  <a:gd name="T58" fmla="*/ 33 w 42"/>
                  <a:gd name="T59" fmla="*/ 24 h 64"/>
                  <a:gd name="T60" fmla="*/ 37 w 42"/>
                  <a:gd name="T61" fmla="*/ 21 h 64"/>
                  <a:gd name="T62" fmla="*/ 42 w 42"/>
                  <a:gd name="T63" fmla="*/ 26 h 64"/>
                  <a:gd name="T64" fmla="*/ 38 w 42"/>
                  <a:gd name="T65" fmla="*/ 38 h 64"/>
                  <a:gd name="T66" fmla="*/ 32 w 42"/>
                  <a:gd name="T67" fmla="*/ 63 h 64"/>
                  <a:gd name="T68" fmla="*/ 25 w 42"/>
                  <a:gd name="T69" fmla="*/ 57 h 64"/>
                  <a:gd name="T70" fmla="*/ 22 w 42"/>
                  <a:gd name="T71" fmla="*/ 55 h 64"/>
                  <a:gd name="T72" fmla="*/ 17 w 42"/>
                  <a:gd name="T73" fmla="*/ 62 h 64"/>
                  <a:gd name="T74" fmla="*/ 15 w 42"/>
                  <a:gd name="T75" fmla="*/ 64 h 64"/>
                  <a:gd name="T76" fmla="*/ 12 w 42"/>
                  <a:gd name="T77" fmla="*/ 64 h 64"/>
                  <a:gd name="T78" fmla="*/ 9 w 42"/>
                  <a:gd name="T79" fmla="*/ 58 h 64"/>
                  <a:gd name="T80" fmla="*/ 11 w 42"/>
                  <a:gd name="T81" fmla="*/ 54 h 64"/>
                  <a:gd name="T82" fmla="*/ 10 w 42"/>
                  <a:gd name="T83" fmla="*/ 52 h 64"/>
                  <a:gd name="T84" fmla="*/ 15 w 42"/>
                  <a:gd name="T85" fmla="*/ 47 h 64"/>
                  <a:gd name="T86" fmla="*/ 22 w 42"/>
                  <a:gd name="T87" fmla="*/ 48 h 64"/>
                  <a:gd name="T88" fmla="*/ 24 w 42"/>
                  <a:gd name="T89" fmla="*/ 53 h 64"/>
                  <a:gd name="T90" fmla="*/ 31 w 42"/>
                  <a:gd name="T91" fmla="*/ 5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2" h="64">
                    <a:moveTo>
                      <a:pt x="31" y="50"/>
                    </a:moveTo>
                    <a:cubicBezTo>
                      <a:pt x="31" y="46"/>
                      <a:pt x="31" y="46"/>
                      <a:pt x="31" y="43"/>
                    </a:cubicBezTo>
                    <a:cubicBezTo>
                      <a:pt x="31" y="42"/>
                      <a:pt x="32" y="40"/>
                      <a:pt x="32" y="38"/>
                    </a:cubicBezTo>
                    <a:cubicBezTo>
                      <a:pt x="33" y="37"/>
                      <a:pt x="33" y="35"/>
                      <a:pt x="33" y="34"/>
                    </a:cubicBezTo>
                    <a:cubicBezTo>
                      <a:pt x="33" y="33"/>
                      <a:pt x="34" y="30"/>
                      <a:pt x="33" y="30"/>
                    </a:cubicBezTo>
                    <a:cubicBezTo>
                      <a:pt x="33" y="29"/>
                      <a:pt x="32" y="28"/>
                      <a:pt x="32" y="28"/>
                    </a:cubicBezTo>
                    <a:cubicBezTo>
                      <a:pt x="31" y="28"/>
                      <a:pt x="31" y="28"/>
                      <a:pt x="30" y="28"/>
                    </a:cubicBezTo>
                    <a:cubicBezTo>
                      <a:pt x="30" y="29"/>
                      <a:pt x="29" y="29"/>
                      <a:pt x="29" y="29"/>
                    </a:cubicBezTo>
                    <a:cubicBezTo>
                      <a:pt x="28" y="29"/>
                      <a:pt x="28" y="30"/>
                      <a:pt x="27" y="30"/>
                    </a:cubicBezTo>
                    <a:cubicBezTo>
                      <a:pt x="25" y="31"/>
                      <a:pt x="24" y="32"/>
                      <a:pt x="23" y="34"/>
                    </a:cubicBezTo>
                    <a:cubicBezTo>
                      <a:pt x="23" y="35"/>
                      <a:pt x="24" y="38"/>
                      <a:pt x="23" y="39"/>
                    </a:cubicBezTo>
                    <a:cubicBezTo>
                      <a:pt x="23" y="39"/>
                      <a:pt x="23" y="40"/>
                      <a:pt x="23" y="40"/>
                    </a:cubicBezTo>
                    <a:cubicBezTo>
                      <a:pt x="21" y="40"/>
                      <a:pt x="18" y="40"/>
                      <a:pt x="17" y="41"/>
                    </a:cubicBezTo>
                    <a:cubicBezTo>
                      <a:pt x="15" y="43"/>
                      <a:pt x="12" y="45"/>
                      <a:pt x="11" y="45"/>
                    </a:cubicBezTo>
                    <a:cubicBezTo>
                      <a:pt x="10" y="46"/>
                      <a:pt x="5" y="46"/>
                      <a:pt x="3" y="45"/>
                    </a:cubicBezTo>
                    <a:cubicBezTo>
                      <a:pt x="3" y="45"/>
                      <a:pt x="2" y="44"/>
                      <a:pt x="1" y="44"/>
                    </a:cubicBezTo>
                    <a:cubicBezTo>
                      <a:pt x="1" y="43"/>
                      <a:pt x="0" y="41"/>
                      <a:pt x="0" y="41"/>
                    </a:cubicBezTo>
                    <a:cubicBezTo>
                      <a:pt x="1" y="40"/>
                      <a:pt x="0" y="40"/>
                      <a:pt x="1" y="40"/>
                    </a:cubicBezTo>
                    <a:cubicBezTo>
                      <a:pt x="2" y="40"/>
                      <a:pt x="3" y="40"/>
                      <a:pt x="3" y="40"/>
                    </a:cubicBezTo>
                    <a:cubicBezTo>
                      <a:pt x="4" y="40"/>
                      <a:pt x="5" y="39"/>
                      <a:pt x="6" y="39"/>
                    </a:cubicBezTo>
                    <a:cubicBezTo>
                      <a:pt x="8" y="38"/>
                      <a:pt x="10" y="37"/>
                      <a:pt x="11" y="37"/>
                    </a:cubicBezTo>
                    <a:cubicBezTo>
                      <a:pt x="12" y="36"/>
                      <a:pt x="13" y="35"/>
                      <a:pt x="13" y="34"/>
                    </a:cubicBezTo>
                    <a:cubicBezTo>
                      <a:pt x="13" y="34"/>
                      <a:pt x="13" y="34"/>
                      <a:pt x="13" y="33"/>
                    </a:cubicBezTo>
                    <a:cubicBezTo>
                      <a:pt x="13" y="32"/>
                      <a:pt x="12" y="32"/>
                      <a:pt x="11" y="31"/>
                    </a:cubicBezTo>
                    <a:cubicBezTo>
                      <a:pt x="10" y="31"/>
                      <a:pt x="9" y="31"/>
                      <a:pt x="8" y="32"/>
                    </a:cubicBezTo>
                    <a:cubicBezTo>
                      <a:pt x="8" y="32"/>
                      <a:pt x="7" y="33"/>
                      <a:pt x="6" y="33"/>
                    </a:cubicBezTo>
                    <a:cubicBezTo>
                      <a:pt x="5" y="32"/>
                      <a:pt x="3" y="32"/>
                      <a:pt x="2" y="30"/>
                    </a:cubicBezTo>
                    <a:cubicBezTo>
                      <a:pt x="1" y="30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8"/>
                      <a:pt x="1" y="28"/>
                    </a:cubicBezTo>
                    <a:cubicBezTo>
                      <a:pt x="1" y="27"/>
                      <a:pt x="1" y="27"/>
                      <a:pt x="1" y="26"/>
                    </a:cubicBezTo>
                    <a:cubicBezTo>
                      <a:pt x="2" y="26"/>
                      <a:pt x="0" y="26"/>
                      <a:pt x="5" y="26"/>
                    </a:cubicBezTo>
                    <a:cubicBezTo>
                      <a:pt x="6" y="26"/>
                      <a:pt x="6" y="26"/>
                      <a:pt x="7" y="26"/>
                    </a:cubicBezTo>
                    <a:cubicBezTo>
                      <a:pt x="7" y="25"/>
                      <a:pt x="7" y="25"/>
                      <a:pt x="8" y="25"/>
                    </a:cubicBezTo>
                    <a:cubicBezTo>
                      <a:pt x="9" y="25"/>
                      <a:pt x="10" y="25"/>
                      <a:pt x="12" y="24"/>
                    </a:cubicBezTo>
                    <a:cubicBezTo>
                      <a:pt x="14" y="23"/>
                      <a:pt x="16" y="22"/>
                      <a:pt x="17" y="21"/>
                    </a:cubicBezTo>
                    <a:cubicBezTo>
                      <a:pt x="18" y="20"/>
                      <a:pt x="19" y="18"/>
                      <a:pt x="19" y="16"/>
                    </a:cubicBezTo>
                    <a:cubicBezTo>
                      <a:pt x="20" y="15"/>
                      <a:pt x="20" y="13"/>
                      <a:pt x="21" y="12"/>
                    </a:cubicBezTo>
                    <a:cubicBezTo>
                      <a:pt x="21" y="11"/>
                      <a:pt x="21" y="10"/>
                      <a:pt x="21" y="9"/>
                    </a:cubicBezTo>
                    <a:cubicBezTo>
                      <a:pt x="21" y="9"/>
                      <a:pt x="22" y="8"/>
                      <a:pt x="22" y="8"/>
                    </a:cubicBezTo>
                    <a:cubicBezTo>
                      <a:pt x="22" y="7"/>
                      <a:pt x="22" y="6"/>
                      <a:pt x="23" y="5"/>
                    </a:cubicBezTo>
                    <a:cubicBezTo>
                      <a:pt x="23" y="3"/>
                      <a:pt x="24" y="1"/>
                      <a:pt x="25" y="0"/>
                    </a:cubicBezTo>
                    <a:cubicBezTo>
                      <a:pt x="26" y="0"/>
                      <a:pt x="26" y="0"/>
                      <a:pt x="27" y="0"/>
                    </a:cubicBezTo>
                    <a:cubicBezTo>
                      <a:pt x="28" y="1"/>
                      <a:pt x="28" y="1"/>
                      <a:pt x="28" y="1"/>
                    </a:cubicBezTo>
                    <a:cubicBezTo>
                      <a:pt x="30" y="5"/>
                      <a:pt x="30" y="6"/>
                      <a:pt x="30" y="7"/>
                    </a:cubicBezTo>
                    <a:cubicBezTo>
                      <a:pt x="31" y="8"/>
                      <a:pt x="30" y="10"/>
                      <a:pt x="29" y="13"/>
                    </a:cubicBezTo>
                    <a:cubicBezTo>
                      <a:pt x="29" y="14"/>
                      <a:pt x="30" y="14"/>
                      <a:pt x="31" y="13"/>
                    </a:cubicBezTo>
                    <a:cubicBezTo>
                      <a:pt x="32" y="13"/>
                      <a:pt x="33" y="12"/>
                      <a:pt x="33" y="13"/>
                    </a:cubicBezTo>
                    <a:cubicBezTo>
                      <a:pt x="32" y="13"/>
                      <a:pt x="34" y="11"/>
                      <a:pt x="34" y="11"/>
                    </a:cubicBezTo>
                    <a:cubicBezTo>
                      <a:pt x="35" y="10"/>
                      <a:pt x="36" y="9"/>
                      <a:pt x="36" y="9"/>
                    </a:cubicBezTo>
                    <a:cubicBezTo>
                      <a:pt x="37" y="9"/>
                      <a:pt x="39" y="8"/>
                      <a:pt x="40" y="9"/>
                    </a:cubicBezTo>
                    <a:cubicBezTo>
                      <a:pt x="41" y="10"/>
                      <a:pt x="42" y="11"/>
                      <a:pt x="41" y="12"/>
                    </a:cubicBezTo>
                    <a:cubicBezTo>
                      <a:pt x="39" y="15"/>
                      <a:pt x="38" y="15"/>
                      <a:pt x="37" y="15"/>
                    </a:cubicBezTo>
                    <a:cubicBezTo>
                      <a:pt x="30" y="18"/>
                      <a:pt x="28" y="19"/>
                      <a:pt x="26" y="21"/>
                    </a:cubicBezTo>
                    <a:cubicBezTo>
                      <a:pt x="23" y="22"/>
                      <a:pt x="23" y="24"/>
                      <a:pt x="20" y="27"/>
                    </a:cubicBezTo>
                    <a:cubicBezTo>
                      <a:pt x="19" y="28"/>
                      <a:pt x="18" y="29"/>
                      <a:pt x="17" y="29"/>
                    </a:cubicBezTo>
                    <a:cubicBezTo>
                      <a:pt x="17" y="30"/>
                      <a:pt x="18" y="32"/>
                      <a:pt x="19" y="32"/>
                    </a:cubicBezTo>
                    <a:cubicBezTo>
                      <a:pt x="20" y="32"/>
                      <a:pt x="23" y="29"/>
                      <a:pt x="25" y="28"/>
                    </a:cubicBezTo>
                    <a:cubicBezTo>
                      <a:pt x="26" y="27"/>
                      <a:pt x="28" y="26"/>
                      <a:pt x="30" y="25"/>
                    </a:cubicBezTo>
                    <a:cubicBezTo>
                      <a:pt x="31" y="25"/>
                      <a:pt x="32" y="25"/>
                      <a:pt x="33" y="24"/>
                    </a:cubicBezTo>
                    <a:cubicBezTo>
                      <a:pt x="34" y="23"/>
                      <a:pt x="35" y="22"/>
                      <a:pt x="36" y="22"/>
                    </a:cubicBezTo>
                    <a:cubicBezTo>
                      <a:pt x="36" y="21"/>
                      <a:pt x="36" y="21"/>
                      <a:pt x="37" y="21"/>
                    </a:cubicBezTo>
                    <a:cubicBezTo>
                      <a:pt x="38" y="21"/>
                      <a:pt x="42" y="21"/>
                      <a:pt x="42" y="22"/>
                    </a:cubicBezTo>
                    <a:cubicBezTo>
                      <a:pt x="42" y="23"/>
                      <a:pt x="42" y="24"/>
                      <a:pt x="42" y="26"/>
                    </a:cubicBezTo>
                    <a:cubicBezTo>
                      <a:pt x="42" y="27"/>
                      <a:pt x="42" y="31"/>
                      <a:pt x="40" y="33"/>
                    </a:cubicBezTo>
                    <a:cubicBezTo>
                      <a:pt x="39" y="35"/>
                      <a:pt x="39" y="36"/>
                      <a:pt x="38" y="38"/>
                    </a:cubicBezTo>
                    <a:cubicBezTo>
                      <a:pt x="35" y="47"/>
                      <a:pt x="35" y="55"/>
                      <a:pt x="33" y="62"/>
                    </a:cubicBezTo>
                    <a:cubicBezTo>
                      <a:pt x="33" y="62"/>
                      <a:pt x="32" y="63"/>
                      <a:pt x="32" y="63"/>
                    </a:cubicBezTo>
                    <a:cubicBezTo>
                      <a:pt x="30" y="63"/>
                      <a:pt x="28" y="62"/>
                      <a:pt x="27" y="60"/>
                    </a:cubicBezTo>
                    <a:cubicBezTo>
                      <a:pt x="26" y="59"/>
                      <a:pt x="26" y="58"/>
                      <a:pt x="25" y="57"/>
                    </a:cubicBezTo>
                    <a:cubicBezTo>
                      <a:pt x="24" y="57"/>
                      <a:pt x="24" y="56"/>
                      <a:pt x="23" y="56"/>
                    </a:cubicBezTo>
                    <a:cubicBezTo>
                      <a:pt x="23" y="56"/>
                      <a:pt x="22" y="55"/>
                      <a:pt x="22" y="55"/>
                    </a:cubicBezTo>
                    <a:cubicBezTo>
                      <a:pt x="21" y="54"/>
                      <a:pt x="20" y="55"/>
                      <a:pt x="19" y="55"/>
                    </a:cubicBezTo>
                    <a:cubicBezTo>
                      <a:pt x="18" y="57"/>
                      <a:pt x="19" y="55"/>
                      <a:pt x="17" y="62"/>
                    </a:cubicBezTo>
                    <a:cubicBezTo>
                      <a:pt x="17" y="62"/>
                      <a:pt x="17" y="63"/>
                      <a:pt x="16" y="63"/>
                    </a:cubicBezTo>
                    <a:cubicBezTo>
                      <a:pt x="16" y="64"/>
                      <a:pt x="16" y="64"/>
                      <a:pt x="15" y="64"/>
                    </a:cubicBezTo>
                    <a:cubicBezTo>
                      <a:pt x="15" y="64"/>
                      <a:pt x="14" y="64"/>
                      <a:pt x="13" y="64"/>
                    </a:cubicBezTo>
                    <a:cubicBezTo>
                      <a:pt x="13" y="64"/>
                      <a:pt x="12" y="64"/>
                      <a:pt x="12" y="64"/>
                    </a:cubicBezTo>
                    <a:cubicBezTo>
                      <a:pt x="12" y="63"/>
                      <a:pt x="13" y="60"/>
                      <a:pt x="12" y="59"/>
                    </a:cubicBezTo>
                    <a:cubicBezTo>
                      <a:pt x="11" y="57"/>
                      <a:pt x="9" y="58"/>
                      <a:pt x="9" y="58"/>
                    </a:cubicBezTo>
                    <a:cubicBezTo>
                      <a:pt x="8" y="57"/>
                      <a:pt x="8" y="56"/>
                      <a:pt x="9" y="55"/>
                    </a:cubicBezTo>
                    <a:cubicBezTo>
                      <a:pt x="10" y="54"/>
                      <a:pt x="10" y="55"/>
                      <a:pt x="11" y="54"/>
                    </a:cubicBezTo>
                    <a:cubicBezTo>
                      <a:pt x="12" y="54"/>
                      <a:pt x="12" y="53"/>
                      <a:pt x="11" y="53"/>
                    </a:cubicBezTo>
                    <a:cubicBezTo>
                      <a:pt x="11" y="52"/>
                      <a:pt x="11" y="52"/>
                      <a:pt x="10" y="52"/>
                    </a:cubicBezTo>
                    <a:cubicBezTo>
                      <a:pt x="9" y="51"/>
                      <a:pt x="9" y="49"/>
                      <a:pt x="10" y="49"/>
                    </a:cubicBezTo>
                    <a:cubicBezTo>
                      <a:pt x="11" y="48"/>
                      <a:pt x="13" y="48"/>
                      <a:pt x="15" y="47"/>
                    </a:cubicBezTo>
                    <a:cubicBezTo>
                      <a:pt x="18" y="46"/>
                      <a:pt x="21" y="46"/>
                      <a:pt x="21" y="46"/>
                    </a:cubicBezTo>
                    <a:cubicBezTo>
                      <a:pt x="22" y="46"/>
                      <a:pt x="23" y="47"/>
                      <a:pt x="22" y="48"/>
                    </a:cubicBezTo>
                    <a:cubicBezTo>
                      <a:pt x="21" y="48"/>
                      <a:pt x="21" y="49"/>
                      <a:pt x="21" y="50"/>
                    </a:cubicBezTo>
                    <a:cubicBezTo>
                      <a:pt x="21" y="52"/>
                      <a:pt x="23" y="53"/>
                      <a:pt x="24" y="53"/>
                    </a:cubicBezTo>
                    <a:cubicBezTo>
                      <a:pt x="26" y="55"/>
                      <a:pt x="28" y="53"/>
                      <a:pt x="29" y="52"/>
                    </a:cubicBezTo>
                    <a:cubicBezTo>
                      <a:pt x="29" y="52"/>
                      <a:pt x="30" y="50"/>
                      <a:pt x="31" y="5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40" name="îšḻiḋê"/>
              <p:cNvSpPr/>
              <p:nvPr/>
            </p:nvSpPr>
            <p:spPr bwMode="auto">
              <a:xfrm>
                <a:off x="5970588" y="3390900"/>
                <a:ext cx="52388" cy="119063"/>
              </a:xfrm>
              <a:custGeom>
                <a:avLst/>
                <a:gdLst>
                  <a:gd name="T0" fmla="*/ 1 w 10"/>
                  <a:gd name="T1" fmla="*/ 17 h 22"/>
                  <a:gd name="T2" fmla="*/ 1 w 10"/>
                  <a:gd name="T3" fmla="*/ 8 h 22"/>
                  <a:gd name="T4" fmla="*/ 2 w 10"/>
                  <a:gd name="T5" fmla="*/ 2 h 22"/>
                  <a:gd name="T6" fmla="*/ 2 w 10"/>
                  <a:gd name="T7" fmla="*/ 1 h 22"/>
                  <a:gd name="T8" fmla="*/ 3 w 10"/>
                  <a:gd name="T9" fmla="*/ 1 h 22"/>
                  <a:gd name="T10" fmla="*/ 5 w 10"/>
                  <a:gd name="T11" fmla="*/ 2 h 22"/>
                  <a:gd name="T12" fmla="*/ 7 w 10"/>
                  <a:gd name="T13" fmla="*/ 5 h 22"/>
                  <a:gd name="T14" fmla="*/ 9 w 10"/>
                  <a:gd name="T15" fmla="*/ 8 h 22"/>
                  <a:gd name="T16" fmla="*/ 10 w 10"/>
                  <a:gd name="T17" fmla="*/ 12 h 22"/>
                  <a:gd name="T18" fmla="*/ 10 w 10"/>
                  <a:gd name="T19" fmla="*/ 17 h 22"/>
                  <a:gd name="T20" fmla="*/ 9 w 10"/>
                  <a:gd name="T21" fmla="*/ 21 h 22"/>
                  <a:gd name="T22" fmla="*/ 7 w 10"/>
                  <a:gd name="T23" fmla="*/ 22 h 22"/>
                  <a:gd name="T24" fmla="*/ 4 w 10"/>
                  <a:gd name="T25" fmla="*/ 21 h 22"/>
                  <a:gd name="T26" fmla="*/ 1 w 10"/>
                  <a:gd name="T27" fmla="*/ 17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" h="22">
                    <a:moveTo>
                      <a:pt x="1" y="17"/>
                    </a:moveTo>
                    <a:cubicBezTo>
                      <a:pt x="0" y="14"/>
                      <a:pt x="1" y="11"/>
                      <a:pt x="1" y="8"/>
                    </a:cubicBezTo>
                    <a:cubicBezTo>
                      <a:pt x="1" y="6"/>
                      <a:pt x="2" y="4"/>
                      <a:pt x="2" y="2"/>
                    </a:cubicBezTo>
                    <a:cubicBezTo>
                      <a:pt x="2" y="2"/>
                      <a:pt x="2" y="1"/>
                      <a:pt x="2" y="1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4" y="1"/>
                      <a:pt x="4" y="1"/>
                      <a:pt x="5" y="2"/>
                    </a:cubicBezTo>
                    <a:cubicBezTo>
                      <a:pt x="5" y="5"/>
                      <a:pt x="6" y="5"/>
                      <a:pt x="7" y="5"/>
                    </a:cubicBezTo>
                    <a:cubicBezTo>
                      <a:pt x="7" y="6"/>
                      <a:pt x="8" y="7"/>
                      <a:pt x="9" y="8"/>
                    </a:cubicBezTo>
                    <a:cubicBezTo>
                      <a:pt x="9" y="9"/>
                      <a:pt x="10" y="11"/>
                      <a:pt x="10" y="12"/>
                    </a:cubicBezTo>
                    <a:cubicBezTo>
                      <a:pt x="10" y="14"/>
                      <a:pt x="10" y="16"/>
                      <a:pt x="10" y="17"/>
                    </a:cubicBezTo>
                    <a:cubicBezTo>
                      <a:pt x="10" y="19"/>
                      <a:pt x="9" y="21"/>
                      <a:pt x="9" y="21"/>
                    </a:cubicBezTo>
                    <a:cubicBezTo>
                      <a:pt x="8" y="22"/>
                      <a:pt x="7" y="22"/>
                      <a:pt x="7" y="22"/>
                    </a:cubicBezTo>
                    <a:cubicBezTo>
                      <a:pt x="6" y="22"/>
                      <a:pt x="5" y="21"/>
                      <a:pt x="4" y="21"/>
                    </a:cubicBezTo>
                    <a:cubicBezTo>
                      <a:pt x="3" y="19"/>
                      <a:pt x="1" y="18"/>
                      <a:pt x="1" y="1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41" name="íşļîḍè"/>
              <p:cNvSpPr/>
              <p:nvPr/>
            </p:nvSpPr>
            <p:spPr bwMode="auto">
              <a:xfrm>
                <a:off x="5472113" y="3132138"/>
                <a:ext cx="401638" cy="388938"/>
              </a:xfrm>
              <a:custGeom>
                <a:avLst/>
                <a:gdLst>
                  <a:gd name="T0" fmla="*/ 32 w 75"/>
                  <a:gd name="T1" fmla="*/ 71 h 72"/>
                  <a:gd name="T2" fmla="*/ 25 w 75"/>
                  <a:gd name="T3" fmla="*/ 68 h 72"/>
                  <a:gd name="T4" fmla="*/ 28 w 75"/>
                  <a:gd name="T5" fmla="*/ 65 h 72"/>
                  <a:gd name="T6" fmla="*/ 40 w 75"/>
                  <a:gd name="T7" fmla="*/ 61 h 72"/>
                  <a:gd name="T8" fmla="*/ 43 w 75"/>
                  <a:gd name="T9" fmla="*/ 61 h 72"/>
                  <a:gd name="T10" fmla="*/ 47 w 75"/>
                  <a:gd name="T11" fmla="*/ 63 h 72"/>
                  <a:gd name="T12" fmla="*/ 51 w 75"/>
                  <a:gd name="T13" fmla="*/ 53 h 72"/>
                  <a:gd name="T14" fmla="*/ 58 w 75"/>
                  <a:gd name="T15" fmla="*/ 40 h 72"/>
                  <a:gd name="T16" fmla="*/ 62 w 75"/>
                  <a:gd name="T17" fmla="*/ 33 h 72"/>
                  <a:gd name="T18" fmla="*/ 59 w 75"/>
                  <a:gd name="T19" fmla="*/ 32 h 72"/>
                  <a:gd name="T20" fmla="*/ 56 w 75"/>
                  <a:gd name="T21" fmla="*/ 33 h 72"/>
                  <a:gd name="T22" fmla="*/ 48 w 75"/>
                  <a:gd name="T23" fmla="*/ 40 h 72"/>
                  <a:gd name="T24" fmla="*/ 47 w 75"/>
                  <a:gd name="T25" fmla="*/ 45 h 72"/>
                  <a:gd name="T26" fmla="*/ 43 w 75"/>
                  <a:gd name="T27" fmla="*/ 49 h 72"/>
                  <a:gd name="T28" fmla="*/ 41 w 75"/>
                  <a:gd name="T29" fmla="*/ 44 h 72"/>
                  <a:gd name="T30" fmla="*/ 36 w 75"/>
                  <a:gd name="T31" fmla="*/ 45 h 72"/>
                  <a:gd name="T32" fmla="*/ 31 w 75"/>
                  <a:gd name="T33" fmla="*/ 49 h 72"/>
                  <a:gd name="T34" fmla="*/ 29 w 75"/>
                  <a:gd name="T35" fmla="*/ 52 h 72"/>
                  <a:gd name="T36" fmla="*/ 27 w 75"/>
                  <a:gd name="T37" fmla="*/ 58 h 72"/>
                  <a:gd name="T38" fmla="*/ 24 w 75"/>
                  <a:gd name="T39" fmla="*/ 60 h 72"/>
                  <a:gd name="T40" fmla="*/ 24 w 75"/>
                  <a:gd name="T41" fmla="*/ 53 h 72"/>
                  <a:gd name="T42" fmla="*/ 22 w 75"/>
                  <a:gd name="T43" fmla="*/ 52 h 72"/>
                  <a:gd name="T44" fmla="*/ 20 w 75"/>
                  <a:gd name="T45" fmla="*/ 53 h 72"/>
                  <a:gd name="T46" fmla="*/ 10 w 75"/>
                  <a:gd name="T47" fmla="*/ 69 h 72"/>
                  <a:gd name="T48" fmla="*/ 4 w 75"/>
                  <a:gd name="T49" fmla="*/ 71 h 72"/>
                  <a:gd name="T50" fmla="*/ 1 w 75"/>
                  <a:gd name="T51" fmla="*/ 69 h 72"/>
                  <a:gd name="T52" fmla="*/ 0 w 75"/>
                  <a:gd name="T53" fmla="*/ 65 h 72"/>
                  <a:gd name="T54" fmla="*/ 2 w 75"/>
                  <a:gd name="T55" fmla="*/ 57 h 72"/>
                  <a:gd name="T56" fmla="*/ 6 w 75"/>
                  <a:gd name="T57" fmla="*/ 59 h 72"/>
                  <a:gd name="T58" fmla="*/ 13 w 75"/>
                  <a:gd name="T59" fmla="*/ 55 h 72"/>
                  <a:gd name="T60" fmla="*/ 21 w 75"/>
                  <a:gd name="T61" fmla="*/ 47 h 72"/>
                  <a:gd name="T62" fmla="*/ 28 w 75"/>
                  <a:gd name="T63" fmla="*/ 40 h 72"/>
                  <a:gd name="T64" fmla="*/ 27 w 75"/>
                  <a:gd name="T65" fmla="*/ 31 h 72"/>
                  <a:gd name="T66" fmla="*/ 28 w 75"/>
                  <a:gd name="T67" fmla="*/ 28 h 72"/>
                  <a:gd name="T68" fmla="*/ 33 w 75"/>
                  <a:gd name="T69" fmla="*/ 23 h 72"/>
                  <a:gd name="T70" fmla="*/ 32 w 75"/>
                  <a:gd name="T71" fmla="*/ 20 h 72"/>
                  <a:gd name="T72" fmla="*/ 26 w 75"/>
                  <a:gd name="T73" fmla="*/ 14 h 72"/>
                  <a:gd name="T74" fmla="*/ 41 w 75"/>
                  <a:gd name="T75" fmla="*/ 13 h 72"/>
                  <a:gd name="T76" fmla="*/ 52 w 75"/>
                  <a:gd name="T77" fmla="*/ 7 h 72"/>
                  <a:gd name="T78" fmla="*/ 61 w 75"/>
                  <a:gd name="T79" fmla="*/ 2 h 72"/>
                  <a:gd name="T80" fmla="*/ 66 w 75"/>
                  <a:gd name="T81" fmla="*/ 2 h 72"/>
                  <a:gd name="T82" fmla="*/ 67 w 75"/>
                  <a:gd name="T83" fmla="*/ 9 h 72"/>
                  <a:gd name="T84" fmla="*/ 51 w 75"/>
                  <a:gd name="T85" fmla="*/ 18 h 72"/>
                  <a:gd name="T86" fmla="*/ 52 w 75"/>
                  <a:gd name="T87" fmla="*/ 22 h 72"/>
                  <a:gd name="T88" fmla="*/ 56 w 75"/>
                  <a:gd name="T89" fmla="*/ 28 h 72"/>
                  <a:gd name="T90" fmla="*/ 68 w 75"/>
                  <a:gd name="T91" fmla="*/ 22 h 72"/>
                  <a:gd name="T92" fmla="*/ 74 w 75"/>
                  <a:gd name="T93" fmla="*/ 25 h 72"/>
                  <a:gd name="T94" fmla="*/ 74 w 75"/>
                  <a:gd name="T95" fmla="*/ 31 h 72"/>
                  <a:gd name="T96" fmla="*/ 69 w 75"/>
                  <a:gd name="T97" fmla="*/ 40 h 72"/>
                  <a:gd name="T98" fmla="*/ 62 w 75"/>
                  <a:gd name="T99" fmla="*/ 55 h 72"/>
                  <a:gd name="T100" fmla="*/ 57 w 75"/>
                  <a:gd name="T101" fmla="*/ 68 h 72"/>
                  <a:gd name="T102" fmla="*/ 53 w 75"/>
                  <a:gd name="T103" fmla="*/ 71 h 72"/>
                  <a:gd name="T104" fmla="*/ 46 w 75"/>
                  <a:gd name="T105" fmla="*/ 67 h 72"/>
                  <a:gd name="T106" fmla="*/ 40 w 75"/>
                  <a:gd name="T107" fmla="*/ 68 h 72"/>
                  <a:gd name="T108" fmla="*/ 30 w 75"/>
                  <a:gd name="T109" fmla="*/ 29 h 72"/>
                  <a:gd name="T110" fmla="*/ 34 w 75"/>
                  <a:gd name="T111" fmla="*/ 37 h 72"/>
                  <a:gd name="T112" fmla="*/ 45 w 75"/>
                  <a:gd name="T113" fmla="*/ 32 h 72"/>
                  <a:gd name="T114" fmla="*/ 46 w 75"/>
                  <a:gd name="T115" fmla="*/ 24 h 72"/>
                  <a:gd name="T116" fmla="*/ 38 w 75"/>
                  <a:gd name="T117" fmla="*/ 24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75" h="72">
                    <a:moveTo>
                      <a:pt x="40" y="70"/>
                    </a:moveTo>
                    <a:cubicBezTo>
                      <a:pt x="39" y="71"/>
                      <a:pt x="38" y="71"/>
                      <a:pt x="37" y="71"/>
                    </a:cubicBezTo>
                    <a:cubicBezTo>
                      <a:pt x="36" y="71"/>
                      <a:pt x="33" y="71"/>
                      <a:pt x="32" y="71"/>
                    </a:cubicBezTo>
                    <a:cubicBezTo>
                      <a:pt x="30" y="71"/>
                      <a:pt x="29" y="71"/>
                      <a:pt x="28" y="70"/>
                    </a:cubicBezTo>
                    <a:cubicBezTo>
                      <a:pt x="26" y="70"/>
                      <a:pt x="25" y="70"/>
                      <a:pt x="25" y="70"/>
                    </a:cubicBezTo>
                    <a:cubicBezTo>
                      <a:pt x="25" y="69"/>
                      <a:pt x="25" y="69"/>
                      <a:pt x="25" y="68"/>
                    </a:cubicBezTo>
                    <a:cubicBezTo>
                      <a:pt x="25" y="68"/>
                      <a:pt x="25" y="67"/>
                      <a:pt x="25" y="67"/>
                    </a:cubicBezTo>
                    <a:cubicBezTo>
                      <a:pt x="26" y="67"/>
                      <a:pt x="26" y="66"/>
                      <a:pt x="26" y="66"/>
                    </a:cubicBezTo>
                    <a:cubicBezTo>
                      <a:pt x="27" y="66"/>
                      <a:pt x="27" y="65"/>
                      <a:pt x="28" y="65"/>
                    </a:cubicBezTo>
                    <a:cubicBezTo>
                      <a:pt x="30" y="64"/>
                      <a:pt x="36" y="62"/>
                      <a:pt x="35" y="62"/>
                    </a:cubicBezTo>
                    <a:cubicBezTo>
                      <a:pt x="34" y="62"/>
                      <a:pt x="37" y="62"/>
                      <a:pt x="37" y="62"/>
                    </a:cubicBezTo>
                    <a:cubicBezTo>
                      <a:pt x="38" y="61"/>
                      <a:pt x="40" y="61"/>
                      <a:pt x="40" y="61"/>
                    </a:cubicBezTo>
                    <a:cubicBezTo>
                      <a:pt x="40" y="61"/>
                      <a:pt x="41" y="60"/>
                      <a:pt x="41" y="60"/>
                    </a:cubicBezTo>
                    <a:cubicBezTo>
                      <a:pt x="42" y="60"/>
                      <a:pt x="42" y="61"/>
                      <a:pt x="42" y="61"/>
                    </a:cubicBezTo>
                    <a:cubicBezTo>
                      <a:pt x="43" y="61"/>
                      <a:pt x="43" y="61"/>
                      <a:pt x="43" y="61"/>
                    </a:cubicBezTo>
                    <a:cubicBezTo>
                      <a:pt x="44" y="61"/>
                      <a:pt x="44" y="61"/>
                      <a:pt x="45" y="62"/>
                    </a:cubicBezTo>
                    <a:cubicBezTo>
                      <a:pt x="45" y="62"/>
                      <a:pt x="46" y="62"/>
                      <a:pt x="46" y="63"/>
                    </a:cubicBezTo>
                    <a:cubicBezTo>
                      <a:pt x="47" y="63"/>
                      <a:pt x="47" y="63"/>
                      <a:pt x="47" y="63"/>
                    </a:cubicBezTo>
                    <a:cubicBezTo>
                      <a:pt x="48" y="63"/>
                      <a:pt x="50" y="62"/>
                      <a:pt x="50" y="61"/>
                    </a:cubicBezTo>
                    <a:cubicBezTo>
                      <a:pt x="51" y="60"/>
                      <a:pt x="51" y="60"/>
                      <a:pt x="51" y="58"/>
                    </a:cubicBezTo>
                    <a:cubicBezTo>
                      <a:pt x="51" y="56"/>
                      <a:pt x="51" y="55"/>
                      <a:pt x="51" y="53"/>
                    </a:cubicBezTo>
                    <a:cubicBezTo>
                      <a:pt x="52" y="51"/>
                      <a:pt x="53" y="48"/>
                      <a:pt x="54" y="48"/>
                    </a:cubicBezTo>
                    <a:cubicBezTo>
                      <a:pt x="54" y="48"/>
                      <a:pt x="55" y="46"/>
                      <a:pt x="55" y="45"/>
                    </a:cubicBezTo>
                    <a:cubicBezTo>
                      <a:pt x="56" y="43"/>
                      <a:pt x="57" y="41"/>
                      <a:pt x="58" y="40"/>
                    </a:cubicBezTo>
                    <a:cubicBezTo>
                      <a:pt x="58" y="39"/>
                      <a:pt x="59" y="38"/>
                      <a:pt x="59" y="38"/>
                    </a:cubicBezTo>
                    <a:cubicBezTo>
                      <a:pt x="60" y="37"/>
                      <a:pt x="61" y="36"/>
                      <a:pt x="61" y="35"/>
                    </a:cubicBezTo>
                    <a:cubicBezTo>
                      <a:pt x="62" y="34"/>
                      <a:pt x="62" y="33"/>
                      <a:pt x="62" y="33"/>
                    </a:cubicBezTo>
                    <a:cubicBezTo>
                      <a:pt x="62" y="33"/>
                      <a:pt x="62" y="32"/>
                      <a:pt x="62" y="32"/>
                    </a:cubicBezTo>
                    <a:cubicBezTo>
                      <a:pt x="62" y="32"/>
                      <a:pt x="61" y="31"/>
                      <a:pt x="61" y="31"/>
                    </a:cubicBezTo>
                    <a:cubicBezTo>
                      <a:pt x="61" y="31"/>
                      <a:pt x="59" y="31"/>
                      <a:pt x="59" y="32"/>
                    </a:cubicBezTo>
                    <a:cubicBezTo>
                      <a:pt x="58" y="32"/>
                      <a:pt x="58" y="32"/>
                      <a:pt x="58" y="32"/>
                    </a:cubicBezTo>
                    <a:cubicBezTo>
                      <a:pt x="58" y="32"/>
                      <a:pt x="56" y="33"/>
                      <a:pt x="57" y="33"/>
                    </a:cubicBezTo>
                    <a:cubicBezTo>
                      <a:pt x="59" y="32"/>
                      <a:pt x="58" y="32"/>
                      <a:pt x="56" y="33"/>
                    </a:cubicBezTo>
                    <a:cubicBezTo>
                      <a:pt x="56" y="33"/>
                      <a:pt x="55" y="34"/>
                      <a:pt x="54" y="34"/>
                    </a:cubicBezTo>
                    <a:cubicBezTo>
                      <a:pt x="53" y="34"/>
                      <a:pt x="52" y="36"/>
                      <a:pt x="51" y="37"/>
                    </a:cubicBezTo>
                    <a:cubicBezTo>
                      <a:pt x="50" y="38"/>
                      <a:pt x="49" y="39"/>
                      <a:pt x="48" y="40"/>
                    </a:cubicBezTo>
                    <a:cubicBezTo>
                      <a:pt x="48" y="41"/>
                      <a:pt x="47" y="41"/>
                      <a:pt x="47" y="41"/>
                    </a:cubicBezTo>
                    <a:cubicBezTo>
                      <a:pt x="47" y="41"/>
                      <a:pt x="47" y="42"/>
                      <a:pt x="47" y="42"/>
                    </a:cubicBezTo>
                    <a:cubicBezTo>
                      <a:pt x="47" y="43"/>
                      <a:pt x="47" y="44"/>
                      <a:pt x="47" y="45"/>
                    </a:cubicBezTo>
                    <a:cubicBezTo>
                      <a:pt x="47" y="45"/>
                      <a:pt x="46" y="45"/>
                      <a:pt x="46" y="46"/>
                    </a:cubicBezTo>
                    <a:cubicBezTo>
                      <a:pt x="46" y="48"/>
                      <a:pt x="45" y="48"/>
                      <a:pt x="45" y="49"/>
                    </a:cubicBezTo>
                    <a:cubicBezTo>
                      <a:pt x="44" y="49"/>
                      <a:pt x="43" y="49"/>
                      <a:pt x="43" y="49"/>
                    </a:cubicBezTo>
                    <a:cubicBezTo>
                      <a:pt x="42" y="49"/>
                      <a:pt x="41" y="48"/>
                      <a:pt x="41" y="47"/>
                    </a:cubicBezTo>
                    <a:cubicBezTo>
                      <a:pt x="41" y="47"/>
                      <a:pt x="41" y="46"/>
                      <a:pt x="41" y="45"/>
                    </a:cubicBezTo>
                    <a:cubicBezTo>
                      <a:pt x="41" y="45"/>
                      <a:pt x="41" y="44"/>
                      <a:pt x="41" y="44"/>
                    </a:cubicBezTo>
                    <a:cubicBezTo>
                      <a:pt x="40" y="43"/>
                      <a:pt x="40" y="42"/>
                      <a:pt x="39" y="42"/>
                    </a:cubicBezTo>
                    <a:cubicBezTo>
                      <a:pt x="38" y="43"/>
                      <a:pt x="37" y="44"/>
                      <a:pt x="36" y="44"/>
                    </a:cubicBezTo>
                    <a:cubicBezTo>
                      <a:pt x="36" y="44"/>
                      <a:pt x="36" y="44"/>
                      <a:pt x="36" y="45"/>
                    </a:cubicBezTo>
                    <a:cubicBezTo>
                      <a:pt x="35" y="45"/>
                      <a:pt x="35" y="45"/>
                      <a:pt x="34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3" y="47"/>
                      <a:pt x="32" y="49"/>
                      <a:pt x="31" y="49"/>
                    </a:cubicBezTo>
                    <a:cubicBezTo>
                      <a:pt x="31" y="50"/>
                      <a:pt x="31" y="50"/>
                      <a:pt x="31" y="50"/>
                    </a:cubicBezTo>
                    <a:cubicBezTo>
                      <a:pt x="30" y="51"/>
                      <a:pt x="30" y="51"/>
                      <a:pt x="30" y="51"/>
                    </a:cubicBezTo>
                    <a:cubicBezTo>
                      <a:pt x="30" y="52"/>
                      <a:pt x="30" y="52"/>
                      <a:pt x="29" y="52"/>
                    </a:cubicBezTo>
                    <a:cubicBezTo>
                      <a:pt x="29" y="53"/>
                      <a:pt x="28" y="54"/>
                      <a:pt x="28" y="54"/>
                    </a:cubicBezTo>
                    <a:cubicBezTo>
                      <a:pt x="28" y="55"/>
                      <a:pt x="28" y="56"/>
                      <a:pt x="28" y="56"/>
                    </a:cubicBezTo>
                    <a:cubicBezTo>
                      <a:pt x="27" y="57"/>
                      <a:pt x="27" y="58"/>
                      <a:pt x="27" y="58"/>
                    </a:cubicBezTo>
                    <a:cubicBezTo>
                      <a:pt x="26" y="59"/>
                      <a:pt x="26" y="59"/>
                      <a:pt x="26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4" y="60"/>
                      <a:pt x="24" y="60"/>
                      <a:pt x="24" y="60"/>
                    </a:cubicBezTo>
                    <a:cubicBezTo>
                      <a:pt x="24" y="60"/>
                      <a:pt x="24" y="59"/>
                      <a:pt x="24" y="59"/>
                    </a:cubicBezTo>
                    <a:cubicBezTo>
                      <a:pt x="24" y="57"/>
                      <a:pt x="23" y="56"/>
                      <a:pt x="23" y="55"/>
                    </a:cubicBezTo>
                    <a:cubicBezTo>
                      <a:pt x="23" y="55"/>
                      <a:pt x="24" y="53"/>
                      <a:pt x="24" y="53"/>
                    </a:cubicBezTo>
                    <a:cubicBezTo>
                      <a:pt x="23" y="52"/>
                      <a:pt x="23" y="52"/>
                      <a:pt x="23" y="52"/>
                    </a:cubicBezTo>
                    <a:cubicBezTo>
                      <a:pt x="23" y="52"/>
                      <a:pt x="23" y="52"/>
                      <a:pt x="23" y="52"/>
                    </a:cubicBezTo>
                    <a:cubicBezTo>
                      <a:pt x="23" y="52"/>
                      <a:pt x="23" y="52"/>
                      <a:pt x="22" y="52"/>
                    </a:cubicBezTo>
                    <a:cubicBezTo>
                      <a:pt x="22" y="52"/>
                      <a:pt x="22" y="52"/>
                      <a:pt x="22" y="52"/>
                    </a:cubicBezTo>
                    <a:cubicBezTo>
                      <a:pt x="22" y="52"/>
                      <a:pt x="21" y="52"/>
                      <a:pt x="21" y="52"/>
                    </a:cubicBezTo>
                    <a:cubicBezTo>
                      <a:pt x="21" y="53"/>
                      <a:pt x="20" y="53"/>
                      <a:pt x="20" y="53"/>
                    </a:cubicBezTo>
                    <a:cubicBezTo>
                      <a:pt x="19" y="54"/>
                      <a:pt x="17" y="56"/>
                      <a:pt x="17" y="56"/>
                    </a:cubicBezTo>
                    <a:cubicBezTo>
                      <a:pt x="15" y="58"/>
                      <a:pt x="13" y="62"/>
                      <a:pt x="12" y="64"/>
                    </a:cubicBezTo>
                    <a:cubicBezTo>
                      <a:pt x="12" y="66"/>
                      <a:pt x="11" y="67"/>
                      <a:pt x="10" y="69"/>
                    </a:cubicBezTo>
                    <a:cubicBezTo>
                      <a:pt x="10" y="70"/>
                      <a:pt x="10" y="71"/>
                      <a:pt x="9" y="71"/>
                    </a:cubicBezTo>
                    <a:cubicBezTo>
                      <a:pt x="8" y="72"/>
                      <a:pt x="7" y="71"/>
                      <a:pt x="6" y="71"/>
                    </a:cubicBezTo>
                    <a:cubicBezTo>
                      <a:pt x="5" y="71"/>
                      <a:pt x="4" y="71"/>
                      <a:pt x="4" y="71"/>
                    </a:cubicBezTo>
                    <a:cubicBezTo>
                      <a:pt x="3" y="71"/>
                      <a:pt x="3" y="71"/>
                      <a:pt x="3" y="71"/>
                    </a:cubicBezTo>
                    <a:cubicBezTo>
                      <a:pt x="3" y="70"/>
                      <a:pt x="2" y="70"/>
                      <a:pt x="2" y="70"/>
                    </a:cubicBezTo>
                    <a:cubicBezTo>
                      <a:pt x="2" y="70"/>
                      <a:pt x="1" y="70"/>
                      <a:pt x="1" y="69"/>
                    </a:cubicBezTo>
                    <a:cubicBezTo>
                      <a:pt x="1" y="69"/>
                      <a:pt x="0" y="69"/>
                      <a:pt x="0" y="69"/>
                    </a:cubicBezTo>
                    <a:cubicBezTo>
                      <a:pt x="0" y="69"/>
                      <a:pt x="0" y="69"/>
                      <a:pt x="0" y="68"/>
                    </a:cubicBezTo>
                    <a:cubicBezTo>
                      <a:pt x="0" y="68"/>
                      <a:pt x="0" y="66"/>
                      <a:pt x="0" y="65"/>
                    </a:cubicBezTo>
                    <a:cubicBezTo>
                      <a:pt x="0" y="65"/>
                      <a:pt x="1" y="62"/>
                      <a:pt x="1" y="60"/>
                    </a:cubicBezTo>
                    <a:cubicBezTo>
                      <a:pt x="1" y="60"/>
                      <a:pt x="1" y="59"/>
                      <a:pt x="1" y="58"/>
                    </a:cubicBezTo>
                    <a:cubicBezTo>
                      <a:pt x="1" y="57"/>
                      <a:pt x="0" y="57"/>
                      <a:pt x="2" y="57"/>
                    </a:cubicBezTo>
                    <a:cubicBezTo>
                      <a:pt x="3" y="57"/>
                      <a:pt x="3" y="58"/>
                      <a:pt x="4" y="58"/>
                    </a:cubicBezTo>
                    <a:cubicBezTo>
                      <a:pt x="4" y="58"/>
                      <a:pt x="5" y="59"/>
                      <a:pt x="5" y="59"/>
                    </a:cubicBezTo>
                    <a:cubicBezTo>
                      <a:pt x="6" y="59"/>
                      <a:pt x="6" y="59"/>
                      <a:pt x="6" y="59"/>
                    </a:cubicBezTo>
                    <a:cubicBezTo>
                      <a:pt x="7" y="59"/>
                      <a:pt x="7" y="59"/>
                      <a:pt x="7" y="59"/>
                    </a:cubicBezTo>
                    <a:cubicBezTo>
                      <a:pt x="8" y="59"/>
                      <a:pt x="10" y="57"/>
                      <a:pt x="10" y="56"/>
                    </a:cubicBezTo>
                    <a:cubicBezTo>
                      <a:pt x="10" y="56"/>
                      <a:pt x="12" y="55"/>
                      <a:pt x="13" y="55"/>
                    </a:cubicBezTo>
                    <a:cubicBezTo>
                      <a:pt x="15" y="53"/>
                      <a:pt x="17" y="50"/>
                      <a:pt x="17" y="50"/>
                    </a:cubicBezTo>
                    <a:cubicBezTo>
                      <a:pt x="18" y="49"/>
                      <a:pt x="19" y="48"/>
                      <a:pt x="20" y="48"/>
                    </a:cubicBezTo>
                    <a:cubicBezTo>
                      <a:pt x="20" y="47"/>
                      <a:pt x="21" y="47"/>
                      <a:pt x="21" y="47"/>
                    </a:cubicBezTo>
                    <a:cubicBezTo>
                      <a:pt x="21" y="47"/>
                      <a:pt x="24" y="44"/>
                      <a:pt x="25" y="43"/>
                    </a:cubicBezTo>
                    <a:cubicBezTo>
                      <a:pt x="26" y="42"/>
                      <a:pt x="27" y="42"/>
                      <a:pt x="27" y="41"/>
                    </a:cubicBezTo>
                    <a:cubicBezTo>
                      <a:pt x="27" y="41"/>
                      <a:pt x="27" y="41"/>
                      <a:pt x="28" y="40"/>
                    </a:cubicBezTo>
                    <a:cubicBezTo>
                      <a:pt x="28" y="39"/>
                      <a:pt x="28" y="38"/>
                      <a:pt x="28" y="37"/>
                    </a:cubicBezTo>
                    <a:cubicBezTo>
                      <a:pt x="28" y="36"/>
                      <a:pt x="28" y="35"/>
                      <a:pt x="27" y="33"/>
                    </a:cubicBezTo>
                    <a:cubicBezTo>
                      <a:pt x="27" y="33"/>
                      <a:pt x="28" y="31"/>
                      <a:pt x="27" y="31"/>
                    </a:cubicBezTo>
                    <a:cubicBezTo>
                      <a:pt x="27" y="30"/>
                      <a:pt x="27" y="30"/>
                      <a:pt x="27" y="30"/>
                    </a:cubicBezTo>
                    <a:cubicBezTo>
                      <a:pt x="27" y="29"/>
                      <a:pt x="27" y="29"/>
                      <a:pt x="28" y="29"/>
                    </a:cubicBezTo>
                    <a:cubicBezTo>
                      <a:pt x="28" y="29"/>
                      <a:pt x="28" y="28"/>
                      <a:pt x="28" y="28"/>
                    </a:cubicBezTo>
                    <a:cubicBezTo>
                      <a:pt x="28" y="28"/>
                      <a:pt x="28" y="28"/>
                      <a:pt x="28" y="27"/>
                    </a:cubicBezTo>
                    <a:cubicBezTo>
                      <a:pt x="28" y="27"/>
                      <a:pt x="29" y="27"/>
                      <a:pt x="29" y="26"/>
                    </a:cubicBezTo>
                    <a:cubicBezTo>
                      <a:pt x="31" y="25"/>
                      <a:pt x="32" y="24"/>
                      <a:pt x="33" y="23"/>
                    </a:cubicBezTo>
                    <a:cubicBezTo>
                      <a:pt x="33" y="22"/>
                      <a:pt x="34" y="22"/>
                      <a:pt x="34" y="21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3" y="21"/>
                      <a:pt x="32" y="20"/>
                      <a:pt x="32" y="20"/>
                    </a:cubicBezTo>
                    <a:cubicBezTo>
                      <a:pt x="31" y="20"/>
                      <a:pt x="30" y="20"/>
                      <a:pt x="30" y="19"/>
                    </a:cubicBezTo>
                    <a:cubicBezTo>
                      <a:pt x="29" y="19"/>
                      <a:pt x="26" y="17"/>
                      <a:pt x="26" y="16"/>
                    </a:cubicBezTo>
                    <a:cubicBezTo>
                      <a:pt x="25" y="15"/>
                      <a:pt x="24" y="14"/>
                      <a:pt x="26" y="14"/>
                    </a:cubicBezTo>
                    <a:cubicBezTo>
                      <a:pt x="27" y="14"/>
                      <a:pt x="31" y="14"/>
                      <a:pt x="33" y="15"/>
                    </a:cubicBezTo>
                    <a:cubicBezTo>
                      <a:pt x="35" y="14"/>
                      <a:pt x="35" y="15"/>
                      <a:pt x="37" y="14"/>
                    </a:cubicBezTo>
                    <a:cubicBezTo>
                      <a:pt x="37" y="14"/>
                      <a:pt x="40" y="13"/>
                      <a:pt x="41" y="13"/>
                    </a:cubicBezTo>
                    <a:cubicBezTo>
                      <a:pt x="43" y="12"/>
                      <a:pt x="45" y="11"/>
                      <a:pt x="47" y="10"/>
                    </a:cubicBezTo>
                    <a:cubicBezTo>
                      <a:pt x="48" y="10"/>
                      <a:pt x="50" y="9"/>
                      <a:pt x="51" y="8"/>
                    </a:cubicBezTo>
                    <a:cubicBezTo>
                      <a:pt x="51" y="8"/>
                      <a:pt x="52" y="8"/>
                      <a:pt x="52" y="7"/>
                    </a:cubicBezTo>
                    <a:cubicBezTo>
                      <a:pt x="53" y="7"/>
                      <a:pt x="54" y="7"/>
                      <a:pt x="54" y="6"/>
                    </a:cubicBezTo>
                    <a:cubicBezTo>
                      <a:pt x="56" y="5"/>
                      <a:pt x="57" y="5"/>
                      <a:pt x="59" y="4"/>
                    </a:cubicBezTo>
                    <a:cubicBezTo>
                      <a:pt x="59" y="3"/>
                      <a:pt x="60" y="3"/>
                      <a:pt x="61" y="2"/>
                    </a:cubicBezTo>
                    <a:cubicBezTo>
                      <a:pt x="61" y="2"/>
                      <a:pt x="63" y="1"/>
                      <a:pt x="63" y="1"/>
                    </a:cubicBezTo>
                    <a:cubicBezTo>
                      <a:pt x="64" y="0"/>
                      <a:pt x="64" y="1"/>
                      <a:pt x="65" y="1"/>
                    </a:cubicBezTo>
                    <a:cubicBezTo>
                      <a:pt x="65" y="1"/>
                      <a:pt x="66" y="1"/>
                      <a:pt x="66" y="2"/>
                    </a:cubicBezTo>
                    <a:cubicBezTo>
                      <a:pt x="66" y="2"/>
                      <a:pt x="67" y="3"/>
                      <a:pt x="68" y="3"/>
                    </a:cubicBezTo>
                    <a:cubicBezTo>
                      <a:pt x="68" y="4"/>
                      <a:pt x="68" y="5"/>
                      <a:pt x="68" y="6"/>
                    </a:cubicBezTo>
                    <a:cubicBezTo>
                      <a:pt x="68" y="6"/>
                      <a:pt x="68" y="8"/>
                      <a:pt x="67" y="9"/>
                    </a:cubicBezTo>
                    <a:cubicBezTo>
                      <a:pt x="66" y="9"/>
                      <a:pt x="65" y="10"/>
                      <a:pt x="63" y="10"/>
                    </a:cubicBezTo>
                    <a:cubicBezTo>
                      <a:pt x="62" y="11"/>
                      <a:pt x="61" y="12"/>
                      <a:pt x="60" y="12"/>
                    </a:cubicBezTo>
                    <a:cubicBezTo>
                      <a:pt x="56" y="14"/>
                      <a:pt x="53" y="16"/>
                      <a:pt x="51" y="18"/>
                    </a:cubicBezTo>
                    <a:cubicBezTo>
                      <a:pt x="50" y="18"/>
                      <a:pt x="50" y="18"/>
                      <a:pt x="50" y="19"/>
                    </a:cubicBezTo>
                    <a:cubicBezTo>
                      <a:pt x="50" y="19"/>
                      <a:pt x="50" y="20"/>
                      <a:pt x="50" y="20"/>
                    </a:cubicBezTo>
                    <a:cubicBezTo>
                      <a:pt x="51" y="21"/>
                      <a:pt x="52" y="21"/>
                      <a:pt x="52" y="22"/>
                    </a:cubicBezTo>
                    <a:cubicBezTo>
                      <a:pt x="53" y="24"/>
                      <a:pt x="52" y="26"/>
                      <a:pt x="52" y="27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5" y="29"/>
                      <a:pt x="55" y="29"/>
                      <a:pt x="56" y="28"/>
                    </a:cubicBezTo>
                    <a:cubicBezTo>
                      <a:pt x="58" y="27"/>
                      <a:pt x="60" y="27"/>
                      <a:pt x="62" y="26"/>
                    </a:cubicBezTo>
                    <a:cubicBezTo>
                      <a:pt x="63" y="25"/>
                      <a:pt x="66" y="23"/>
                      <a:pt x="66" y="23"/>
                    </a:cubicBezTo>
                    <a:cubicBezTo>
                      <a:pt x="66" y="23"/>
                      <a:pt x="67" y="22"/>
                      <a:pt x="68" y="22"/>
                    </a:cubicBezTo>
                    <a:cubicBezTo>
                      <a:pt x="68" y="22"/>
                      <a:pt x="69" y="22"/>
                      <a:pt x="69" y="22"/>
                    </a:cubicBezTo>
                    <a:cubicBezTo>
                      <a:pt x="70" y="22"/>
                      <a:pt x="71" y="23"/>
                      <a:pt x="72" y="23"/>
                    </a:cubicBezTo>
                    <a:cubicBezTo>
                      <a:pt x="73" y="24"/>
                      <a:pt x="74" y="24"/>
                      <a:pt x="74" y="25"/>
                    </a:cubicBezTo>
                    <a:cubicBezTo>
                      <a:pt x="75" y="26"/>
                      <a:pt x="75" y="26"/>
                      <a:pt x="75" y="26"/>
                    </a:cubicBezTo>
                    <a:cubicBezTo>
                      <a:pt x="75" y="27"/>
                      <a:pt x="75" y="29"/>
                      <a:pt x="74" y="30"/>
                    </a:cubicBezTo>
                    <a:cubicBezTo>
                      <a:pt x="74" y="30"/>
                      <a:pt x="74" y="31"/>
                      <a:pt x="74" y="31"/>
                    </a:cubicBezTo>
                    <a:cubicBezTo>
                      <a:pt x="72" y="33"/>
                      <a:pt x="72" y="34"/>
                      <a:pt x="71" y="35"/>
                    </a:cubicBezTo>
                    <a:cubicBezTo>
                      <a:pt x="71" y="36"/>
                      <a:pt x="71" y="36"/>
                      <a:pt x="70" y="37"/>
                    </a:cubicBezTo>
                    <a:cubicBezTo>
                      <a:pt x="70" y="38"/>
                      <a:pt x="69" y="39"/>
                      <a:pt x="69" y="40"/>
                    </a:cubicBezTo>
                    <a:cubicBezTo>
                      <a:pt x="68" y="42"/>
                      <a:pt x="67" y="43"/>
                      <a:pt x="66" y="45"/>
                    </a:cubicBezTo>
                    <a:cubicBezTo>
                      <a:pt x="65" y="45"/>
                      <a:pt x="65" y="46"/>
                      <a:pt x="65" y="47"/>
                    </a:cubicBezTo>
                    <a:cubicBezTo>
                      <a:pt x="63" y="50"/>
                      <a:pt x="63" y="52"/>
                      <a:pt x="62" y="55"/>
                    </a:cubicBezTo>
                    <a:cubicBezTo>
                      <a:pt x="61" y="56"/>
                      <a:pt x="61" y="56"/>
                      <a:pt x="61" y="57"/>
                    </a:cubicBezTo>
                    <a:cubicBezTo>
                      <a:pt x="60" y="59"/>
                      <a:pt x="59" y="61"/>
                      <a:pt x="59" y="64"/>
                    </a:cubicBezTo>
                    <a:cubicBezTo>
                      <a:pt x="58" y="65"/>
                      <a:pt x="58" y="66"/>
                      <a:pt x="57" y="68"/>
                    </a:cubicBezTo>
                    <a:cubicBezTo>
                      <a:pt x="57" y="68"/>
                      <a:pt x="57" y="69"/>
                      <a:pt x="56" y="70"/>
                    </a:cubicBezTo>
                    <a:cubicBezTo>
                      <a:pt x="56" y="70"/>
                      <a:pt x="55" y="70"/>
                      <a:pt x="55" y="70"/>
                    </a:cubicBezTo>
                    <a:cubicBezTo>
                      <a:pt x="54" y="71"/>
                      <a:pt x="53" y="71"/>
                      <a:pt x="53" y="71"/>
                    </a:cubicBezTo>
                    <a:cubicBezTo>
                      <a:pt x="52" y="72"/>
                      <a:pt x="51" y="71"/>
                      <a:pt x="50" y="71"/>
                    </a:cubicBezTo>
                    <a:cubicBezTo>
                      <a:pt x="49" y="71"/>
                      <a:pt x="48" y="72"/>
                      <a:pt x="48" y="71"/>
                    </a:cubicBezTo>
                    <a:cubicBezTo>
                      <a:pt x="47" y="70"/>
                      <a:pt x="46" y="68"/>
                      <a:pt x="46" y="67"/>
                    </a:cubicBezTo>
                    <a:cubicBezTo>
                      <a:pt x="45" y="67"/>
                      <a:pt x="45" y="66"/>
                      <a:pt x="45" y="66"/>
                    </a:cubicBezTo>
                    <a:cubicBezTo>
                      <a:pt x="44" y="65"/>
                      <a:pt x="43" y="65"/>
                      <a:pt x="43" y="65"/>
                    </a:cubicBezTo>
                    <a:cubicBezTo>
                      <a:pt x="42" y="65"/>
                      <a:pt x="40" y="66"/>
                      <a:pt x="40" y="68"/>
                    </a:cubicBezTo>
                    <a:cubicBezTo>
                      <a:pt x="40" y="68"/>
                      <a:pt x="40" y="70"/>
                      <a:pt x="40" y="70"/>
                    </a:cubicBezTo>
                    <a:close/>
                    <a:moveTo>
                      <a:pt x="31" y="28"/>
                    </a:move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31"/>
                      <a:pt x="30" y="31"/>
                      <a:pt x="30" y="31"/>
                    </a:cubicBezTo>
                    <a:cubicBezTo>
                      <a:pt x="30" y="31"/>
                      <a:pt x="31" y="34"/>
                      <a:pt x="32" y="35"/>
                    </a:cubicBezTo>
                    <a:cubicBezTo>
                      <a:pt x="33" y="36"/>
                      <a:pt x="34" y="37"/>
                      <a:pt x="34" y="37"/>
                    </a:cubicBezTo>
                    <a:cubicBezTo>
                      <a:pt x="34" y="37"/>
                      <a:pt x="36" y="37"/>
                      <a:pt x="36" y="37"/>
                    </a:cubicBezTo>
                    <a:cubicBezTo>
                      <a:pt x="36" y="37"/>
                      <a:pt x="39" y="36"/>
                      <a:pt x="41" y="35"/>
                    </a:cubicBezTo>
                    <a:cubicBezTo>
                      <a:pt x="44" y="34"/>
                      <a:pt x="45" y="32"/>
                      <a:pt x="45" y="32"/>
                    </a:cubicBezTo>
                    <a:cubicBezTo>
                      <a:pt x="46" y="31"/>
                      <a:pt x="46" y="31"/>
                      <a:pt x="46" y="31"/>
                    </a:cubicBezTo>
                    <a:cubicBezTo>
                      <a:pt x="46" y="31"/>
                      <a:pt x="47" y="29"/>
                      <a:pt x="47" y="27"/>
                    </a:cubicBezTo>
                    <a:cubicBezTo>
                      <a:pt x="47" y="24"/>
                      <a:pt x="46" y="24"/>
                      <a:pt x="46" y="24"/>
                    </a:cubicBezTo>
                    <a:cubicBezTo>
                      <a:pt x="46" y="24"/>
                      <a:pt x="45" y="22"/>
                      <a:pt x="44" y="22"/>
                    </a:cubicBezTo>
                    <a:cubicBezTo>
                      <a:pt x="44" y="22"/>
                      <a:pt x="42" y="22"/>
                      <a:pt x="42" y="22"/>
                    </a:cubicBezTo>
                    <a:cubicBezTo>
                      <a:pt x="41" y="22"/>
                      <a:pt x="40" y="22"/>
                      <a:pt x="38" y="24"/>
                    </a:cubicBezTo>
                    <a:cubicBezTo>
                      <a:pt x="36" y="24"/>
                      <a:pt x="35" y="25"/>
                      <a:pt x="34" y="26"/>
                    </a:cubicBezTo>
                    <a:cubicBezTo>
                      <a:pt x="33" y="27"/>
                      <a:pt x="32" y="27"/>
                      <a:pt x="31" y="2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</p:grpSp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45434" y="3565096"/>
              <a:ext cx="1597290" cy="1591194"/>
            </a:xfrm>
            <a:prstGeom prst="rect">
              <a:avLst/>
            </a:prstGeom>
          </p:spPr>
        </p:pic>
      </p:grpSp>
      <p:sp>
        <p:nvSpPr>
          <p:cNvPr id="2" name="object 6">
            <a:extLst>
              <a:ext uri="{FF2B5EF4-FFF2-40B4-BE49-F238E27FC236}">
                <a16:creationId xmlns:a16="http://schemas.microsoft.com/office/drawing/2014/main" id="{6D8AB898-0D45-858D-2562-7EAB0CD0F896}"/>
              </a:ext>
            </a:extLst>
          </p:cNvPr>
          <p:cNvSpPr/>
          <p:nvPr/>
        </p:nvSpPr>
        <p:spPr>
          <a:xfrm>
            <a:off x="6940295" y="251459"/>
            <a:ext cx="3188207" cy="47853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8673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83C9D-AE23-6BEA-A306-FB8E156CA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705114-3032-1F2C-4A66-C42FD1CF2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9573" y="990600"/>
            <a:ext cx="6832854" cy="430887"/>
          </a:xfrm>
        </p:spPr>
        <p:txBody>
          <a:bodyPr/>
          <a:lstStyle/>
          <a:p>
            <a:pPr algn="ctr"/>
            <a:r>
              <a:rPr lang="en-US" altLang="zh-CN" sz="2800" dirty="0"/>
              <a:t>Experiment Design</a:t>
            </a:r>
            <a:endParaRPr lang="zh-CN" altLang="en-US" sz="2800" dirty="0"/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CE51E362-FC2A-1DB5-C3C1-D8ADAE9DDFE1}"/>
              </a:ext>
            </a:extLst>
          </p:cNvPr>
          <p:cNvSpPr txBox="1">
            <a:spLocks/>
          </p:cNvSpPr>
          <p:nvPr/>
        </p:nvSpPr>
        <p:spPr>
          <a:xfrm>
            <a:off x="451338" y="88490"/>
            <a:ext cx="4730262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Arial Black" panose="020B0A04020102020204"/>
                <a:ea typeface="+mj-ea"/>
                <a:cs typeface="Arial Black" panose="020B0A04020102020204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 altLang="zh-CN" sz="2400" kern="0" spc="40" dirty="0">
                <a:solidFill>
                  <a:srgbClr val="404040"/>
                </a:solidFill>
              </a:rPr>
              <a:t>3.Progress</a:t>
            </a:r>
            <a:r>
              <a:rPr lang="en-US" altLang="zh-CN" sz="2400" kern="0" spc="70" dirty="0">
                <a:solidFill>
                  <a:srgbClr val="404040"/>
                </a:solidFill>
              </a:rPr>
              <a:t> &amp; Preliminary </a:t>
            </a:r>
            <a:r>
              <a:rPr lang="en-US" altLang="zh-CN" sz="2400" kern="0" spc="70" dirty="0" err="1">
                <a:solidFill>
                  <a:srgbClr val="404040"/>
                </a:solidFill>
              </a:rPr>
              <a:t>Restults</a:t>
            </a:r>
            <a:endParaRPr lang="en-US" sz="2400" kern="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E7C0C78-E15A-5A7E-5971-45935A10499E}"/>
              </a:ext>
            </a:extLst>
          </p:cNvPr>
          <p:cNvSpPr txBox="1"/>
          <p:nvPr/>
        </p:nvSpPr>
        <p:spPr>
          <a:xfrm>
            <a:off x="3352800" y="1687497"/>
            <a:ext cx="6096000" cy="3483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b="1" i="0" dirty="0">
                <a:effectLst/>
                <a:latin typeface="Segoe WPC"/>
              </a:rPr>
              <a:t>Algorithms:</a:t>
            </a:r>
            <a:r>
              <a:rPr lang="en-US" altLang="zh-CN" b="0" i="0" dirty="0">
                <a:effectLst/>
                <a:latin typeface="Segoe WPC"/>
              </a:rPr>
              <a:t> </a:t>
            </a:r>
            <a:r>
              <a:rPr lang="en-US" altLang="zh-CN" b="0" i="0" dirty="0" err="1">
                <a:effectLst/>
                <a:latin typeface="Segoe WPC"/>
              </a:rPr>
              <a:t>HiveMind</a:t>
            </a:r>
            <a:r>
              <a:rPr lang="en-US" altLang="zh-CN" b="0" i="0" dirty="0">
                <a:effectLst/>
                <a:latin typeface="Segoe WPC"/>
              </a:rPr>
              <a:t> (min latency) vs </a:t>
            </a:r>
            <a:r>
              <a:rPr lang="en-US" altLang="zh-CN" b="0" i="0" dirty="0" err="1">
                <a:effectLst/>
                <a:latin typeface="Segoe WPC"/>
              </a:rPr>
              <a:t>EdgePipe</a:t>
            </a:r>
            <a:r>
              <a:rPr lang="en-US" altLang="zh-CN" b="0" i="0" dirty="0">
                <a:effectLst/>
                <a:latin typeface="Segoe WPC"/>
              </a:rPr>
              <a:t> (max throughput)</a:t>
            </a:r>
          </a:p>
          <a:p>
            <a:pPr algn="l"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b="1" i="0" dirty="0">
                <a:effectLst/>
                <a:latin typeface="Segoe WPC"/>
              </a:rPr>
              <a:t>Variables:</a:t>
            </a:r>
            <a:r>
              <a:rPr lang="en-US" altLang="zh-CN" b="0" i="0" dirty="0">
                <a:effectLst/>
                <a:latin typeface="Segoe WPC"/>
              </a:rPr>
              <a:t> </a:t>
            </a:r>
          </a:p>
          <a:p>
            <a:pPr algn="l"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b="0" i="0" dirty="0">
                <a:effectLst/>
                <a:latin typeface="Segoe WPC"/>
              </a:rPr>
              <a:t>Models (</a:t>
            </a:r>
            <a:r>
              <a:rPr lang="en-US" altLang="zh-CN" b="0" i="0" dirty="0" err="1">
                <a:effectLst/>
                <a:latin typeface="Segoe WPC"/>
              </a:rPr>
              <a:t>AlexNet</a:t>
            </a:r>
            <a:r>
              <a:rPr lang="en-US" altLang="zh-CN" b="0" i="0" dirty="0">
                <a:effectLst/>
                <a:latin typeface="Segoe WPC"/>
              </a:rPr>
              <a:t>, Vgg19, </a:t>
            </a:r>
            <a:r>
              <a:rPr lang="en-US" altLang="zh-CN" b="0" i="0" dirty="0" err="1">
                <a:effectLst/>
                <a:latin typeface="Segoe WPC"/>
              </a:rPr>
              <a:t>YOLONet</a:t>
            </a:r>
            <a:r>
              <a:rPr lang="en-US" altLang="zh-CN" b="0" i="0" dirty="0">
                <a:effectLst/>
                <a:latin typeface="Segoe WPC"/>
              </a:rPr>
              <a:t>, </a:t>
            </a:r>
            <a:r>
              <a:rPr lang="en-US" altLang="zh-CN" b="0" i="0" dirty="0" err="1">
                <a:effectLst/>
                <a:latin typeface="Segoe WPC"/>
              </a:rPr>
              <a:t>SqueezeNet</a:t>
            </a:r>
            <a:r>
              <a:rPr lang="en-US" altLang="zh-CN" b="0" i="0" dirty="0">
                <a:effectLst/>
                <a:latin typeface="Segoe WPC"/>
              </a:rPr>
              <a:t>)</a:t>
            </a:r>
          </a:p>
          <a:p>
            <a:pPr algn="l"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b="0" i="0" dirty="0">
                <a:effectLst/>
                <a:latin typeface="Segoe WPC"/>
              </a:rPr>
              <a:t>Device count (3–6) · </a:t>
            </a:r>
          </a:p>
          <a:p>
            <a:pPr algn="l"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b="0" i="0" dirty="0">
                <a:effectLst/>
                <a:latin typeface="Segoe WPC"/>
              </a:rPr>
              <a:t>Bandwidth (10–60 MB/s) </a:t>
            </a:r>
            <a:endParaRPr lang="en-US" altLang="zh-CN" dirty="0">
              <a:latin typeface="Segoe WPC"/>
            </a:endParaRPr>
          </a:p>
          <a:p>
            <a:pPr algn="l"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b="0" i="0" dirty="0">
                <a:effectLst/>
                <a:latin typeface="Segoe WPC"/>
              </a:rPr>
              <a:t>Device performance (20–100 </a:t>
            </a:r>
            <a:r>
              <a:rPr lang="en-US" altLang="zh-CN" b="0" i="0" dirty="0" err="1">
                <a:effectLst/>
                <a:latin typeface="Segoe WPC"/>
              </a:rPr>
              <a:t>GFlops</a:t>
            </a:r>
            <a:r>
              <a:rPr lang="en-US" altLang="zh-CN" b="0" i="0" dirty="0">
                <a:effectLst/>
                <a:latin typeface="Segoe WPC"/>
              </a:rPr>
              <a:t>/s)</a:t>
            </a:r>
          </a:p>
          <a:p>
            <a:pPr algn="l"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b="1" i="0" dirty="0">
                <a:effectLst/>
                <a:latin typeface="Segoe WPC"/>
              </a:rPr>
              <a:t>Metrics:</a:t>
            </a:r>
            <a:r>
              <a:rPr lang="en-US" altLang="zh-CN" b="0" i="0" dirty="0">
                <a:effectLst/>
                <a:latin typeface="Segoe WPC"/>
              </a:rPr>
              <a:t> Throughput (batches/s) · Inference time (s)</a:t>
            </a:r>
          </a:p>
          <a:p>
            <a:pPr algn="l"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b="1" i="0" dirty="0">
                <a:effectLst/>
                <a:latin typeface="Segoe WPC"/>
              </a:rPr>
              <a:t>Setup:</a:t>
            </a:r>
            <a:r>
              <a:rPr lang="en-US" altLang="zh-CN" b="0" i="0" dirty="0">
                <a:effectLst/>
                <a:latin typeface="Segoe WPC"/>
              </a:rPr>
              <a:t> Same topology &amp; seed for both algorithms</a:t>
            </a:r>
          </a:p>
        </p:txBody>
      </p:sp>
    </p:spTree>
    <p:extLst>
      <p:ext uri="{BB962C8B-B14F-4D97-AF65-F5344CB8AC3E}">
        <p14:creationId xmlns:p14="http://schemas.microsoft.com/office/powerpoint/2010/main" val="668581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FFC39-0148-C323-87D1-6E0EE48D1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8A1968-509E-D6CD-62EB-7716A175D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9573" y="990600"/>
            <a:ext cx="6832854" cy="430887"/>
          </a:xfrm>
        </p:spPr>
        <p:txBody>
          <a:bodyPr/>
          <a:lstStyle/>
          <a:p>
            <a:pPr algn="ctr"/>
            <a:r>
              <a:rPr lang="en-US" altLang="zh-CN" sz="2800" dirty="0"/>
              <a:t>Platform Overview</a:t>
            </a:r>
            <a:endParaRPr lang="zh-CN" altLang="en-US" sz="2800" dirty="0"/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420E2C22-E046-25EA-F8BD-B2D0FC464B41}"/>
              </a:ext>
            </a:extLst>
          </p:cNvPr>
          <p:cNvSpPr txBox="1">
            <a:spLocks/>
          </p:cNvSpPr>
          <p:nvPr/>
        </p:nvSpPr>
        <p:spPr>
          <a:xfrm>
            <a:off x="451338" y="88490"/>
            <a:ext cx="4730262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Arial Black" panose="020B0A04020102020204"/>
                <a:ea typeface="+mj-ea"/>
                <a:cs typeface="Arial Black" panose="020B0A04020102020204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 altLang="zh-CN" sz="2400" kern="0" spc="40" dirty="0">
                <a:solidFill>
                  <a:srgbClr val="404040"/>
                </a:solidFill>
              </a:rPr>
              <a:t>3.Progress</a:t>
            </a:r>
            <a:r>
              <a:rPr lang="en-US" altLang="zh-CN" sz="2400" kern="0" spc="70" dirty="0">
                <a:solidFill>
                  <a:srgbClr val="404040"/>
                </a:solidFill>
              </a:rPr>
              <a:t> &amp; Preliminary </a:t>
            </a:r>
            <a:r>
              <a:rPr lang="en-US" altLang="zh-CN" sz="2400" kern="0" spc="70" dirty="0" err="1">
                <a:solidFill>
                  <a:srgbClr val="404040"/>
                </a:solidFill>
              </a:rPr>
              <a:t>Restults</a:t>
            </a:r>
            <a:endParaRPr lang="en-US" sz="2400" kern="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AC55B2F-D0F9-F84F-4DC1-1281E24B707E}"/>
              </a:ext>
            </a:extLst>
          </p:cNvPr>
          <p:cNvSpPr txBox="1"/>
          <p:nvPr/>
        </p:nvSpPr>
        <p:spPr>
          <a:xfrm>
            <a:off x="228600" y="2286000"/>
            <a:ext cx="2667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effectLst/>
                <a:latin typeface="Segoe WPC"/>
              </a:rPr>
              <a:t>Left: </a:t>
            </a:r>
            <a:r>
              <a:rPr lang="en-US" altLang="zh-CN" b="0" i="0" dirty="0">
                <a:effectLst/>
                <a:latin typeface="Segoe WPC"/>
              </a:rPr>
              <a:t>model, device count, algorithm, bandwidth/performance, and optional custom partition. </a:t>
            </a:r>
          </a:p>
          <a:p>
            <a:r>
              <a:rPr lang="en-US" altLang="zh-CN" b="1" i="0" dirty="0">
                <a:effectLst/>
                <a:latin typeface="Segoe WPC"/>
              </a:rPr>
              <a:t>Right: </a:t>
            </a:r>
            <a:r>
              <a:rPr lang="en-US" altLang="zh-CN" b="0" i="0" dirty="0">
                <a:effectLst/>
                <a:latin typeface="Segoe WPC"/>
              </a:rPr>
              <a:t>five tabs (model structure, topology, partition, metrics, algorithm comparison); run Simulate then switch tabs to view results.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CF86C59-E073-D587-9D5E-3DF268650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4016" y="1535901"/>
            <a:ext cx="8879384" cy="388942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E19BD32-1DF1-C360-9333-07D33630D0DD}"/>
              </a:ext>
            </a:extLst>
          </p:cNvPr>
          <p:cNvSpPr txBox="1"/>
          <p:nvPr/>
        </p:nvSpPr>
        <p:spPr>
          <a:xfrm>
            <a:off x="4648200" y="556260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/>
              <a:t>The platform integrates model visualization, device simulation, and performance analysis in a unified interface.</a:t>
            </a:r>
          </a:p>
        </p:txBody>
      </p:sp>
    </p:spTree>
    <p:extLst>
      <p:ext uri="{BB962C8B-B14F-4D97-AF65-F5344CB8AC3E}">
        <p14:creationId xmlns:p14="http://schemas.microsoft.com/office/powerpoint/2010/main" val="2383930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865C8-D2E7-E76F-1D5A-D90270CAC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671917-0AAB-FEC6-C072-611A53DE8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9573" y="990600"/>
            <a:ext cx="6832854" cy="430887"/>
          </a:xfrm>
        </p:spPr>
        <p:txBody>
          <a:bodyPr/>
          <a:lstStyle/>
          <a:p>
            <a:pPr algn="ctr"/>
            <a:r>
              <a:rPr lang="en-US" altLang="zh-CN" sz="2800" dirty="0"/>
              <a:t>Video Presentation</a:t>
            </a:r>
            <a:endParaRPr lang="zh-CN" altLang="en-US" sz="2800" dirty="0"/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0AB031E1-932D-CF46-7158-32D3041556CE}"/>
              </a:ext>
            </a:extLst>
          </p:cNvPr>
          <p:cNvSpPr txBox="1">
            <a:spLocks/>
          </p:cNvSpPr>
          <p:nvPr/>
        </p:nvSpPr>
        <p:spPr>
          <a:xfrm>
            <a:off x="451338" y="88490"/>
            <a:ext cx="4730262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Arial Black" panose="020B0A04020102020204"/>
                <a:ea typeface="+mj-ea"/>
                <a:cs typeface="Arial Black" panose="020B0A04020102020204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 altLang="zh-CN" sz="2400" kern="0" spc="40" dirty="0">
                <a:solidFill>
                  <a:srgbClr val="404040"/>
                </a:solidFill>
              </a:rPr>
              <a:t>3.Progress</a:t>
            </a:r>
            <a:r>
              <a:rPr lang="en-US" altLang="zh-CN" sz="2400" kern="0" spc="70" dirty="0">
                <a:solidFill>
                  <a:srgbClr val="404040"/>
                </a:solidFill>
              </a:rPr>
              <a:t> &amp; Preliminary </a:t>
            </a:r>
            <a:r>
              <a:rPr lang="en-US" altLang="zh-CN" sz="2400" kern="0" spc="70" dirty="0" err="1">
                <a:solidFill>
                  <a:srgbClr val="404040"/>
                </a:solidFill>
              </a:rPr>
              <a:t>Restults</a:t>
            </a:r>
            <a:endParaRPr lang="en-US" sz="2400" kern="0" dirty="0"/>
          </a:p>
        </p:txBody>
      </p:sp>
      <p:pic>
        <p:nvPicPr>
          <p:cNvPr id="6" name="meeting_01">
            <a:hlinkClick r:id="" action="ppaction://media"/>
            <a:extLst>
              <a:ext uri="{FF2B5EF4-FFF2-40B4-BE49-F238E27FC236}">
                <a16:creationId xmlns:a16="http://schemas.microsoft.com/office/drawing/2014/main" id="{8AA7EBC8-F961-611C-A022-811E27D34D8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95400" y="137160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125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881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877B6-04AA-1477-E435-326374601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E6E90A-EB17-5C87-7667-D66E63038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9573" y="990600"/>
            <a:ext cx="6832854" cy="430887"/>
          </a:xfrm>
        </p:spPr>
        <p:txBody>
          <a:bodyPr/>
          <a:lstStyle/>
          <a:p>
            <a:pPr algn="ctr"/>
            <a:r>
              <a:rPr lang="en-US" altLang="zh-CN" sz="2800" dirty="0"/>
              <a:t>Model Comparison</a:t>
            </a:r>
            <a:endParaRPr lang="zh-CN" altLang="en-US" sz="2800" dirty="0"/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8227E5D7-B5EA-24A6-586E-A817B55B0292}"/>
              </a:ext>
            </a:extLst>
          </p:cNvPr>
          <p:cNvSpPr txBox="1">
            <a:spLocks/>
          </p:cNvSpPr>
          <p:nvPr/>
        </p:nvSpPr>
        <p:spPr>
          <a:xfrm>
            <a:off x="451338" y="88490"/>
            <a:ext cx="4730262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Arial Black" panose="020B0A04020102020204"/>
                <a:ea typeface="+mj-ea"/>
                <a:cs typeface="Arial Black" panose="020B0A04020102020204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 altLang="zh-CN" sz="2400" kern="0" spc="40" dirty="0">
                <a:solidFill>
                  <a:srgbClr val="404040"/>
                </a:solidFill>
              </a:rPr>
              <a:t>3.Progress</a:t>
            </a:r>
            <a:r>
              <a:rPr lang="en-US" altLang="zh-CN" sz="2400" kern="0" spc="70" dirty="0">
                <a:solidFill>
                  <a:srgbClr val="404040"/>
                </a:solidFill>
              </a:rPr>
              <a:t> &amp; Preliminary </a:t>
            </a:r>
            <a:r>
              <a:rPr lang="en-US" altLang="zh-CN" sz="2400" kern="0" spc="70" dirty="0" err="1">
                <a:solidFill>
                  <a:srgbClr val="404040"/>
                </a:solidFill>
              </a:rPr>
              <a:t>Restults</a:t>
            </a:r>
            <a:endParaRPr lang="en-US" sz="2400" kern="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CAC9AB7-C863-23AC-E9C4-E7D8B37AD6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142" y="1655210"/>
            <a:ext cx="9045716" cy="354757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A6E8F7D-1D80-9588-0D0F-25F4E3114BF7}"/>
              </a:ext>
            </a:extLst>
          </p:cNvPr>
          <p:cNvSpPr txBox="1"/>
          <p:nvPr/>
        </p:nvSpPr>
        <p:spPr>
          <a:xfrm>
            <a:off x="3886200" y="5251846"/>
            <a:ext cx="556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Figure1. Comparison of </a:t>
            </a:r>
            <a:r>
              <a:rPr lang="en-US" altLang="zh-CN" dirty="0" err="1"/>
              <a:t>EdgePipe</a:t>
            </a:r>
            <a:r>
              <a:rPr lang="en-US" altLang="zh-CN" dirty="0"/>
              <a:t> and </a:t>
            </a:r>
            <a:r>
              <a:rPr lang="en-US" altLang="zh-CN" dirty="0" err="1"/>
              <a:t>HiveMind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F593D13-4F4B-5839-3EEA-E50EFFDBCB70}"/>
              </a:ext>
            </a:extLst>
          </p:cNvPr>
          <p:cNvSpPr txBox="1"/>
          <p:nvPr/>
        </p:nvSpPr>
        <p:spPr>
          <a:xfrm>
            <a:off x="2209800" y="5833996"/>
            <a:ext cx="8140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1" dirty="0" err="1">
                <a:effectLst/>
                <a:latin typeface="Segoe WPC"/>
              </a:rPr>
              <a:t>EdgePipe</a:t>
            </a:r>
            <a:r>
              <a:rPr lang="en-US" altLang="zh-CN" b="1" i="1" dirty="0">
                <a:effectLst/>
                <a:latin typeface="Segoe WPC"/>
              </a:rPr>
              <a:t> has higher throughput; </a:t>
            </a:r>
            <a:r>
              <a:rPr lang="en-US" altLang="zh-CN" b="1" i="1" dirty="0" err="1">
                <a:effectLst/>
                <a:latin typeface="Segoe WPC"/>
              </a:rPr>
              <a:t>HiveMind</a:t>
            </a:r>
            <a:r>
              <a:rPr lang="en-US" altLang="zh-CN" b="1" i="1" dirty="0">
                <a:effectLst/>
                <a:latin typeface="Segoe WPC"/>
              </a:rPr>
              <a:t> has lower inference latency.</a:t>
            </a:r>
            <a:endParaRPr lang="zh-CN" altLang="en-US" b="1" i="1" dirty="0"/>
          </a:p>
        </p:txBody>
      </p:sp>
    </p:spTree>
    <p:extLst>
      <p:ext uri="{BB962C8B-B14F-4D97-AF65-F5344CB8AC3E}">
        <p14:creationId xmlns:p14="http://schemas.microsoft.com/office/powerpoint/2010/main" val="15900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26353-9484-2DF4-2379-5D229A205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8ADCA6-4630-8280-BA94-D82BE74A9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9573" y="990600"/>
            <a:ext cx="6832854" cy="430887"/>
          </a:xfrm>
        </p:spPr>
        <p:txBody>
          <a:bodyPr/>
          <a:lstStyle/>
          <a:p>
            <a:pPr algn="ctr"/>
            <a:r>
              <a:rPr lang="en-US" altLang="zh-CN" sz="2800" dirty="0"/>
              <a:t> Impact of Device Count</a:t>
            </a:r>
            <a:endParaRPr lang="zh-CN" altLang="en-US" sz="2800" dirty="0"/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733D739D-0FF6-C0D2-9941-70FA004D49D3}"/>
              </a:ext>
            </a:extLst>
          </p:cNvPr>
          <p:cNvSpPr txBox="1">
            <a:spLocks/>
          </p:cNvSpPr>
          <p:nvPr/>
        </p:nvSpPr>
        <p:spPr>
          <a:xfrm>
            <a:off x="451338" y="88490"/>
            <a:ext cx="4730262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Arial Black" panose="020B0A04020102020204"/>
                <a:ea typeface="+mj-ea"/>
                <a:cs typeface="Arial Black" panose="020B0A04020102020204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 altLang="zh-CN" sz="2400" kern="0" spc="40" dirty="0">
                <a:solidFill>
                  <a:srgbClr val="404040"/>
                </a:solidFill>
              </a:rPr>
              <a:t>3.Progress</a:t>
            </a:r>
            <a:r>
              <a:rPr lang="en-US" altLang="zh-CN" sz="2400" kern="0" spc="70" dirty="0">
                <a:solidFill>
                  <a:srgbClr val="404040"/>
                </a:solidFill>
              </a:rPr>
              <a:t> &amp; Preliminary </a:t>
            </a:r>
            <a:r>
              <a:rPr lang="en-US" altLang="zh-CN" sz="2400" kern="0" spc="70" dirty="0" err="1">
                <a:solidFill>
                  <a:srgbClr val="404040"/>
                </a:solidFill>
              </a:rPr>
              <a:t>Restults</a:t>
            </a:r>
            <a:endParaRPr lang="en-US" sz="2400" kern="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CAD8ACE-B42B-FD47-2C70-3B9DC3849A73}"/>
              </a:ext>
            </a:extLst>
          </p:cNvPr>
          <p:cNvSpPr txBox="1"/>
          <p:nvPr/>
        </p:nvSpPr>
        <p:spPr>
          <a:xfrm>
            <a:off x="4267200" y="5261173"/>
            <a:ext cx="556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Figure 2. Throughput vs. device count  </a:t>
            </a:r>
            <a:r>
              <a:rPr lang="zh-CN" altLang="en-US" dirty="0"/>
              <a:t> 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D5C339E-BDBC-AA8E-56B3-3F54C8B345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791" y="1684484"/>
            <a:ext cx="5388418" cy="354148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8101FBD-8E40-37E2-FA5E-6A0C85FB2CE3}"/>
              </a:ext>
            </a:extLst>
          </p:cNvPr>
          <p:cNvSpPr txBox="1"/>
          <p:nvPr/>
        </p:nvSpPr>
        <p:spPr>
          <a:xfrm>
            <a:off x="1295400" y="5715000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1" dirty="0">
                <a:effectLst/>
                <a:latin typeface="Segoe WPC"/>
              </a:rPr>
              <a:t>More devices do not always mean higher throughput. </a:t>
            </a:r>
            <a:r>
              <a:rPr lang="en-US" altLang="zh-CN" b="1" i="1" dirty="0" err="1">
                <a:effectLst/>
                <a:latin typeface="Segoe WPC"/>
              </a:rPr>
              <a:t>EdgePipe</a:t>
            </a:r>
            <a:r>
              <a:rPr lang="en-US" altLang="zh-CN" b="1" i="1" dirty="0">
                <a:effectLst/>
                <a:latin typeface="Segoe WPC"/>
              </a:rPr>
              <a:t> performs best with 3 devices, </a:t>
            </a:r>
            <a:r>
              <a:rPr lang="en-US" altLang="zh-CN" b="1" i="1" dirty="0" err="1">
                <a:effectLst/>
                <a:latin typeface="Segoe WPC"/>
              </a:rPr>
              <a:t>HiveMind</a:t>
            </a:r>
            <a:r>
              <a:rPr lang="en-US" altLang="zh-CN" b="1" i="1" dirty="0">
                <a:effectLst/>
                <a:latin typeface="Segoe WPC"/>
              </a:rPr>
              <a:t> with 4; beyond these points, adding devices hurts performance.</a:t>
            </a:r>
            <a:endParaRPr lang="zh-CN" altLang="en-US" b="1" i="1" dirty="0"/>
          </a:p>
        </p:txBody>
      </p:sp>
    </p:spTree>
    <p:extLst>
      <p:ext uri="{BB962C8B-B14F-4D97-AF65-F5344CB8AC3E}">
        <p14:creationId xmlns:p14="http://schemas.microsoft.com/office/powerpoint/2010/main" val="2676735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23D08-80BE-3B74-2AA5-C85CB87D1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B0A7E9-8A01-5FF3-6B90-AB5212E75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9573" y="990600"/>
            <a:ext cx="6832854" cy="430887"/>
          </a:xfrm>
        </p:spPr>
        <p:txBody>
          <a:bodyPr/>
          <a:lstStyle/>
          <a:p>
            <a:pPr algn="ctr"/>
            <a:r>
              <a:rPr lang="en-US" altLang="zh-CN" sz="2800" dirty="0"/>
              <a:t>Impact of Bandwidth</a:t>
            </a:r>
            <a:endParaRPr lang="zh-CN" altLang="en-US" sz="2800" dirty="0"/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AB7A00F9-9806-2283-9FD1-2CE3C7475E77}"/>
              </a:ext>
            </a:extLst>
          </p:cNvPr>
          <p:cNvSpPr txBox="1">
            <a:spLocks/>
          </p:cNvSpPr>
          <p:nvPr/>
        </p:nvSpPr>
        <p:spPr>
          <a:xfrm>
            <a:off x="451338" y="88490"/>
            <a:ext cx="4730262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Arial Black" panose="020B0A04020102020204"/>
                <a:ea typeface="+mj-ea"/>
                <a:cs typeface="Arial Black" panose="020B0A04020102020204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 altLang="zh-CN" sz="2400" kern="0" spc="40" dirty="0">
                <a:solidFill>
                  <a:srgbClr val="404040"/>
                </a:solidFill>
              </a:rPr>
              <a:t>3.Progress</a:t>
            </a:r>
            <a:r>
              <a:rPr lang="en-US" altLang="zh-CN" sz="2400" kern="0" spc="70" dirty="0">
                <a:solidFill>
                  <a:srgbClr val="404040"/>
                </a:solidFill>
              </a:rPr>
              <a:t> &amp; Preliminary </a:t>
            </a:r>
            <a:r>
              <a:rPr lang="en-US" altLang="zh-CN" sz="2400" kern="0" spc="70" dirty="0" err="1">
                <a:solidFill>
                  <a:srgbClr val="404040"/>
                </a:solidFill>
              </a:rPr>
              <a:t>Restults</a:t>
            </a:r>
            <a:endParaRPr lang="en-US" sz="2400" kern="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3F9D374-B94F-A54C-B878-F9DBFEFE03DD}"/>
              </a:ext>
            </a:extLst>
          </p:cNvPr>
          <p:cNvSpPr txBox="1"/>
          <p:nvPr/>
        </p:nvSpPr>
        <p:spPr>
          <a:xfrm>
            <a:off x="3886200" y="5251846"/>
            <a:ext cx="556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Figure 3. Throughput vs. inter-device bandwidth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F8F91E6-FCC1-6C63-6B1A-B1F3A8E38E12}"/>
              </a:ext>
            </a:extLst>
          </p:cNvPr>
          <p:cNvSpPr txBox="1"/>
          <p:nvPr/>
        </p:nvSpPr>
        <p:spPr>
          <a:xfrm>
            <a:off x="2209800" y="5621178"/>
            <a:ext cx="8140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i="1" dirty="0"/>
              <a:t>Higher bandwidth improves throughput for both algorithms.</a:t>
            </a:r>
            <a:endParaRPr lang="zh-CN" altLang="en-US" b="1" i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A823FF7-B5B8-6D9C-675C-4593F6B8C2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791" y="1655210"/>
            <a:ext cx="5388418" cy="354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4135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5F617-322B-B504-C786-7496CB736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06F872-1F65-880F-A9AB-2EAFAB1B0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9573" y="990600"/>
            <a:ext cx="6832854" cy="430887"/>
          </a:xfrm>
        </p:spPr>
        <p:txBody>
          <a:bodyPr/>
          <a:lstStyle/>
          <a:p>
            <a:pPr algn="ctr"/>
            <a:r>
              <a:rPr lang="en-US" altLang="zh-CN" sz="2800" dirty="0"/>
              <a:t>Impact of Device Performance</a:t>
            </a:r>
            <a:endParaRPr lang="zh-CN" altLang="en-US" sz="2800" dirty="0"/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C7EA8A19-45F7-0DED-0270-6934A1711ED2}"/>
              </a:ext>
            </a:extLst>
          </p:cNvPr>
          <p:cNvSpPr txBox="1">
            <a:spLocks/>
          </p:cNvSpPr>
          <p:nvPr/>
        </p:nvSpPr>
        <p:spPr>
          <a:xfrm>
            <a:off x="451338" y="88490"/>
            <a:ext cx="4730262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Arial Black" panose="020B0A04020102020204"/>
                <a:ea typeface="+mj-ea"/>
                <a:cs typeface="Arial Black" panose="020B0A04020102020204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 altLang="zh-CN" sz="2400" kern="0" spc="40" dirty="0">
                <a:solidFill>
                  <a:srgbClr val="404040"/>
                </a:solidFill>
              </a:rPr>
              <a:t>3.Progress</a:t>
            </a:r>
            <a:r>
              <a:rPr lang="en-US" altLang="zh-CN" sz="2400" kern="0" spc="70" dirty="0">
                <a:solidFill>
                  <a:srgbClr val="404040"/>
                </a:solidFill>
              </a:rPr>
              <a:t> &amp; Preliminary </a:t>
            </a:r>
            <a:r>
              <a:rPr lang="en-US" altLang="zh-CN" sz="2400" kern="0" spc="70" dirty="0" err="1">
                <a:solidFill>
                  <a:srgbClr val="404040"/>
                </a:solidFill>
              </a:rPr>
              <a:t>Restults</a:t>
            </a:r>
            <a:endParaRPr lang="en-US" sz="2400" kern="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C07E757-A68A-80B3-9EE2-732A834ECA52}"/>
              </a:ext>
            </a:extLst>
          </p:cNvPr>
          <p:cNvSpPr txBox="1"/>
          <p:nvPr/>
        </p:nvSpPr>
        <p:spPr>
          <a:xfrm>
            <a:off x="4114800" y="5192725"/>
            <a:ext cx="556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Figure 4. Throughput vs. device performance 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403ADE8-C986-4131-03E3-CC0A1909E958}"/>
              </a:ext>
            </a:extLst>
          </p:cNvPr>
          <p:cNvSpPr txBox="1"/>
          <p:nvPr/>
        </p:nvSpPr>
        <p:spPr>
          <a:xfrm>
            <a:off x="3886200" y="5682734"/>
            <a:ext cx="8140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1" dirty="0"/>
              <a:t>Higher device performance improves throughput.</a:t>
            </a:r>
            <a:endParaRPr lang="zh-CN" altLang="en-US" b="1" i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5D8E571-D031-9E44-62DF-400DBC149C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791" y="1655210"/>
            <a:ext cx="5388418" cy="354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096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EEF7B-3887-CED1-6AC0-4BD6EDF31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D39D3E-5B59-79A0-751F-4F879CF5E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9573" y="990600"/>
            <a:ext cx="6832854" cy="430887"/>
          </a:xfrm>
        </p:spPr>
        <p:txBody>
          <a:bodyPr/>
          <a:lstStyle/>
          <a:p>
            <a:pPr algn="ctr"/>
            <a:r>
              <a:rPr lang="en-US" altLang="zh-CN" sz="2800"/>
              <a:t>Conclusions</a:t>
            </a:r>
            <a:endParaRPr lang="zh-CN" altLang="en-US" sz="2800" dirty="0"/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F6BC4129-0622-5238-B3C7-DA505FCF0E32}"/>
              </a:ext>
            </a:extLst>
          </p:cNvPr>
          <p:cNvSpPr txBox="1">
            <a:spLocks/>
          </p:cNvSpPr>
          <p:nvPr/>
        </p:nvSpPr>
        <p:spPr>
          <a:xfrm>
            <a:off x="451338" y="88490"/>
            <a:ext cx="4730262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Arial Black" panose="020B0A04020102020204"/>
                <a:ea typeface="+mj-ea"/>
                <a:cs typeface="Arial Black" panose="020B0A04020102020204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 altLang="zh-CN" sz="2400" kern="0" spc="40" dirty="0">
                <a:solidFill>
                  <a:srgbClr val="404040"/>
                </a:solidFill>
              </a:rPr>
              <a:t>3.Progress</a:t>
            </a:r>
            <a:r>
              <a:rPr lang="en-US" altLang="zh-CN" sz="2400" kern="0" spc="70" dirty="0">
                <a:solidFill>
                  <a:srgbClr val="404040"/>
                </a:solidFill>
              </a:rPr>
              <a:t> &amp; Preliminary </a:t>
            </a:r>
            <a:r>
              <a:rPr lang="en-US" altLang="zh-CN" sz="2400" kern="0" spc="70" dirty="0" err="1">
                <a:solidFill>
                  <a:srgbClr val="404040"/>
                </a:solidFill>
              </a:rPr>
              <a:t>Restults</a:t>
            </a:r>
            <a:endParaRPr lang="en-US" sz="2400" kern="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9DD4DD-11D1-4F22-49BA-126F70210E22}"/>
              </a:ext>
            </a:extLst>
          </p:cNvPr>
          <p:cNvSpPr txBox="1"/>
          <p:nvPr/>
        </p:nvSpPr>
        <p:spPr>
          <a:xfrm>
            <a:off x="3581400" y="1584176"/>
            <a:ext cx="6096000" cy="4283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altLang="zh-CN" sz="2400" b="1" i="0" dirty="0">
                <a:effectLst/>
                <a:latin typeface="Segoe WPC"/>
              </a:rPr>
              <a:t>Throughput vs. latency:</a:t>
            </a:r>
            <a:r>
              <a:rPr lang="en-US" altLang="zh-CN" sz="2400" b="0" i="0" dirty="0">
                <a:effectLst/>
                <a:latin typeface="Segoe WPC"/>
              </a:rPr>
              <a:t> The two algorithms optimize different objectives; there is no single best choice across all scenarios.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altLang="zh-CN" sz="2400" b="1" i="0" dirty="0">
                <a:effectLst/>
                <a:latin typeface="Segoe WPC"/>
              </a:rPr>
              <a:t>Configuration matters:</a:t>
            </a:r>
            <a:r>
              <a:rPr lang="en-US" altLang="zh-CN" sz="2400" b="0" i="0" dirty="0">
                <a:effectLst/>
                <a:latin typeface="Segoe WPC"/>
              </a:rPr>
              <a:t> Performance depends on topology, bandwidth, and device count, not only on the algorithm.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altLang="zh-CN" sz="2400" b="1" i="0" dirty="0">
                <a:effectLst/>
                <a:latin typeface="Segoe WPC"/>
              </a:rPr>
              <a:t>Design implication:</a:t>
            </a:r>
            <a:r>
              <a:rPr lang="en-US" altLang="zh-CN" sz="2400" b="0" i="0" dirty="0">
                <a:effectLst/>
                <a:latin typeface="Segoe WPC"/>
              </a:rPr>
              <a:t> Choose the algorithm and configuration based on whether the system is throughput-bound or latency-bound.</a:t>
            </a:r>
          </a:p>
        </p:txBody>
      </p:sp>
    </p:spTree>
    <p:extLst>
      <p:ext uri="{BB962C8B-B14F-4D97-AF65-F5344CB8AC3E}">
        <p14:creationId xmlns:p14="http://schemas.microsoft.com/office/powerpoint/2010/main" val="882145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图片 44" descr="建筑旁的树&#10;&#10;中度可信度描述已自动生成"/>
          <p:cNvPicPr/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3636" r="19259"/>
          <a:stretch>
            <a:fillRect/>
          </a:stretch>
        </p:blipFill>
        <p:spPr>
          <a:xfrm>
            <a:off x="0" y="0"/>
            <a:ext cx="4845746" cy="6858000"/>
          </a:xfrm>
          <a:custGeom>
            <a:avLst/>
            <a:gdLst>
              <a:gd name="connsiteX0" fmla="*/ 0 w 4845746"/>
              <a:gd name="connsiteY0" fmla="*/ 0 h 6858000"/>
              <a:gd name="connsiteX1" fmla="*/ 4845746 w 4845746"/>
              <a:gd name="connsiteY1" fmla="*/ 0 h 6858000"/>
              <a:gd name="connsiteX2" fmla="*/ 4845746 w 4845746"/>
              <a:gd name="connsiteY2" fmla="*/ 6858000 h 6858000"/>
              <a:gd name="connsiteX3" fmla="*/ 0 w 484574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45746" h="6858000">
                <a:moveTo>
                  <a:pt x="0" y="0"/>
                </a:moveTo>
                <a:lnTo>
                  <a:pt x="4845746" y="0"/>
                </a:lnTo>
                <a:lnTo>
                  <a:pt x="484574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4" name="任意多边形: 形状 43"/>
          <p:cNvSpPr/>
          <p:nvPr/>
        </p:nvSpPr>
        <p:spPr>
          <a:xfrm>
            <a:off x="0" y="0"/>
            <a:ext cx="4845746" cy="6858000"/>
          </a:xfrm>
          <a:custGeom>
            <a:avLst/>
            <a:gdLst>
              <a:gd name="connsiteX0" fmla="*/ 0 w 4845746"/>
              <a:gd name="connsiteY0" fmla="*/ 0 h 6858000"/>
              <a:gd name="connsiteX1" fmla="*/ 4845746 w 4845746"/>
              <a:gd name="connsiteY1" fmla="*/ 0 h 6858000"/>
              <a:gd name="connsiteX2" fmla="*/ 4845746 w 4845746"/>
              <a:gd name="connsiteY2" fmla="*/ 6858000 h 6858000"/>
              <a:gd name="connsiteX3" fmla="*/ 0 w 484574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45746" h="6858000">
                <a:moveTo>
                  <a:pt x="0" y="0"/>
                </a:moveTo>
                <a:lnTo>
                  <a:pt x="4845746" y="0"/>
                </a:lnTo>
                <a:lnTo>
                  <a:pt x="484574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79BA">
              <a:alpha val="9400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325311" y="2908565"/>
            <a:ext cx="1040870" cy="1040870"/>
            <a:chOff x="4604026" y="2908565"/>
            <a:chExt cx="1040870" cy="1040870"/>
          </a:xfrm>
        </p:grpSpPr>
        <p:sp>
          <p:nvSpPr>
            <p:cNvPr id="12" name="椭圆 11"/>
            <p:cNvSpPr/>
            <p:nvPr/>
          </p:nvSpPr>
          <p:spPr>
            <a:xfrm>
              <a:off x="4604026" y="2908565"/>
              <a:ext cx="1040870" cy="1040870"/>
            </a:xfrm>
            <a:prstGeom prst="ellipse">
              <a:avLst/>
            </a:prstGeom>
            <a:solidFill>
              <a:schemeClr val="bg1"/>
            </a:solidFill>
            <a:ln w="34925">
              <a:solidFill>
                <a:srgbClr val="0090E0"/>
              </a:solidFill>
            </a:ln>
            <a:effectLst>
              <a:outerShdw blurRad="228600" dist="63500" dir="10800000" sx="98000" sy="98000" algn="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  <p:sp>
          <p:nvSpPr>
            <p:cNvPr id="13" name="paper-airplane-symbol_52116"/>
            <p:cNvSpPr/>
            <p:nvPr/>
          </p:nvSpPr>
          <p:spPr>
            <a:xfrm>
              <a:off x="4869202" y="3169913"/>
              <a:ext cx="510518" cy="518174"/>
            </a:xfrm>
            <a:custGeom>
              <a:avLst/>
              <a:gdLst>
                <a:gd name="T0" fmla="*/ 352 w 391"/>
                <a:gd name="T1" fmla="*/ 50 h 417"/>
                <a:gd name="T2" fmla="*/ 281 w 391"/>
                <a:gd name="T3" fmla="*/ 345 h 417"/>
                <a:gd name="T4" fmla="*/ 165 w 391"/>
                <a:gd name="T5" fmla="*/ 272 h 417"/>
                <a:gd name="T6" fmla="*/ 295 w 391"/>
                <a:gd name="T7" fmla="*/ 114 h 417"/>
                <a:gd name="T8" fmla="*/ 113 w 391"/>
                <a:gd name="T9" fmla="*/ 237 h 417"/>
                <a:gd name="T10" fmla="*/ 54 w 391"/>
                <a:gd name="T11" fmla="*/ 199 h 417"/>
                <a:gd name="T12" fmla="*/ 352 w 391"/>
                <a:gd name="T13" fmla="*/ 50 h 417"/>
                <a:gd name="T14" fmla="*/ 391 w 391"/>
                <a:gd name="T15" fmla="*/ 0 h 417"/>
                <a:gd name="T16" fmla="*/ 0 w 391"/>
                <a:gd name="T17" fmla="*/ 196 h 417"/>
                <a:gd name="T18" fmla="*/ 109 w 391"/>
                <a:gd name="T19" fmla="*/ 264 h 417"/>
                <a:gd name="T20" fmla="*/ 159 w 391"/>
                <a:gd name="T21" fmla="*/ 417 h 417"/>
                <a:gd name="T22" fmla="*/ 223 w 391"/>
                <a:gd name="T23" fmla="*/ 340 h 417"/>
                <a:gd name="T24" fmla="*/ 298 w 391"/>
                <a:gd name="T25" fmla="*/ 388 h 417"/>
                <a:gd name="T26" fmla="*/ 391 w 391"/>
                <a:gd name="T27" fmla="*/ 0 h 417"/>
                <a:gd name="T28" fmla="*/ 391 w 391"/>
                <a:gd name="T29" fmla="*/ 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91" h="417">
                  <a:moveTo>
                    <a:pt x="352" y="50"/>
                  </a:moveTo>
                  <a:lnTo>
                    <a:pt x="281" y="345"/>
                  </a:lnTo>
                  <a:lnTo>
                    <a:pt x="165" y="272"/>
                  </a:lnTo>
                  <a:lnTo>
                    <a:pt x="295" y="114"/>
                  </a:lnTo>
                  <a:lnTo>
                    <a:pt x="113" y="237"/>
                  </a:lnTo>
                  <a:lnTo>
                    <a:pt x="54" y="199"/>
                  </a:lnTo>
                  <a:lnTo>
                    <a:pt x="352" y="50"/>
                  </a:lnTo>
                  <a:moveTo>
                    <a:pt x="391" y="0"/>
                  </a:moveTo>
                  <a:lnTo>
                    <a:pt x="0" y="196"/>
                  </a:lnTo>
                  <a:lnTo>
                    <a:pt x="109" y="264"/>
                  </a:lnTo>
                  <a:lnTo>
                    <a:pt x="159" y="417"/>
                  </a:lnTo>
                  <a:lnTo>
                    <a:pt x="223" y="340"/>
                  </a:lnTo>
                  <a:lnTo>
                    <a:pt x="298" y="388"/>
                  </a:lnTo>
                  <a:lnTo>
                    <a:pt x="391" y="0"/>
                  </a:lnTo>
                  <a:lnTo>
                    <a:pt x="391" y="0"/>
                  </a:lnTo>
                  <a:close/>
                </a:path>
              </a:pathLst>
            </a:custGeom>
            <a:solidFill>
              <a:srgbClr val="0088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</p:grpSp>
      <p:sp>
        <p:nvSpPr>
          <p:cNvPr id="14" name="等腰三角形 13"/>
          <p:cNvSpPr/>
          <p:nvPr/>
        </p:nvSpPr>
        <p:spPr>
          <a:xfrm rot="5400000">
            <a:off x="5627249" y="3282110"/>
            <a:ext cx="384048" cy="293780"/>
          </a:xfrm>
          <a:prstGeom prst="triangle">
            <a:avLst/>
          </a:prstGeom>
          <a:solidFill>
            <a:srgbClr val="FFD6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886400" y="1543869"/>
            <a:ext cx="3778599" cy="3770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39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79BA"/>
                    </a:gs>
                    <a:gs pos="75000">
                      <a:srgbClr val="0079BA">
                        <a:alpha val="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0</a:t>
            </a:r>
            <a:r>
              <a:rPr lang="en-US" altLang="zh-CN" sz="23900" dirty="0">
                <a:gradFill>
                  <a:gsLst>
                    <a:gs pos="0">
                      <a:srgbClr val="0079BA"/>
                    </a:gs>
                    <a:gs pos="75000">
                      <a:srgbClr val="0079BA">
                        <a:alpha val="0"/>
                      </a:srgbClr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4</a:t>
            </a:r>
            <a:endParaRPr kumimoji="0" lang="zh-CN" altLang="en-US" sz="239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0079BA"/>
                  </a:gs>
                  <a:gs pos="75000">
                    <a:srgbClr val="0079BA">
                      <a:alpha val="0"/>
                    </a:srgbClr>
                  </a:gs>
                </a:gsLst>
                <a:lin ang="5400000" scaled="1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312629" y="2855943"/>
            <a:ext cx="4964972" cy="1317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30000"/>
              </a:lnSpc>
              <a:defRPr/>
            </a:pPr>
            <a:r>
              <a:rPr lang="en-US" altLang="zh-CN" sz="3200" b="1" dirty="0"/>
              <a:t>Remaining Work and Timeline</a:t>
            </a:r>
            <a:endParaRPr kumimoji="0" lang="zh-CN" altLang="en-US" sz="3200" b="1" i="0" u="none" strike="noStrike" kern="1200" cap="none" spc="6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微软雅黑" panose="020B0503020204020204" charset="-122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11823700" y="0"/>
            <a:ext cx="368300" cy="6858000"/>
          </a:xfrm>
          <a:prstGeom prst="roundRect">
            <a:avLst>
              <a:gd name="adj" fmla="val 0"/>
            </a:avLst>
          </a:prstGeom>
          <a:solidFill>
            <a:srgbClr val="0079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622300" y="2895865"/>
            <a:ext cx="3317913" cy="872859"/>
            <a:chOff x="1787579" y="3204043"/>
            <a:chExt cx="8793335" cy="2313301"/>
          </a:xfrm>
        </p:grpSpPr>
        <p:pic>
          <p:nvPicPr>
            <p:cNvPr id="20" name="图片 19" descr="徽标&#10;&#10;描述已自动生成"/>
            <p:cNvPicPr>
              <a:picLocks noChangeAspect="1"/>
            </p:cNvPicPr>
            <p:nvPr/>
          </p:nvPicPr>
          <p:blipFill>
            <a:blip r:embed="rId4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787579" y="3204043"/>
              <a:ext cx="2313302" cy="2313301"/>
            </a:xfrm>
            <a:custGeom>
              <a:avLst/>
              <a:gdLst>
                <a:gd name="connsiteX0" fmla="*/ 5265550 w 10531101"/>
                <a:gd name="connsiteY0" fmla="*/ 1712068 h 10531101"/>
                <a:gd name="connsiteX1" fmla="*/ 1712068 w 10531101"/>
                <a:gd name="connsiteY1" fmla="*/ 5265550 h 10531101"/>
                <a:gd name="connsiteX2" fmla="*/ 5265550 w 10531101"/>
                <a:gd name="connsiteY2" fmla="*/ 8819032 h 10531101"/>
                <a:gd name="connsiteX3" fmla="*/ 8819032 w 10531101"/>
                <a:gd name="connsiteY3" fmla="*/ 5265550 h 10531101"/>
                <a:gd name="connsiteX4" fmla="*/ 5265550 w 10531101"/>
                <a:gd name="connsiteY4" fmla="*/ 1712068 h 10531101"/>
                <a:gd name="connsiteX5" fmla="*/ 0 w 10531101"/>
                <a:gd name="connsiteY5" fmla="*/ 0 h 10531101"/>
                <a:gd name="connsiteX6" fmla="*/ 10531101 w 10531101"/>
                <a:gd name="connsiteY6" fmla="*/ 0 h 10531101"/>
                <a:gd name="connsiteX7" fmla="*/ 10531101 w 10531101"/>
                <a:gd name="connsiteY7" fmla="*/ 10531101 h 10531101"/>
                <a:gd name="connsiteX8" fmla="*/ 0 w 10531101"/>
                <a:gd name="connsiteY8" fmla="*/ 10531101 h 1053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1101" h="10531101">
                  <a:moveTo>
                    <a:pt x="5265550" y="1712068"/>
                  </a:moveTo>
                  <a:cubicBezTo>
                    <a:pt x="3303016" y="1712068"/>
                    <a:pt x="1712068" y="3303016"/>
                    <a:pt x="1712068" y="5265550"/>
                  </a:cubicBezTo>
                  <a:cubicBezTo>
                    <a:pt x="1712068" y="7228084"/>
                    <a:pt x="3303016" y="8819032"/>
                    <a:pt x="5265550" y="8819032"/>
                  </a:cubicBezTo>
                  <a:cubicBezTo>
                    <a:pt x="7228084" y="8819032"/>
                    <a:pt x="8819032" y="7228084"/>
                    <a:pt x="8819032" y="5265550"/>
                  </a:cubicBezTo>
                  <a:cubicBezTo>
                    <a:pt x="8819032" y="3303016"/>
                    <a:pt x="7228084" y="1712068"/>
                    <a:pt x="5265550" y="1712068"/>
                  </a:cubicBezTo>
                  <a:close/>
                  <a:moveTo>
                    <a:pt x="0" y="0"/>
                  </a:moveTo>
                  <a:lnTo>
                    <a:pt x="10531101" y="0"/>
                  </a:lnTo>
                  <a:lnTo>
                    <a:pt x="10531101" y="10531101"/>
                  </a:lnTo>
                  <a:lnTo>
                    <a:pt x="0" y="10531101"/>
                  </a:lnTo>
                  <a:close/>
                </a:path>
              </a:pathLst>
            </a:custGeom>
          </p:spPr>
        </p:pic>
        <p:grpSp>
          <p:nvGrpSpPr>
            <p:cNvPr id="22" name="组合 21"/>
            <p:cNvGrpSpPr/>
            <p:nvPr/>
          </p:nvGrpSpPr>
          <p:grpSpPr>
            <a:xfrm>
              <a:off x="2375198" y="3792817"/>
              <a:ext cx="1137760" cy="1288749"/>
              <a:chOff x="9196100" y="1691088"/>
              <a:chExt cx="3421214" cy="3875236"/>
            </a:xfrm>
          </p:grpSpPr>
          <p:sp>
            <p:nvSpPr>
              <p:cNvPr id="42" name="ïṡļïḑe"/>
              <p:cNvSpPr/>
              <p:nvPr/>
            </p:nvSpPr>
            <p:spPr bwMode="auto">
              <a:xfrm>
                <a:off x="9270106" y="1760603"/>
                <a:ext cx="3273204" cy="3736206"/>
              </a:xfrm>
              <a:custGeom>
                <a:avLst/>
                <a:gdLst>
                  <a:gd name="T0" fmla="*/ 72 w 151"/>
                  <a:gd name="T1" fmla="*/ 92 h 171"/>
                  <a:gd name="T2" fmla="*/ 83 w 151"/>
                  <a:gd name="T3" fmla="*/ 96 h 171"/>
                  <a:gd name="T4" fmla="*/ 77 w 151"/>
                  <a:gd name="T5" fmla="*/ 92 h 171"/>
                  <a:gd name="T6" fmla="*/ 80 w 151"/>
                  <a:gd name="T7" fmla="*/ 115 h 171"/>
                  <a:gd name="T8" fmla="*/ 72 w 151"/>
                  <a:gd name="T9" fmla="*/ 115 h 171"/>
                  <a:gd name="T10" fmla="*/ 74 w 151"/>
                  <a:gd name="T11" fmla="*/ 97 h 171"/>
                  <a:gd name="T12" fmla="*/ 69 w 151"/>
                  <a:gd name="T13" fmla="*/ 137 h 171"/>
                  <a:gd name="T14" fmla="*/ 77 w 151"/>
                  <a:gd name="T15" fmla="*/ 121 h 171"/>
                  <a:gd name="T16" fmla="*/ 77 w 151"/>
                  <a:gd name="T17" fmla="*/ 127 h 171"/>
                  <a:gd name="T18" fmla="*/ 80 w 151"/>
                  <a:gd name="T19" fmla="*/ 145 h 171"/>
                  <a:gd name="T20" fmla="*/ 71 w 151"/>
                  <a:gd name="T21" fmla="*/ 144 h 171"/>
                  <a:gd name="T22" fmla="*/ 107 w 151"/>
                  <a:gd name="T23" fmla="*/ 13 h 171"/>
                  <a:gd name="T24" fmla="*/ 106 w 151"/>
                  <a:gd name="T25" fmla="*/ 11 h 171"/>
                  <a:gd name="T26" fmla="*/ 113 w 151"/>
                  <a:gd name="T27" fmla="*/ 10 h 171"/>
                  <a:gd name="T28" fmla="*/ 111 w 151"/>
                  <a:gd name="T29" fmla="*/ 15 h 171"/>
                  <a:gd name="T30" fmla="*/ 115 w 151"/>
                  <a:gd name="T31" fmla="*/ 26 h 171"/>
                  <a:gd name="T32" fmla="*/ 114 w 151"/>
                  <a:gd name="T33" fmla="*/ 30 h 171"/>
                  <a:gd name="T34" fmla="*/ 112 w 151"/>
                  <a:gd name="T35" fmla="*/ 22 h 171"/>
                  <a:gd name="T36" fmla="*/ 108 w 151"/>
                  <a:gd name="T37" fmla="*/ 27 h 171"/>
                  <a:gd name="T38" fmla="*/ 107 w 151"/>
                  <a:gd name="T39" fmla="*/ 27 h 171"/>
                  <a:gd name="T40" fmla="*/ 108 w 151"/>
                  <a:gd name="T41" fmla="*/ 22 h 171"/>
                  <a:gd name="T42" fmla="*/ 106 w 151"/>
                  <a:gd name="T43" fmla="*/ 28 h 171"/>
                  <a:gd name="T44" fmla="*/ 105 w 151"/>
                  <a:gd name="T45" fmla="*/ 30 h 171"/>
                  <a:gd name="T46" fmla="*/ 107 w 151"/>
                  <a:gd name="T47" fmla="*/ 16 h 171"/>
                  <a:gd name="T48" fmla="*/ 107 w 151"/>
                  <a:gd name="T49" fmla="*/ 18 h 171"/>
                  <a:gd name="T50" fmla="*/ 108 w 151"/>
                  <a:gd name="T51" fmla="*/ 25 h 171"/>
                  <a:gd name="T52" fmla="*/ 36 w 151"/>
                  <a:gd name="T53" fmla="*/ 65 h 171"/>
                  <a:gd name="T54" fmla="*/ 28 w 151"/>
                  <a:gd name="T55" fmla="*/ 69 h 171"/>
                  <a:gd name="T56" fmla="*/ 30 w 151"/>
                  <a:gd name="T57" fmla="*/ 63 h 171"/>
                  <a:gd name="T58" fmla="*/ 39 w 151"/>
                  <a:gd name="T59" fmla="*/ 65 h 171"/>
                  <a:gd name="T60" fmla="*/ 47 w 151"/>
                  <a:gd name="T61" fmla="*/ 69 h 171"/>
                  <a:gd name="T62" fmla="*/ 49 w 151"/>
                  <a:gd name="T63" fmla="*/ 65 h 171"/>
                  <a:gd name="T64" fmla="*/ 57 w 151"/>
                  <a:gd name="T65" fmla="*/ 66 h 171"/>
                  <a:gd name="T66" fmla="*/ 87 w 151"/>
                  <a:gd name="T67" fmla="*/ 71 h 171"/>
                  <a:gd name="T68" fmla="*/ 91 w 151"/>
                  <a:gd name="T69" fmla="*/ 72 h 171"/>
                  <a:gd name="T70" fmla="*/ 90 w 151"/>
                  <a:gd name="T71" fmla="*/ 57 h 171"/>
                  <a:gd name="T72" fmla="*/ 69 w 151"/>
                  <a:gd name="T73" fmla="*/ 67 h 171"/>
                  <a:gd name="T74" fmla="*/ 104 w 151"/>
                  <a:gd name="T75" fmla="*/ 59 h 171"/>
                  <a:gd name="T76" fmla="*/ 102 w 151"/>
                  <a:gd name="T77" fmla="*/ 94 h 171"/>
                  <a:gd name="T78" fmla="*/ 112 w 151"/>
                  <a:gd name="T79" fmla="*/ 20 h 171"/>
                  <a:gd name="T80" fmla="*/ 113 w 151"/>
                  <a:gd name="T81" fmla="*/ 18 h 171"/>
                  <a:gd name="T82" fmla="*/ 113 w 151"/>
                  <a:gd name="T83" fmla="*/ 18 h 171"/>
                  <a:gd name="T84" fmla="*/ 88 w 151"/>
                  <a:gd name="T85" fmla="*/ 29 h 171"/>
                  <a:gd name="T86" fmla="*/ 88 w 151"/>
                  <a:gd name="T87" fmla="*/ 29 h 171"/>
                  <a:gd name="T88" fmla="*/ 86 w 151"/>
                  <a:gd name="T89" fmla="*/ 17 h 171"/>
                  <a:gd name="T90" fmla="*/ 91 w 151"/>
                  <a:gd name="T91" fmla="*/ 25 h 171"/>
                  <a:gd name="T92" fmla="*/ 93 w 151"/>
                  <a:gd name="T93" fmla="*/ 22 h 171"/>
                  <a:gd name="T94" fmla="*/ 97 w 151"/>
                  <a:gd name="T95" fmla="*/ 14 h 171"/>
                  <a:gd name="T96" fmla="*/ 92 w 151"/>
                  <a:gd name="T97" fmla="*/ 25 h 171"/>
                  <a:gd name="T98" fmla="*/ 20 w 151"/>
                  <a:gd name="T99" fmla="*/ 110 h 171"/>
                  <a:gd name="T100" fmla="*/ 54 w 151"/>
                  <a:gd name="T101" fmla="*/ 88 h 171"/>
                  <a:gd name="T102" fmla="*/ 58 w 151"/>
                  <a:gd name="T103" fmla="*/ 120 h 171"/>
                  <a:gd name="T104" fmla="*/ 125 w 151"/>
                  <a:gd name="T105" fmla="*/ 4 h 171"/>
                  <a:gd name="T106" fmla="*/ 20 w 151"/>
                  <a:gd name="T107" fmla="*/ 119 h 171"/>
                  <a:gd name="T108" fmla="*/ 43 w 151"/>
                  <a:gd name="T109" fmla="*/ 129 h 171"/>
                  <a:gd name="T110" fmla="*/ 125 w 151"/>
                  <a:gd name="T111" fmla="*/ 134 h 171"/>
                  <a:gd name="T112" fmla="*/ 119 w 151"/>
                  <a:gd name="T113" fmla="*/ 67 h 171"/>
                  <a:gd name="T114" fmla="*/ 121 w 151"/>
                  <a:gd name="T115" fmla="*/ 68 h 171"/>
                  <a:gd name="T116" fmla="*/ 116 w 151"/>
                  <a:gd name="T117" fmla="*/ 66 h 171"/>
                  <a:gd name="T118" fmla="*/ 122 w 151"/>
                  <a:gd name="T119" fmla="*/ 62 h 171"/>
                  <a:gd name="T120" fmla="*/ 106 w 151"/>
                  <a:gd name="T121" fmla="*/ 39 h 171"/>
                  <a:gd name="T122" fmla="*/ 119 w 151"/>
                  <a:gd name="T123" fmla="*/ 46 h 171"/>
                  <a:gd name="T124" fmla="*/ 126 w 151"/>
                  <a:gd name="T125" fmla="*/ 40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51" h="171">
                    <a:moveTo>
                      <a:pt x="151" y="92"/>
                    </a:moveTo>
                    <a:cubicBezTo>
                      <a:pt x="151" y="22"/>
                      <a:pt x="151" y="22"/>
                      <a:pt x="151" y="22"/>
                    </a:cubicBezTo>
                    <a:cubicBezTo>
                      <a:pt x="144" y="19"/>
                      <a:pt x="130" y="8"/>
                      <a:pt x="129" y="0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1" y="8"/>
                      <a:pt x="6" y="19"/>
                      <a:pt x="0" y="22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96"/>
                      <a:pt x="0" y="100"/>
                      <a:pt x="1" y="105"/>
                    </a:cubicBezTo>
                    <a:cubicBezTo>
                      <a:pt x="9" y="137"/>
                      <a:pt x="39" y="165"/>
                      <a:pt x="76" y="171"/>
                    </a:cubicBezTo>
                    <a:cubicBezTo>
                      <a:pt x="76" y="171"/>
                      <a:pt x="76" y="171"/>
                      <a:pt x="76" y="171"/>
                    </a:cubicBezTo>
                    <a:cubicBezTo>
                      <a:pt x="114" y="164"/>
                      <a:pt x="142" y="139"/>
                      <a:pt x="150" y="109"/>
                    </a:cubicBezTo>
                    <a:cubicBezTo>
                      <a:pt x="151" y="103"/>
                      <a:pt x="151" y="98"/>
                      <a:pt x="151" y="92"/>
                    </a:cubicBezTo>
                    <a:close/>
                    <a:moveTo>
                      <a:pt x="75" y="94"/>
                    </a:moveTo>
                    <a:cubicBezTo>
                      <a:pt x="75" y="92"/>
                      <a:pt x="75" y="92"/>
                      <a:pt x="75" y="92"/>
                    </a:cubicBezTo>
                    <a:cubicBezTo>
                      <a:pt x="75" y="92"/>
                      <a:pt x="74" y="92"/>
                      <a:pt x="74" y="92"/>
                    </a:cubicBezTo>
                    <a:cubicBezTo>
                      <a:pt x="73" y="93"/>
                      <a:pt x="73" y="93"/>
                      <a:pt x="73" y="93"/>
                    </a:cubicBezTo>
                    <a:cubicBezTo>
                      <a:pt x="73" y="93"/>
                      <a:pt x="72" y="94"/>
                      <a:pt x="72" y="94"/>
                    </a:cubicBezTo>
                    <a:cubicBezTo>
                      <a:pt x="72" y="94"/>
                      <a:pt x="72" y="95"/>
                      <a:pt x="71" y="95"/>
                    </a:cubicBezTo>
                    <a:cubicBezTo>
                      <a:pt x="71" y="95"/>
                      <a:pt x="71" y="95"/>
                      <a:pt x="71" y="95"/>
                    </a:cubicBezTo>
                    <a:cubicBezTo>
                      <a:pt x="71" y="95"/>
                      <a:pt x="71" y="96"/>
                      <a:pt x="71" y="96"/>
                    </a:cubicBezTo>
                    <a:cubicBezTo>
                      <a:pt x="70" y="96"/>
                      <a:pt x="70" y="96"/>
                      <a:pt x="70" y="97"/>
                    </a:cubicBezTo>
                    <a:cubicBezTo>
                      <a:pt x="70" y="97"/>
                      <a:pt x="70" y="97"/>
                      <a:pt x="70" y="97"/>
                    </a:cubicBezTo>
                    <a:cubicBezTo>
                      <a:pt x="70" y="98"/>
                      <a:pt x="70" y="98"/>
                      <a:pt x="70" y="98"/>
                    </a:cubicBezTo>
                    <a:cubicBezTo>
                      <a:pt x="70" y="98"/>
                      <a:pt x="70" y="98"/>
                      <a:pt x="70" y="98"/>
                    </a:cubicBezTo>
                    <a:cubicBezTo>
                      <a:pt x="70" y="98"/>
                      <a:pt x="69" y="98"/>
                      <a:pt x="69" y="98"/>
                    </a:cubicBezTo>
                    <a:cubicBezTo>
                      <a:pt x="69" y="98"/>
                      <a:pt x="69" y="98"/>
                      <a:pt x="69" y="98"/>
                    </a:cubicBezTo>
                    <a:cubicBezTo>
                      <a:pt x="69" y="98"/>
                      <a:pt x="69" y="98"/>
                      <a:pt x="69" y="98"/>
                    </a:cubicBezTo>
                    <a:cubicBezTo>
                      <a:pt x="69" y="98"/>
                      <a:pt x="69" y="98"/>
                      <a:pt x="69" y="98"/>
                    </a:cubicBezTo>
                    <a:cubicBezTo>
                      <a:pt x="69" y="98"/>
                      <a:pt x="69" y="98"/>
                      <a:pt x="68" y="97"/>
                    </a:cubicBezTo>
                    <a:cubicBezTo>
                      <a:pt x="68" y="97"/>
                      <a:pt x="68" y="97"/>
                      <a:pt x="68" y="97"/>
                    </a:cubicBezTo>
                    <a:cubicBezTo>
                      <a:pt x="68" y="97"/>
                      <a:pt x="68" y="97"/>
                      <a:pt x="69" y="97"/>
                    </a:cubicBezTo>
                    <a:cubicBezTo>
                      <a:pt x="69" y="96"/>
                      <a:pt x="69" y="96"/>
                      <a:pt x="69" y="96"/>
                    </a:cubicBezTo>
                    <a:cubicBezTo>
                      <a:pt x="69" y="96"/>
                      <a:pt x="69" y="96"/>
                      <a:pt x="69" y="96"/>
                    </a:cubicBezTo>
                    <a:cubicBezTo>
                      <a:pt x="70" y="94"/>
                      <a:pt x="70" y="94"/>
                      <a:pt x="70" y="94"/>
                    </a:cubicBezTo>
                    <a:cubicBezTo>
                      <a:pt x="70" y="94"/>
                      <a:pt x="70" y="94"/>
                      <a:pt x="70" y="94"/>
                    </a:cubicBezTo>
                    <a:cubicBezTo>
                      <a:pt x="70" y="94"/>
                      <a:pt x="70" y="93"/>
                      <a:pt x="71" y="93"/>
                    </a:cubicBezTo>
                    <a:cubicBezTo>
                      <a:pt x="71" y="93"/>
                      <a:pt x="71" y="93"/>
                      <a:pt x="72" y="92"/>
                    </a:cubicBezTo>
                    <a:cubicBezTo>
                      <a:pt x="72" y="92"/>
                      <a:pt x="72" y="92"/>
                      <a:pt x="72" y="92"/>
                    </a:cubicBezTo>
                    <a:cubicBezTo>
                      <a:pt x="72" y="92"/>
                      <a:pt x="72" y="92"/>
                      <a:pt x="73" y="91"/>
                    </a:cubicBezTo>
                    <a:cubicBezTo>
                      <a:pt x="73" y="91"/>
                      <a:pt x="73" y="91"/>
                      <a:pt x="74" y="91"/>
                    </a:cubicBezTo>
                    <a:cubicBezTo>
                      <a:pt x="74" y="91"/>
                      <a:pt x="74" y="91"/>
                      <a:pt x="74" y="91"/>
                    </a:cubicBezTo>
                    <a:cubicBezTo>
                      <a:pt x="75" y="90"/>
                      <a:pt x="75" y="90"/>
                      <a:pt x="75" y="90"/>
                    </a:cubicBezTo>
                    <a:cubicBezTo>
                      <a:pt x="75" y="90"/>
                      <a:pt x="75" y="90"/>
                      <a:pt x="75" y="90"/>
                    </a:cubicBezTo>
                    <a:cubicBezTo>
                      <a:pt x="75" y="90"/>
                      <a:pt x="75" y="90"/>
                      <a:pt x="75" y="89"/>
                    </a:cubicBezTo>
                    <a:cubicBezTo>
                      <a:pt x="75" y="89"/>
                      <a:pt x="75" y="89"/>
                      <a:pt x="75" y="89"/>
                    </a:cubicBezTo>
                    <a:cubicBezTo>
                      <a:pt x="75" y="89"/>
                      <a:pt x="75" y="89"/>
                      <a:pt x="75" y="89"/>
                    </a:cubicBezTo>
                    <a:cubicBezTo>
                      <a:pt x="75" y="88"/>
                      <a:pt x="75" y="88"/>
                      <a:pt x="75" y="88"/>
                    </a:cubicBezTo>
                    <a:cubicBezTo>
                      <a:pt x="75" y="88"/>
                      <a:pt x="75" y="88"/>
                      <a:pt x="75" y="88"/>
                    </a:cubicBezTo>
                    <a:cubicBezTo>
                      <a:pt x="75" y="88"/>
                      <a:pt x="75" y="88"/>
                      <a:pt x="75" y="88"/>
                    </a:cubicBezTo>
                    <a:cubicBezTo>
                      <a:pt x="75" y="88"/>
                      <a:pt x="75" y="88"/>
                      <a:pt x="75" y="87"/>
                    </a:cubicBezTo>
                    <a:cubicBezTo>
                      <a:pt x="75" y="87"/>
                      <a:pt x="75" y="87"/>
                      <a:pt x="75" y="87"/>
                    </a:cubicBezTo>
                    <a:cubicBezTo>
                      <a:pt x="75" y="87"/>
                      <a:pt x="76" y="87"/>
                      <a:pt x="76" y="87"/>
                    </a:cubicBezTo>
                    <a:cubicBezTo>
                      <a:pt x="76" y="87"/>
                      <a:pt x="76" y="87"/>
                      <a:pt x="76" y="87"/>
                    </a:cubicBezTo>
                    <a:cubicBezTo>
                      <a:pt x="76" y="87"/>
                      <a:pt x="76" y="87"/>
                      <a:pt x="76" y="87"/>
                    </a:cubicBezTo>
                    <a:cubicBezTo>
                      <a:pt x="76" y="87"/>
                      <a:pt x="76" y="87"/>
                      <a:pt x="76" y="87"/>
                    </a:cubicBezTo>
                    <a:cubicBezTo>
                      <a:pt x="76" y="87"/>
                      <a:pt x="76" y="87"/>
                      <a:pt x="76" y="87"/>
                    </a:cubicBezTo>
                    <a:cubicBezTo>
                      <a:pt x="76" y="87"/>
                      <a:pt x="76" y="87"/>
                      <a:pt x="76" y="87"/>
                    </a:cubicBezTo>
                    <a:cubicBezTo>
                      <a:pt x="77" y="87"/>
                      <a:pt x="77" y="87"/>
                      <a:pt x="77" y="87"/>
                    </a:cubicBezTo>
                    <a:cubicBezTo>
                      <a:pt x="77" y="87"/>
                      <a:pt x="77" y="87"/>
                      <a:pt x="77" y="87"/>
                    </a:cubicBezTo>
                    <a:cubicBezTo>
                      <a:pt x="77" y="87"/>
                      <a:pt x="77" y="87"/>
                      <a:pt x="77" y="88"/>
                    </a:cubicBezTo>
                    <a:cubicBezTo>
                      <a:pt x="77" y="89"/>
                      <a:pt x="77" y="89"/>
                      <a:pt x="77" y="89"/>
                    </a:cubicBezTo>
                    <a:cubicBezTo>
                      <a:pt x="77" y="89"/>
                      <a:pt x="77" y="89"/>
                      <a:pt x="77" y="89"/>
                    </a:cubicBezTo>
                    <a:cubicBezTo>
                      <a:pt x="77" y="90"/>
                      <a:pt x="77" y="90"/>
                      <a:pt x="77" y="90"/>
                    </a:cubicBezTo>
                    <a:cubicBezTo>
                      <a:pt x="77" y="90"/>
                      <a:pt x="77" y="90"/>
                      <a:pt x="77" y="91"/>
                    </a:cubicBezTo>
                    <a:cubicBezTo>
                      <a:pt x="77" y="91"/>
                      <a:pt x="77" y="91"/>
                      <a:pt x="77" y="91"/>
                    </a:cubicBezTo>
                    <a:cubicBezTo>
                      <a:pt x="78" y="91"/>
                      <a:pt x="78" y="91"/>
                      <a:pt x="78" y="91"/>
                    </a:cubicBezTo>
                    <a:cubicBezTo>
                      <a:pt x="78" y="91"/>
                      <a:pt x="78" y="91"/>
                      <a:pt x="78" y="91"/>
                    </a:cubicBezTo>
                    <a:cubicBezTo>
                      <a:pt x="78" y="91"/>
                      <a:pt x="79" y="91"/>
                      <a:pt x="79" y="91"/>
                    </a:cubicBezTo>
                    <a:cubicBezTo>
                      <a:pt x="79" y="91"/>
                      <a:pt x="80" y="91"/>
                      <a:pt x="80" y="92"/>
                    </a:cubicBezTo>
                    <a:cubicBezTo>
                      <a:pt x="80" y="92"/>
                      <a:pt x="81" y="92"/>
                      <a:pt x="81" y="92"/>
                    </a:cubicBezTo>
                    <a:cubicBezTo>
                      <a:pt x="81" y="92"/>
                      <a:pt x="81" y="93"/>
                      <a:pt x="81" y="93"/>
                    </a:cubicBezTo>
                    <a:cubicBezTo>
                      <a:pt x="82" y="93"/>
                      <a:pt x="82" y="93"/>
                      <a:pt x="82" y="93"/>
                    </a:cubicBezTo>
                    <a:cubicBezTo>
                      <a:pt x="82" y="94"/>
                      <a:pt x="82" y="94"/>
                      <a:pt x="82" y="94"/>
                    </a:cubicBezTo>
                    <a:cubicBezTo>
                      <a:pt x="82" y="94"/>
                      <a:pt x="82" y="94"/>
                      <a:pt x="82" y="94"/>
                    </a:cubicBezTo>
                    <a:cubicBezTo>
                      <a:pt x="83" y="95"/>
                      <a:pt x="83" y="95"/>
                      <a:pt x="83" y="95"/>
                    </a:cubicBezTo>
                    <a:cubicBezTo>
                      <a:pt x="83" y="95"/>
                      <a:pt x="83" y="95"/>
                      <a:pt x="83" y="96"/>
                    </a:cubicBezTo>
                    <a:cubicBezTo>
                      <a:pt x="83" y="96"/>
                      <a:pt x="83" y="96"/>
                      <a:pt x="83" y="96"/>
                    </a:cubicBezTo>
                    <a:cubicBezTo>
                      <a:pt x="83" y="96"/>
                      <a:pt x="83" y="96"/>
                      <a:pt x="83" y="96"/>
                    </a:cubicBezTo>
                    <a:cubicBezTo>
                      <a:pt x="83" y="96"/>
                      <a:pt x="83" y="96"/>
                      <a:pt x="83" y="96"/>
                    </a:cubicBezTo>
                    <a:cubicBezTo>
                      <a:pt x="84" y="96"/>
                      <a:pt x="84" y="96"/>
                      <a:pt x="84" y="97"/>
                    </a:cubicBezTo>
                    <a:cubicBezTo>
                      <a:pt x="84" y="97"/>
                      <a:pt x="84" y="97"/>
                      <a:pt x="84" y="97"/>
                    </a:cubicBezTo>
                    <a:cubicBezTo>
                      <a:pt x="84" y="97"/>
                      <a:pt x="84" y="97"/>
                      <a:pt x="84" y="97"/>
                    </a:cubicBezTo>
                    <a:cubicBezTo>
                      <a:pt x="84" y="97"/>
                      <a:pt x="84" y="97"/>
                      <a:pt x="84" y="97"/>
                    </a:cubicBezTo>
                    <a:cubicBezTo>
                      <a:pt x="84" y="97"/>
                      <a:pt x="84" y="97"/>
                      <a:pt x="84" y="97"/>
                    </a:cubicBezTo>
                    <a:cubicBezTo>
                      <a:pt x="84" y="98"/>
                      <a:pt x="84" y="98"/>
                      <a:pt x="84" y="98"/>
                    </a:cubicBezTo>
                    <a:cubicBezTo>
                      <a:pt x="84" y="98"/>
                      <a:pt x="84" y="98"/>
                      <a:pt x="84" y="98"/>
                    </a:cubicBezTo>
                    <a:cubicBezTo>
                      <a:pt x="84" y="98"/>
                      <a:pt x="84" y="98"/>
                      <a:pt x="84" y="98"/>
                    </a:cubicBezTo>
                    <a:cubicBezTo>
                      <a:pt x="84" y="98"/>
                      <a:pt x="84" y="98"/>
                      <a:pt x="84" y="98"/>
                    </a:cubicBezTo>
                    <a:cubicBezTo>
                      <a:pt x="84" y="98"/>
                      <a:pt x="84" y="98"/>
                      <a:pt x="84" y="98"/>
                    </a:cubicBezTo>
                    <a:cubicBezTo>
                      <a:pt x="84" y="98"/>
                      <a:pt x="84" y="98"/>
                      <a:pt x="84" y="98"/>
                    </a:cubicBezTo>
                    <a:cubicBezTo>
                      <a:pt x="84" y="98"/>
                      <a:pt x="84" y="98"/>
                      <a:pt x="84" y="98"/>
                    </a:cubicBezTo>
                    <a:cubicBezTo>
                      <a:pt x="84" y="98"/>
                      <a:pt x="84" y="98"/>
                      <a:pt x="84" y="98"/>
                    </a:cubicBezTo>
                    <a:cubicBezTo>
                      <a:pt x="84" y="98"/>
                      <a:pt x="84" y="98"/>
                      <a:pt x="84" y="98"/>
                    </a:cubicBezTo>
                    <a:cubicBezTo>
                      <a:pt x="84" y="98"/>
                      <a:pt x="84" y="98"/>
                      <a:pt x="84" y="98"/>
                    </a:cubicBezTo>
                    <a:cubicBezTo>
                      <a:pt x="83" y="98"/>
                      <a:pt x="83" y="98"/>
                      <a:pt x="83" y="98"/>
                    </a:cubicBezTo>
                    <a:cubicBezTo>
                      <a:pt x="83" y="98"/>
                      <a:pt x="83" y="98"/>
                      <a:pt x="83" y="98"/>
                    </a:cubicBezTo>
                    <a:cubicBezTo>
                      <a:pt x="83" y="98"/>
                      <a:pt x="83" y="98"/>
                      <a:pt x="83" y="98"/>
                    </a:cubicBezTo>
                    <a:cubicBezTo>
                      <a:pt x="83" y="98"/>
                      <a:pt x="83" y="98"/>
                      <a:pt x="83" y="98"/>
                    </a:cubicBezTo>
                    <a:cubicBezTo>
                      <a:pt x="83" y="98"/>
                      <a:pt x="83" y="98"/>
                      <a:pt x="83" y="98"/>
                    </a:cubicBezTo>
                    <a:cubicBezTo>
                      <a:pt x="83" y="98"/>
                      <a:pt x="83" y="98"/>
                      <a:pt x="83" y="98"/>
                    </a:cubicBezTo>
                    <a:cubicBezTo>
                      <a:pt x="83" y="98"/>
                      <a:pt x="83" y="98"/>
                      <a:pt x="83" y="98"/>
                    </a:cubicBezTo>
                    <a:cubicBezTo>
                      <a:pt x="83" y="98"/>
                      <a:pt x="83" y="98"/>
                      <a:pt x="83" y="98"/>
                    </a:cubicBezTo>
                    <a:cubicBezTo>
                      <a:pt x="82" y="96"/>
                      <a:pt x="82" y="96"/>
                      <a:pt x="82" y="96"/>
                    </a:cubicBezTo>
                    <a:cubicBezTo>
                      <a:pt x="82" y="96"/>
                      <a:pt x="82" y="96"/>
                      <a:pt x="81" y="96"/>
                    </a:cubicBezTo>
                    <a:cubicBezTo>
                      <a:pt x="81" y="95"/>
                      <a:pt x="81" y="95"/>
                      <a:pt x="81" y="95"/>
                    </a:cubicBezTo>
                    <a:cubicBezTo>
                      <a:pt x="81" y="95"/>
                      <a:pt x="81" y="95"/>
                      <a:pt x="81" y="95"/>
                    </a:cubicBezTo>
                    <a:cubicBezTo>
                      <a:pt x="81" y="95"/>
                      <a:pt x="81" y="94"/>
                      <a:pt x="81" y="94"/>
                    </a:cubicBezTo>
                    <a:cubicBezTo>
                      <a:pt x="80" y="94"/>
                      <a:pt x="80" y="94"/>
                      <a:pt x="80" y="94"/>
                    </a:cubicBezTo>
                    <a:cubicBezTo>
                      <a:pt x="80" y="94"/>
                      <a:pt x="80" y="93"/>
                      <a:pt x="79" y="93"/>
                    </a:cubicBezTo>
                    <a:cubicBezTo>
                      <a:pt x="79" y="93"/>
                      <a:pt x="79" y="93"/>
                      <a:pt x="79" y="93"/>
                    </a:cubicBezTo>
                    <a:cubicBezTo>
                      <a:pt x="79" y="93"/>
                      <a:pt x="79" y="93"/>
                      <a:pt x="79" y="93"/>
                    </a:cubicBezTo>
                    <a:cubicBezTo>
                      <a:pt x="79" y="92"/>
                      <a:pt x="78" y="92"/>
                      <a:pt x="78" y="92"/>
                    </a:cubicBezTo>
                    <a:cubicBezTo>
                      <a:pt x="78" y="92"/>
                      <a:pt x="78" y="92"/>
                      <a:pt x="78" y="92"/>
                    </a:cubicBezTo>
                    <a:cubicBezTo>
                      <a:pt x="78" y="92"/>
                      <a:pt x="77" y="92"/>
                      <a:pt x="77" y="92"/>
                    </a:cubicBezTo>
                    <a:cubicBezTo>
                      <a:pt x="77" y="94"/>
                      <a:pt x="77" y="94"/>
                      <a:pt x="77" y="94"/>
                    </a:cubicBezTo>
                    <a:cubicBezTo>
                      <a:pt x="77" y="94"/>
                      <a:pt x="77" y="94"/>
                      <a:pt x="77" y="94"/>
                    </a:cubicBezTo>
                    <a:cubicBezTo>
                      <a:pt x="78" y="94"/>
                      <a:pt x="78" y="94"/>
                      <a:pt x="78" y="95"/>
                    </a:cubicBezTo>
                    <a:cubicBezTo>
                      <a:pt x="78" y="95"/>
                      <a:pt x="78" y="95"/>
                      <a:pt x="78" y="95"/>
                    </a:cubicBezTo>
                    <a:cubicBezTo>
                      <a:pt x="79" y="95"/>
                      <a:pt x="79" y="95"/>
                      <a:pt x="79" y="96"/>
                    </a:cubicBezTo>
                    <a:cubicBezTo>
                      <a:pt x="79" y="96"/>
                      <a:pt x="79" y="96"/>
                      <a:pt x="79" y="97"/>
                    </a:cubicBezTo>
                    <a:cubicBezTo>
                      <a:pt x="80" y="97"/>
                      <a:pt x="80" y="97"/>
                      <a:pt x="80" y="98"/>
                    </a:cubicBezTo>
                    <a:cubicBezTo>
                      <a:pt x="80" y="98"/>
                      <a:pt x="80" y="99"/>
                      <a:pt x="80" y="99"/>
                    </a:cubicBezTo>
                    <a:cubicBezTo>
                      <a:pt x="79" y="99"/>
                      <a:pt x="79" y="100"/>
                      <a:pt x="79" y="100"/>
                    </a:cubicBezTo>
                    <a:cubicBezTo>
                      <a:pt x="79" y="100"/>
                      <a:pt x="79" y="101"/>
                      <a:pt x="79" y="101"/>
                    </a:cubicBezTo>
                    <a:cubicBezTo>
                      <a:pt x="78" y="101"/>
                      <a:pt x="78" y="101"/>
                      <a:pt x="78" y="102"/>
                    </a:cubicBezTo>
                    <a:cubicBezTo>
                      <a:pt x="78" y="102"/>
                      <a:pt x="78" y="103"/>
                      <a:pt x="78" y="103"/>
                    </a:cubicBezTo>
                    <a:cubicBezTo>
                      <a:pt x="79" y="103"/>
                      <a:pt x="79" y="104"/>
                      <a:pt x="79" y="104"/>
                    </a:cubicBezTo>
                    <a:cubicBezTo>
                      <a:pt x="79" y="104"/>
                      <a:pt x="79" y="104"/>
                      <a:pt x="79" y="104"/>
                    </a:cubicBezTo>
                    <a:cubicBezTo>
                      <a:pt x="79" y="104"/>
                      <a:pt x="79" y="104"/>
                      <a:pt x="79" y="105"/>
                    </a:cubicBezTo>
                    <a:cubicBezTo>
                      <a:pt x="79" y="105"/>
                      <a:pt x="80" y="106"/>
                      <a:pt x="80" y="106"/>
                    </a:cubicBezTo>
                    <a:cubicBezTo>
                      <a:pt x="80" y="106"/>
                      <a:pt x="80" y="106"/>
                      <a:pt x="80" y="106"/>
                    </a:cubicBezTo>
                    <a:cubicBezTo>
                      <a:pt x="80" y="106"/>
                      <a:pt x="80" y="107"/>
                      <a:pt x="80" y="107"/>
                    </a:cubicBezTo>
                    <a:cubicBezTo>
                      <a:pt x="80" y="108"/>
                      <a:pt x="80" y="108"/>
                      <a:pt x="80" y="109"/>
                    </a:cubicBezTo>
                    <a:cubicBezTo>
                      <a:pt x="80" y="109"/>
                      <a:pt x="80" y="109"/>
                      <a:pt x="80" y="109"/>
                    </a:cubicBezTo>
                    <a:cubicBezTo>
                      <a:pt x="81" y="109"/>
                      <a:pt x="81" y="110"/>
                      <a:pt x="81" y="110"/>
                    </a:cubicBezTo>
                    <a:cubicBezTo>
                      <a:pt x="81" y="111"/>
                      <a:pt x="81" y="111"/>
                      <a:pt x="81" y="112"/>
                    </a:cubicBezTo>
                    <a:cubicBezTo>
                      <a:pt x="81" y="112"/>
                      <a:pt x="81" y="112"/>
                      <a:pt x="81" y="112"/>
                    </a:cubicBezTo>
                    <a:cubicBezTo>
                      <a:pt x="81" y="112"/>
                      <a:pt x="81" y="113"/>
                      <a:pt x="81" y="113"/>
                    </a:cubicBezTo>
                    <a:cubicBezTo>
                      <a:pt x="81" y="113"/>
                      <a:pt x="81" y="113"/>
                      <a:pt x="81" y="113"/>
                    </a:cubicBezTo>
                    <a:cubicBezTo>
                      <a:pt x="81" y="113"/>
                      <a:pt x="81" y="114"/>
                      <a:pt x="81" y="114"/>
                    </a:cubicBezTo>
                    <a:cubicBezTo>
                      <a:pt x="81" y="114"/>
                      <a:pt x="81" y="114"/>
                      <a:pt x="81" y="115"/>
                    </a:cubicBezTo>
                    <a:cubicBezTo>
                      <a:pt x="81" y="115"/>
                      <a:pt x="81" y="115"/>
                      <a:pt x="81" y="115"/>
                    </a:cubicBezTo>
                    <a:cubicBezTo>
                      <a:pt x="81" y="115"/>
                      <a:pt x="81" y="115"/>
                      <a:pt x="81" y="115"/>
                    </a:cubicBezTo>
                    <a:cubicBezTo>
                      <a:pt x="81" y="115"/>
                      <a:pt x="81" y="115"/>
                      <a:pt x="81" y="115"/>
                    </a:cubicBezTo>
                    <a:cubicBezTo>
                      <a:pt x="81" y="115"/>
                      <a:pt x="81" y="115"/>
                      <a:pt x="81" y="115"/>
                    </a:cubicBezTo>
                    <a:cubicBezTo>
                      <a:pt x="81" y="115"/>
                      <a:pt x="81" y="115"/>
                      <a:pt x="80" y="115"/>
                    </a:cubicBezTo>
                    <a:cubicBezTo>
                      <a:pt x="80" y="115"/>
                      <a:pt x="80" y="115"/>
                      <a:pt x="80" y="115"/>
                    </a:cubicBezTo>
                    <a:cubicBezTo>
                      <a:pt x="80" y="115"/>
                      <a:pt x="80" y="115"/>
                      <a:pt x="80" y="115"/>
                    </a:cubicBezTo>
                    <a:cubicBezTo>
                      <a:pt x="80" y="115"/>
                      <a:pt x="80" y="115"/>
                      <a:pt x="80" y="115"/>
                    </a:cubicBezTo>
                    <a:cubicBezTo>
                      <a:pt x="80" y="115"/>
                      <a:pt x="80" y="115"/>
                      <a:pt x="80" y="115"/>
                    </a:cubicBezTo>
                    <a:cubicBezTo>
                      <a:pt x="80" y="115"/>
                      <a:pt x="80" y="115"/>
                      <a:pt x="80" y="115"/>
                    </a:cubicBezTo>
                    <a:cubicBezTo>
                      <a:pt x="80" y="115"/>
                      <a:pt x="80" y="115"/>
                      <a:pt x="80" y="115"/>
                    </a:cubicBezTo>
                    <a:cubicBezTo>
                      <a:pt x="80" y="114"/>
                      <a:pt x="80" y="114"/>
                      <a:pt x="79" y="114"/>
                    </a:cubicBezTo>
                    <a:cubicBezTo>
                      <a:pt x="79" y="114"/>
                      <a:pt x="79" y="114"/>
                      <a:pt x="79" y="113"/>
                    </a:cubicBezTo>
                    <a:cubicBezTo>
                      <a:pt x="79" y="113"/>
                      <a:pt x="79" y="113"/>
                      <a:pt x="79" y="113"/>
                    </a:cubicBezTo>
                    <a:cubicBezTo>
                      <a:pt x="79" y="113"/>
                      <a:pt x="79" y="113"/>
                      <a:pt x="79" y="112"/>
                    </a:cubicBezTo>
                    <a:cubicBezTo>
                      <a:pt x="79" y="112"/>
                      <a:pt x="79" y="112"/>
                      <a:pt x="79" y="112"/>
                    </a:cubicBezTo>
                    <a:cubicBezTo>
                      <a:pt x="79" y="112"/>
                      <a:pt x="79" y="111"/>
                      <a:pt x="79" y="110"/>
                    </a:cubicBezTo>
                    <a:cubicBezTo>
                      <a:pt x="79" y="110"/>
                      <a:pt x="79" y="109"/>
                      <a:pt x="79" y="109"/>
                    </a:cubicBezTo>
                    <a:cubicBezTo>
                      <a:pt x="79" y="108"/>
                      <a:pt x="79" y="108"/>
                      <a:pt x="79" y="108"/>
                    </a:cubicBezTo>
                    <a:cubicBezTo>
                      <a:pt x="78" y="107"/>
                      <a:pt x="78" y="107"/>
                      <a:pt x="78" y="107"/>
                    </a:cubicBezTo>
                    <a:cubicBezTo>
                      <a:pt x="78" y="107"/>
                      <a:pt x="78" y="106"/>
                      <a:pt x="78" y="106"/>
                    </a:cubicBezTo>
                    <a:cubicBezTo>
                      <a:pt x="78" y="106"/>
                      <a:pt x="78" y="106"/>
                      <a:pt x="78" y="106"/>
                    </a:cubicBezTo>
                    <a:cubicBezTo>
                      <a:pt x="78" y="106"/>
                      <a:pt x="78" y="105"/>
                      <a:pt x="78" y="105"/>
                    </a:cubicBezTo>
                    <a:cubicBezTo>
                      <a:pt x="78" y="105"/>
                      <a:pt x="78" y="105"/>
                      <a:pt x="77" y="104"/>
                    </a:cubicBezTo>
                    <a:cubicBezTo>
                      <a:pt x="77" y="104"/>
                      <a:pt x="77" y="104"/>
                      <a:pt x="77" y="103"/>
                    </a:cubicBezTo>
                    <a:cubicBezTo>
                      <a:pt x="77" y="103"/>
                      <a:pt x="77" y="103"/>
                      <a:pt x="77" y="103"/>
                    </a:cubicBezTo>
                    <a:cubicBezTo>
                      <a:pt x="77" y="103"/>
                      <a:pt x="77" y="103"/>
                      <a:pt x="77" y="103"/>
                    </a:cubicBezTo>
                    <a:cubicBezTo>
                      <a:pt x="76" y="102"/>
                      <a:pt x="76" y="102"/>
                      <a:pt x="76" y="102"/>
                    </a:cubicBezTo>
                    <a:cubicBezTo>
                      <a:pt x="76" y="103"/>
                      <a:pt x="75" y="103"/>
                      <a:pt x="75" y="103"/>
                    </a:cubicBezTo>
                    <a:cubicBezTo>
                      <a:pt x="75" y="104"/>
                      <a:pt x="75" y="104"/>
                      <a:pt x="75" y="104"/>
                    </a:cubicBezTo>
                    <a:cubicBezTo>
                      <a:pt x="74" y="104"/>
                      <a:pt x="74" y="104"/>
                      <a:pt x="74" y="105"/>
                    </a:cubicBezTo>
                    <a:cubicBezTo>
                      <a:pt x="74" y="105"/>
                      <a:pt x="74" y="105"/>
                      <a:pt x="74" y="106"/>
                    </a:cubicBezTo>
                    <a:cubicBezTo>
                      <a:pt x="74" y="106"/>
                      <a:pt x="74" y="106"/>
                      <a:pt x="73" y="107"/>
                    </a:cubicBezTo>
                    <a:cubicBezTo>
                      <a:pt x="73" y="107"/>
                      <a:pt x="73" y="107"/>
                      <a:pt x="73" y="108"/>
                    </a:cubicBezTo>
                    <a:cubicBezTo>
                      <a:pt x="73" y="108"/>
                      <a:pt x="73" y="108"/>
                      <a:pt x="73" y="108"/>
                    </a:cubicBezTo>
                    <a:cubicBezTo>
                      <a:pt x="73" y="108"/>
                      <a:pt x="73" y="108"/>
                      <a:pt x="73" y="109"/>
                    </a:cubicBezTo>
                    <a:cubicBezTo>
                      <a:pt x="73" y="109"/>
                      <a:pt x="73" y="110"/>
                      <a:pt x="73" y="110"/>
                    </a:cubicBezTo>
                    <a:cubicBezTo>
                      <a:pt x="73" y="110"/>
                      <a:pt x="73" y="110"/>
                      <a:pt x="73" y="110"/>
                    </a:cubicBezTo>
                    <a:cubicBezTo>
                      <a:pt x="73" y="111"/>
                      <a:pt x="73" y="111"/>
                      <a:pt x="73" y="111"/>
                    </a:cubicBezTo>
                    <a:cubicBezTo>
                      <a:pt x="73" y="111"/>
                      <a:pt x="73" y="111"/>
                      <a:pt x="73" y="111"/>
                    </a:cubicBezTo>
                    <a:cubicBezTo>
                      <a:pt x="73" y="112"/>
                      <a:pt x="73" y="112"/>
                      <a:pt x="73" y="112"/>
                    </a:cubicBezTo>
                    <a:cubicBezTo>
                      <a:pt x="73" y="112"/>
                      <a:pt x="73" y="112"/>
                      <a:pt x="73" y="112"/>
                    </a:cubicBezTo>
                    <a:cubicBezTo>
                      <a:pt x="73" y="113"/>
                      <a:pt x="73" y="113"/>
                      <a:pt x="73" y="113"/>
                    </a:cubicBezTo>
                    <a:cubicBezTo>
                      <a:pt x="73" y="113"/>
                      <a:pt x="73" y="113"/>
                      <a:pt x="73" y="113"/>
                    </a:cubicBezTo>
                    <a:cubicBezTo>
                      <a:pt x="73" y="114"/>
                      <a:pt x="73" y="114"/>
                      <a:pt x="73" y="114"/>
                    </a:cubicBezTo>
                    <a:cubicBezTo>
                      <a:pt x="73" y="114"/>
                      <a:pt x="73" y="114"/>
                      <a:pt x="73" y="114"/>
                    </a:cubicBezTo>
                    <a:cubicBezTo>
                      <a:pt x="73" y="114"/>
                      <a:pt x="73" y="115"/>
                      <a:pt x="73" y="115"/>
                    </a:cubicBezTo>
                    <a:cubicBezTo>
                      <a:pt x="73" y="115"/>
                      <a:pt x="73" y="115"/>
                      <a:pt x="73" y="115"/>
                    </a:cubicBezTo>
                    <a:cubicBezTo>
                      <a:pt x="72" y="115"/>
                      <a:pt x="72" y="115"/>
                      <a:pt x="72" y="115"/>
                    </a:cubicBezTo>
                    <a:cubicBezTo>
                      <a:pt x="72" y="115"/>
                      <a:pt x="72" y="115"/>
                      <a:pt x="72" y="115"/>
                    </a:cubicBezTo>
                    <a:cubicBezTo>
                      <a:pt x="72" y="115"/>
                      <a:pt x="72" y="115"/>
                      <a:pt x="72" y="115"/>
                    </a:cubicBezTo>
                    <a:cubicBezTo>
                      <a:pt x="71" y="115"/>
                      <a:pt x="71" y="115"/>
                      <a:pt x="71" y="115"/>
                    </a:cubicBezTo>
                    <a:cubicBezTo>
                      <a:pt x="71" y="115"/>
                      <a:pt x="71" y="115"/>
                      <a:pt x="71" y="115"/>
                    </a:cubicBezTo>
                    <a:cubicBezTo>
                      <a:pt x="71" y="115"/>
                      <a:pt x="71" y="115"/>
                      <a:pt x="71" y="114"/>
                    </a:cubicBezTo>
                    <a:cubicBezTo>
                      <a:pt x="71" y="114"/>
                      <a:pt x="71" y="114"/>
                      <a:pt x="71" y="114"/>
                    </a:cubicBezTo>
                    <a:cubicBezTo>
                      <a:pt x="71" y="114"/>
                      <a:pt x="71" y="113"/>
                      <a:pt x="71" y="113"/>
                    </a:cubicBezTo>
                    <a:cubicBezTo>
                      <a:pt x="71" y="112"/>
                      <a:pt x="71" y="111"/>
                      <a:pt x="71" y="110"/>
                    </a:cubicBezTo>
                    <a:cubicBezTo>
                      <a:pt x="71" y="110"/>
                      <a:pt x="71" y="109"/>
                      <a:pt x="71" y="109"/>
                    </a:cubicBezTo>
                    <a:cubicBezTo>
                      <a:pt x="71" y="108"/>
                      <a:pt x="72" y="107"/>
                      <a:pt x="72" y="107"/>
                    </a:cubicBezTo>
                    <a:cubicBezTo>
                      <a:pt x="72" y="106"/>
                      <a:pt x="72" y="106"/>
                      <a:pt x="72" y="105"/>
                    </a:cubicBezTo>
                    <a:cubicBezTo>
                      <a:pt x="72" y="105"/>
                      <a:pt x="73" y="104"/>
                      <a:pt x="73" y="104"/>
                    </a:cubicBezTo>
                    <a:cubicBezTo>
                      <a:pt x="73" y="104"/>
                      <a:pt x="73" y="104"/>
                      <a:pt x="73" y="104"/>
                    </a:cubicBezTo>
                    <a:cubicBezTo>
                      <a:pt x="73" y="104"/>
                      <a:pt x="73" y="103"/>
                      <a:pt x="73" y="103"/>
                    </a:cubicBezTo>
                    <a:cubicBezTo>
                      <a:pt x="74" y="102"/>
                      <a:pt x="74" y="102"/>
                      <a:pt x="74" y="102"/>
                    </a:cubicBezTo>
                    <a:cubicBezTo>
                      <a:pt x="74" y="102"/>
                      <a:pt x="74" y="102"/>
                      <a:pt x="74" y="101"/>
                    </a:cubicBezTo>
                    <a:cubicBezTo>
                      <a:pt x="74" y="101"/>
                      <a:pt x="74" y="101"/>
                      <a:pt x="73" y="101"/>
                    </a:cubicBezTo>
                    <a:cubicBezTo>
                      <a:pt x="73" y="101"/>
                      <a:pt x="73" y="101"/>
                      <a:pt x="73" y="101"/>
                    </a:cubicBezTo>
                    <a:cubicBezTo>
                      <a:pt x="73" y="101"/>
                      <a:pt x="73" y="100"/>
                      <a:pt x="73" y="100"/>
                    </a:cubicBezTo>
                    <a:cubicBezTo>
                      <a:pt x="72" y="100"/>
                      <a:pt x="72" y="100"/>
                      <a:pt x="72" y="99"/>
                    </a:cubicBezTo>
                    <a:cubicBezTo>
                      <a:pt x="72" y="99"/>
                      <a:pt x="72" y="99"/>
                      <a:pt x="72" y="98"/>
                    </a:cubicBezTo>
                    <a:cubicBezTo>
                      <a:pt x="72" y="98"/>
                      <a:pt x="72" y="98"/>
                      <a:pt x="72" y="98"/>
                    </a:cubicBezTo>
                    <a:cubicBezTo>
                      <a:pt x="72" y="98"/>
                      <a:pt x="72" y="97"/>
                      <a:pt x="72" y="97"/>
                    </a:cubicBezTo>
                    <a:cubicBezTo>
                      <a:pt x="72" y="97"/>
                      <a:pt x="73" y="96"/>
                      <a:pt x="73" y="96"/>
                    </a:cubicBezTo>
                    <a:cubicBezTo>
                      <a:pt x="73" y="96"/>
                      <a:pt x="73" y="95"/>
                      <a:pt x="74" y="95"/>
                    </a:cubicBezTo>
                    <a:cubicBezTo>
                      <a:pt x="74" y="95"/>
                      <a:pt x="75" y="94"/>
                      <a:pt x="75" y="94"/>
                    </a:cubicBezTo>
                    <a:close/>
                    <a:moveTo>
                      <a:pt x="76" y="101"/>
                    </a:moveTo>
                    <a:cubicBezTo>
                      <a:pt x="75" y="100"/>
                      <a:pt x="75" y="100"/>
                      <a:pt x="75" y="100"/>
                    </a:cubicBezTo>
                    <a:cubicBezTo>
                      <a:pt x="75" y="100"/>
                      <a:pt x="75" y="100"/>
                      <a:pt x="75" y="100"/>
                    </a:cubicBezTo>
                    <a:cubicBezTo>
                      <a:pt x="75" y="100"/>
                      <a:pt x="75" y="100"/>
                      <a:pt x="74" y="100"/>
                    </a:cubicBezTo>
                    <a:cubicBezTo>
                      <a:pt x="74" y="100"/>
                      <a:pt x="74" y="100"/>
                      <a:pt x="74" y="100"/>
                    </a:cubicBezTo>
                    <a:cubicBezTo>
                      <a:pt x="74" y="100"/>
                      <a:pt x="74" y="100"/>
                      <a:pt x="74" y="99"/>
                    </a:cubicBezTo>
                    <a:cubicBezTo>
                      <a:pt x="74" y="99"/>
                      <a:pt x="74" y="99"/>
                      <a:pt x="74" y="99"/>
                    </a:cubicBezTo>
                    <a:cubicBezTo>
                      <a:pt x="74" y="99"/>
                      <a:pt x="74" y="99"/>
                      <a:pt x="74" y="99"/>
                    </a:cubicBezTo>
                    <a:cubicBezTo>
                      <a:pt x="74" y="98"/>
                      <a:pt x="74" y="98"/>
                      <a:pt x="74" y="98"/>
                    </a:cubicBezTo>
                    <a:cubicBezTo>
                      <a:pt x="74" y="98"/>
                      <a:pt x="74" y="98"/>
                      <a:pt x="74" y="97"/>
                    </a:cubicBezTo>
                    <a:cubicBezTo>
                      <a:pt x="74" y="97"/>
                      <a:pt x="74" y="97"/>
                      <a:pt x="74" y="97"/>
                    </a:cubicBezTo>
                    <a:cubicBezTo>
                      <a:pt x="74" y="97"/>
                      <a:pt x="74" y="97"/>
                      <a:pt x="74" y="97"/>
                    </a:cubicBezTo>
                    <a:cubicBezTo>
                      <a:pt x="74" y="97"/>
                      <a:pt x="74" y="97"/>
                      <a:pt x="74" y="96"/>
                    </a:cubicBezTo>
                    <a:cubicBezTo>
                      <a:pt x="75" y="96"/>
                      <a:pt x="75" y="96"/>
                      <a:pt x="75" y="96"/>
                    </a:cubicBezTo>
                    <a:cubicBezTo>
                      <a:pt x="75" y="96"/>
                      <a:pt x="75" y="96"/>
                      <a:pt x="75" y="96"/>
                    </a:cubicBezTo>
                    <a:cubicBezTo>
                      <a:pt x="75" y="96"/>
                      <a:pt x="75" y="96"/>
                      <a:pt x="76" y="96"/>
                    </a:cubicBezTo>
                    <a:cubicBezTo>
                      <a:pt x="76" y="95"/>
                      <a:pt x="76" y="95"/>
                      <a:pt x="76" y="95"/>
                    </a:cubicBezTo>
                    <a:cubicBezTo>
                      <a:pt x="76" y="95"/>
                      <a:pt x="76" y="95"/>
                      <a:pt x="76" y="95"/>
                    </a:cubicBezTo>
                    <a:cubicBezTo>
                      <a:pt x="76" y="95"/>
                      <a:pt x="76" y="95"/>
                      <a:pt x="76" y="96"/>
                    </a:cubicBezTo>
                    <a:cubicBezTo>
                      <a:pt x="77" y="96"/>
                      <a:pt x="77" y="96"/>
                      <a:pt x="77" y="96"/>
                    </a:cubicBezTo>
                    <a:cubicBezTo>
                      <a:pt x="77" y="96"/>
                      <a:pt x="77" y="96"/>
                      <a:pt x="77" y="96"/>
                    </a:cubicBezTo>
                    <a:cubicBezTo>
                      <a:pt x="78" y="96"/>
                      <a:pt x="78" y="97"/>
                      <a:pt x="78" y="97"/>
                    </a:cubicBezTo>
                    <a:cubicBezTo>
                      <a:pt x="78" y="97"/>
                      <a:pt x="78" y="97"/>
                      <a:pt x="78" y="97"/>
                    </a:cubicBezTo>
                    <a:cubicBezTo>
                      <a:pt x="78" y="97"/>
                      <a:pt x="78" y="97"/>
                      <a:pt x="78" y="97"/>
                    </a:cubicBezTo>
                    <a:cubicBezTo>
                      <a:pt x="78" y="97"/>
                      <a:pt x="78" y="98"/>
                      <a:pt x="78" y="98"/>
                    </a:cubicBezTo>
                    <a:cubicBezTo>
                      <a:pt x="78" y="98"/>
                      <a:pt x="78" y="98"/>
                      <a:pt x="78" y="98"/>
                    </a:cubicBezTo>
                    <a:cubicBezTo>
                      <a:pt x="78" y="98"/>
                      <a:pt x="78" y="99"/>
                      <a:pt x="78" y="99"/>
                    </a:cubicBezTo>
                    <a:cubicBezTo>
                      <a:pt x="78" y="99"/>
                      <a:pt x="78" y="99"/>
                      <a:pt x="78" y="99"/>
                    </a:cubicBezTo>
                    <a:cubicBezTo>
                      <a:pt x="78" y="100"/>
                      <a:pt x="77" y="100"/>
                      <a:pt x="77" y="100"/>
                    </a:cubicBezTo>
                    <a:cubicBezTo>
                      <a:pt x="77" y="100"/>
                      <a:pt x="77" y="100"/>
                      <a:pt x="77" y="100"/>
                    </a:cubicBezTo>
                    <a:cubicBezTo>
                      <a:pt x="77" y="100"/>
                      <a:pt x="77" y="100"/>
                      <a:pt x="77" y="101"/>
                    </a:cubicBezTo>
                    <a:cubicBezTo>
                      <a:pt x="77" y="101"/>
                      <a:pt x="77" y="101"/>
                      <a:pt x="77" y="101"/>
                    </a:cubicBezTo>
                    <a:cubicBezTo>
                      <a:pt x="76" y="101"/>
                      <a:pt x="76" y="101"/>
                      <a:pt x="76" y="101"/>
                    </a:cubicBezTo>
                    <a:close/>
                    <a:moveTo>
                      <a:pt x="75" y="127"/>
                    </a:moveTo>
                    <a:cubicBezTo>
                      <a:pt x="75" y="127"/>
                      <a:pt x="74" y="128"/>
                      <a:pt x="74" y="128"/>
                    </a:cubicBezTo>
                    <a:cubicBezTo>
                      <a:pt x="74" y="128"/>
                      <a:pt x="74" y="128"/>
                      <a:pt x="74" y="128"/>
                    </a:cubicBezTo>
                    <a:cubicBezTo>
                      <a:pt x="74" y="128"/>
                      <a:pt x="73" y="128"/>
                      <a:pt x="73" y="128"/>
                    </a:cubicBezTo>
                    <a:cubicBezTo>
                      <a:pt x="73" y="129"/>
                      <a:pt x="72" y="129"/>
                      <a:pt x="72" y="129"/>
                    </a:cubicBezTo>
                    <a:cubicBezTo>
                      <a:pt x="72" y="130"/>
                      <a:pt x="72" y="130"/>
                      <a:pt x="71" y="130"/>
                    </a:cubicBezTo>
                    <a:cubicBezTo>
                      <a:pt x="71" y="131"/>
                      <a:pt x="71" y="131"/>
                      <a:pt x="71" y="132"/>
                    </a:cubicBezTo>
                    <a:cubicBezTo>
                      <a:pt x="71" y="132"/>
                      <a:pt x="71" y="132"/>
                      <a:pt x="71" y="132"/>
                    </a:cubicBezTo>
                    <a:cubicBezTo>
                      <a:pt x="71" y="132"/>
                      <a:pt x="71" y="132"/>
                      <a:pt x="71" y="132"/>
                    </a:cubicBezTo>
                    <a:cubicBezTo>
                      <a:pt x="71" y="133"/>
                      <a:pt x="71" y="133"/>
                      <a:pt x="70" y="133"/>
                    </a:cubicBezTo>
                    <a:cubicBezTo>
                      <a:pt x="70" y="134"/>
                      <a:pt x="70" y="134"/>
                      <a:pt x="70" y="135"/>
                    </a:cubicBezTo>
                    <a:cubicBezTo>
                      <a:pt x="70" y="135"/>
                      <a:pt x="70" y="135"/>
                      <a:pt x="70" y="135"/>
                    </a:cubicBezTo>
                    <a:cubicBezTo>
                      <a:pt x="70" y="135"/>
                      <a:pt x="70" y="135"/>
                      <a:pt x="70" y="136"/>
                    </a:cubicBezTo>
                    <a:cubicBezTo>
                      <a:pt x="70" y="136"/>
                      <a:pt x="70" y="136"/>
                      <a:pt x="70" y="136"/>
                    </a:cubicBezTo>
                    <a:cubicBezTo>
                      <a:pt x="70" y="136"/>
                      <a:pt x="70" y="136"/>
                      <a:pt x="70" y="136"/>
                    </a:cubicBezTo>
                    <a:cubicBezTo>
                      <a:pt x="70" y="137"/>
                      <a:pt x="70" y="137"/>
                      <a:pt x="70" y="137"/>
                    </a:cubicBezTo>
                    <a:cubicBezTo>
                      <a:pt x="70" y="137"/>
                      <a:pt x="70" y="137"/>
                      <a:pt x="69" y="137"/>
                    </a:cubicBezTo>
                    <a:cubicBezTo>
                      <a:pt x="69" y="137"/>
                      <a:pt x="69" y="137"/>
                      <a:pt x="69" y="137"/>
                    </a:cubicBezTo>
                    <a:cubicBezTo>
                      <a:pt x="69" y="137"/>
                      <a:pt x="69" y="137"/>
                      <a:pt x="69" y="137"/>
                    </a:cubicBezTo>
                    <a:cubicBezTo>
                      <a:pt x="69" y="137"/>
                      <a:pt x="69" y="137"/>
                      <a:pt x="69" y="137"/>
                    </a:cubicBezTo>
                    <a:cubicBezTo>
                      <a:pt x="69" y="137"/>
                      <a:pt x="69" y="136"/>
                      <a:pt x="69" y="136"/>
                    </a:cubicBezTo>
                    <a:cubicBezTo>
                      <a:pt x="69" y="136"/>
                      <a:pt x="69" y="136"/>
                      <a:pt x="69" y="136"/>
                    </a:cubicBezTo>
                    <a:cubicBezTo>
                      <a:pt x="69" y="136"/>
                      <a:pt x="69" y="136"/>
                      <a:pt x="69" y="135"/>
                    </a:cubicBezTo>
                    <a:cubicBezTo>
                      <a:pt x="69" y="135"/>
                      <a:pt x="69" y="135"/>
                      <a:pt x="69" y="135"/>
                    </a:cubicBezTo>
                    <a:cubicBezTo>
                      <a:pt x="69" y="135"/>
                      <a:pt x="69" y="135"/>
                      <a:pt x="69" y="135"/>
                    </a:cubicBezTo>
                    <a:cubicBezTo>
                      <a:pt x="69" y="135"/>
                      <a:pt x="69" y="135"/>
                      <a:pt x="69" y="135"/>
                    </a:cubicBezTo>
                    <a:cubicBezTo>
                      <a:pt x="69" y="134"/>
                      <a:pt x="69" y="134"/>
                      <a:pt x="69" y="134"/>
                    </a:cubicBezTo>
                    <a:cubicBezTo>
                      <a:pt x="69" y="134"/>
                      <a:pt x="69" y="134"/>
                      <a:pt x="69" y="134"/>
                    </a:cubicBezTo>
                    <a:cubicBezTo>
                      <a:pt x="69" y="134"/>
                      <a:pt x="69" y="133"/>
                      <a:pt x="69" y="133"/>
                    </a:cubicBezTo>
                    <a:cubicBezTo>
                      <a:pt x="69" y="132"/>
                      <a:pt x="69" y="132"/>
                      <a:pt x="69" y="131"/>
                    </a:cubicBezTo>
                    <a:cubicBezTo>
                      <a:pt x="70" y="131"/>
                      <a:pt x="70" y="130"/>
                      <a:pt x="70" y="130"/>
                    </a:cubicBezTo>
                    <a:cubicBezTo>
                      <a:pt x="70" y="129"/>
                      <a:pt x="70" y="129"/>
                      <a:pt x="71" y="128"/>
                    </a:cubicBezTo>
                    <a:cubicBezTo>
                      <a:pt x="71" y="128"/>
                      <a:pt x="71" y="128"/>
                      <a:pt x="72" y="127"/>
                    </a:cubicBezTo>
                    <a:cubicBezTo>
                      <a:pt x="72" y="127"/>
                      <a:pt x="72" y="127"/>
                      <a:pt x="72" y="127"/>
                    </a:cubicBezTo>
                    <a:cubicBezTo>
                      <a:pt x="72" y="127"/>
                      <a:pt x="72" y="127"/>
                      <a:pt x="73" y="127"/>
                    </a:cubicBezTo>
                    <a:cubicBezTo>
                      <a:pt x="73" y="127"/>
                      <a:pt x="73" y="127"/>
                      <a:pt x="73" y="127"/>
                    </a:cubicBezTo>
                    <a:cubicBezTo>
                      <a:pt x="73" y="126"/>
                      <a:pt x="73" y="126"/>
                      <a:pt x="74" y="126"/>
                    </a:cubicBezTo>
                    <a:cubicBezTo>
                      <a:pt x="74" y="126"/>
                      <a:pt x="75" y="126"/>
                      <a:pt x="75" y="126"/>
                    </a:cubicBezTo>
                    <a:cubicBezTo>
                      <a:pt x="75" y="125"/>
                      <a:pt x="75" y="125"/>
                      <a:pt x="75" y="125"/>
                    </a:cubicBezTo>
                    <a:cubicBezTo>
                      <a:pt x="75" y="125"/>
                      <a:pt x="75" y="125"/>
                      <a:pt x="75" y="125"/>
                    </a:cubicBezTo>
                    <a:cubicBezTo>
                      <a:pt x="75" y="124"/>
                      <a:pt x="75" y="124"/>
                      <a:pt x="75" y="124"/>
                    </a:cubicBezTo>
                    <a:cubicBezTo>
                      <a:pt x="75" y="123"/>
                      <a:pt x="75" y="123"/>
                      <a:pt x="75" y="123"/>
                    </a:cubicBezTo>
                    <a:cubicBezTo>
                      <a:pt x="75" y="123"/>
                      <a:pt x="75" y="123"/>
                      <a:pt x="75" y="123"/>
                    </a:cubicBezTo>
                    <a:cubicBezTo>
                      <a:pt x="75" y="122"/>
                      <a:pt x="75" y="122"/>
                      <a:pt x="75" y="121"/>
                    </a:cubicBezTo>
                    <a:cubicBezTo>
                      <a:pt x="75" y="121"/>
                      <a:pt x="75" y="121"/>
                      <a:pt x="75" y="120"/>
                    </a:cubicBezTo>
                    <a:cubicBezTo>
                      <a:pt x="75" y="120"/>
                      <a:pt x="75" y="120"/>
                      <a:pt x="75" y="120"/>
                    </a:cubicBezTo>
                    <a:cubicBezTo>
                      <a:pt x="76" y="120"/>
                      <a:pt x="76" y="120"/>
                      <a:pt x="76" y="120"/>
                    </a:cubicBezTo>
                    <a:cubicBezTo>
                      <a:pt x="76" y="120"/>
                      <a:pt x="76" y="120"/>
                      <a:pt x="76" y="120"/>
                    </a:cubicBezTo>
                    <a:cubicBezTo>
                      <a:pt x="76" y="120"/>
                      <a:pt x="76" y="120"/>
                      <a:pt x="76" y="120"/>
                    </a:cubicBezTo>
                    <a:cubicBezTo>
                      <a:pt x="76" y="120"/>
                      <a:pt x="76" y="120"/>
                      <a:pt x="76" y="120"/>
                    </a:cubicBezTo>
                    <a:cubicBezTo>
                      <a:pt x="76" y="120"/>
                      <a:pt x="76" y="120"/>
                      <a:pt x="76" y="120"/>
                    </a:cubicBezTo>
                    <a:cubicBezTo>
                      <a:pt x="76" y="120"/>
                      <a:pt x="77" y="120"/>
                      <a:pt x="77" y="120"/>
                    </a:cubicBezTo>
                    <a:cubicBezTo>
                      <a:pt x="77" y="120"/>
                      <a:pt x="77" y="120"/>
                      <a:pt x="77" y="120"/>
                    </a:cubicBezTo>
                    <a:cubicBezTo>
                      <a:pt x="77" y="120"/>
                      <a:pt x="77" y="120"/>
                      <a:pt x="77" y="121"/>
                    </a:cubicBezTo>
                    <a:cubicBezTo>
                      <a:pt x="77" y="121"/>
                      <a:pt x="77" y="121"/>
                      <a:pt x="77" y="121"/>
                    </a:cubicBezTo>
                    <a:cubicBezTo>
                      <a:pt x="77" y="121"/>
                      <a:pt x="77" y="121"/>
                      <a:pt x="77" y="121"/>
                    </a:cubicBezTo>
                    <a:cubicBezTo>
                      <a:pt x="77" y="125"/>
                      <a:pt x="77" y="125"/>
                      <a:pt x="77" y="125"/>
                    </a:cubicBezTo>
                    <a:cubicBezTo>
                      <a:pt x="77" y="125"/>
                      <a:pt x="77" y="125"/>
                      <a:pt x="77" y="125"/>
                    </a:cubicBezTo>
                    <a:cubicBezTo>
                      <a:pt x="77" y="126"/>
                      <a:pt x="77" y="126"/>
                      <a:pt x="77" y="126"/>
                    </a:cubicBezTo>
                    <a:cubicBezTo>
                      <a:pt x="78" y="126"/>
                      <a:pt x="78" y="126"/>
                      <a:pt x="79" y="126"/>
                    </a:cubicBezTo>
                    <a:cubicBezTo>
                      <a:pt x="80" y="127"/>
                      <a:pt x="80" y="127"/>
                      <a:pt x="81" y="127"/>
                    </a:cubicBezTo>
                    <a:cubicBezTo>
                      <a:pt x="81" y="127"/>
                      <a:pt x="81" y="127"/>
                      <a:pt x="81" y="127"/>
                    </a:cubicBezTo>
                    <a:cubicBezTo>
                      <a:pt x="81" y="128"/>
                      <a:pt x="82" y="128"/>
                      <a:pt x="82" y="129"/>
                    </a:cubicBezTo>
                    <a:cubicBezTo>
                      <a:pt x="82" y="130"/>
                      <a:pt x="83" y="130"/>
                      <a:pt x="83" y="131"/>
                    </a:cubicBezTo>
                    <a:cubicBezTo>
                      <a:pt x="83" y="132"/>
                      <a:pt x="83" y="133"/>
                      <a:pt x="83" y="133"/>
                    </a:cubicBezTo>
                    <a:cubicBezTo>
                      <a:pt x="84" y="134"/>
                      <a:pt x="84" y="134"/>
                      <a:pt x="84" y="135"/>
                    </a:cubicBezTo>
                    <a:cubicBezTo>
                      <a:pt x="84" y="135"/>
                      <a:pt x="84" y="135"/>
                      <a:pt x="84" y="135"/>
                    </a:cubicBezTo>
                    <a:cubicBezTo>
                      <a:pt x="84" y="136"/>
                      <a:pt x="84" y="136"/>
                      <a:pt x="84" y="136"/>
                    </a:cubicBezTo>
                    <a:cubicBezTo>
                      <a:pt x="84" y="136"/>
                      <a:pt x="84" y="136"/>
                      <a:pt x="84" y="136"/>
                    </a:cubicBezTo>
                    <a:cubicBezTo>
                      <a:pt x="84" y="136"/>
                      <a:pt x="84" y="136"/>
                      <a:pt x="84" y="137"/>
                    </a:cubicBezTo>
                    <a:cubicBezTo>
                      <a:pt x="84" y="137"/>
                      <a:pt x="84" y="137"/>
                      <a:pt x="84" y="137"/>
                    </a:cubicBezTo>
                    <a:cubicBezTo>
                      <a:pt x="84" y="137"/>
                      <a:pt x="84" y="137"/>
                      <a:pt x="84" y="137"/>
                    </a:cubicBezTo>
                    <a:cubicBezTo>
                      <a:pt x="83" y="137"/>
                      <a:pt x="83" y="137"/>
                      <a:pt x="83" y="137"/>
                    </a:cubicBezTo>
                    <a:cubicBezTo>
                      <a:pt x="83" y="137"/>
                      <a:pt x="83" y="137"/>
                      <a:pt x="83" y="137"/>
                    </a:cubicBezTo>
                    <a:cubicBezTo>
                      <a:pt x="83" y="137"/>
                      <a:pt x="83" y="138"/>
                      <a:pt x="83" y="138"/>
                    </a:cubicBezTo>
                    <a:cubicBezTo>
                      <a:pt x="83" y="138"/>
                      <a:pt x="83" y="138"/>
                      <a:pt x="83" y="138"/>
                    </a:cubicBezTo>
                    <a:cubicBezTo>
                      <a:pt x="83" y="138"/>
                      <a:pt x="83" y="137"/>
                      <a:pt x="83" y="137"/>
                    </a:cubicBezTo>
                    <a:cubicBezTo>
                      <a:pt x="83" y="137"/>
                      <a:pt x="83" y="137"/>
                      <a:pt x="83" y="137"/>
                    </a:cubicBezTo>
                    <a:cubicBezTo>
                      <a:pt x="82" y="137"/>
                      <a:pt x="82" y="137"/>
                      <a:pt x="82" y="137"/>
                    </a:cubicBezTo>
                    <a:cubicBezTo>
                      <a:pt x="82" y="137"/>
                      <a:pt x="82" y="136"/>
                      <a:pt x="82" y="136"/>
                    </a:cubicBezTo>
                    <a:cubicBezTo>
                      <a:pt x="82" y="136"/>
                      <a:pt x="82" y="136"/>
                      <a:pt x="82" y="136"/>
                    </a:cubicBezTo>
                    <a:cubicBezTo>
                      <a:pt x="82" y="135"/>
                      <a:pt x="82" y="135"/>
                      <a:pt x="82" y="135"/>
                    </a:cubicBezTo>
                    <a:cubicBezTo>
                      <a:pt x="82" y="134"/>
                      <a:pt x="82" y="134"/>
                      <a:pt x="82" y="133"/>
                    </a:cubicBezTo>
                    <a:cubicBezTo>
                      <a:pt x="82" y="133"/>
                      <a:pt x="82" y="133"/>
                      <a:pt x="82" y="133"/>
                    </a:cubicBezTo>
                    <a:cubicBezTo>
                      <a:pt x="82" y="132"/>
                      <a:pt x="82" y="132"/>
                      <a:pt x="81" y="131"/>
                    </a:cubicBezTo>
                    <a:cubicBezTo>
                      <a:pt x="81" y="131"/>
                      <a:pt x="81" y="130"/>
                      <a:pt x="81" y="130"/>
                    </a:cubicBezTo>
                    <a:cubicBezTo>
                      <a:pt x="81" y="129"/>
                      <a:pt x="80" y="129"/>
                      <a:pt x="80" y="129"/>
                    </a:cubicBezTo>
                    <a:cubicBezTo>
                      <a:pt x="80" y="128"/>
                      <a:pt x="80" y="128"/>
                      <a:pt x="79" y="128"/>
                    </a:cubicBezTo>
                    <a:cubicBezTo>
                      <a:pt x="79" y="128"/>
                      <a:pt x="79" y="128"/>
                      <a:pt x="79" y="128"/>
                    </a:cubicBezTo>
                    <a:cubicBezTo>
                      <a:pt x="79" y="128"/>
                      <a:pt x="79" y="128"/>
                      <a:pt x="78" y="128"/>
                    </a:cubicBezTo>
                    <a:cubicBezTo>
                      <a:pt x="78" y="127"/>
                      <a:pt x="78" y="127"/>
                      <a:pt x="78" y="127"/>
                    </a:cubicBezTo>
                    <a:cubicBezTo>
                      <a:pt x="78" y="127"/>
                      <a:pt x="78" y="127"/>
                      <a:pt x="78" y="127"/>
                    </a:cubicBezTo>
                    <a:cubicBezTo>
                      <a:pt x="77" y="127"/>
                      <a:pt x="77" y="127"/>
                      <a:pt x="77" y="127"/>
                    </a:cubicBezTo>
                    <a:cubicBezTo>
                      <a:pt x="77" y="127"/>
                      <a:pt x="77" y="128"/>
                      <a:pt x="77" y="128"/>
                    </a:cubicBezTo>
                    <a:cubicBezTo>
                      <a:pt x="77" y="129"/>
                      <a:pt x="77" y="129"/>
                      <a:pt x="77" y="129"/>
                    </a:cubicBezTo>
                    <a:cubicBezTo>
                      <a:pt x="77" y="130"/>
                      <a:pt x="77" y="130"/>
                      <a:pt x="77" y="131"/>
                    </a:cubicBezTo>
                    <a:cubicBezTo>
                      <a:pt x="77" y="131"/>
                      <a:pt x="77" y="131"/>
                      <a:pt x="77" y="131"/>
                    </a:cubicBezTo>
                    <a:cubicBezTo>
                      <a:pt x="77" y="132"/>
                      <a:pt x="77" y="132"/>
                      <a:pt x="77" y="133"/>
                    </a:cubicBezTo>
                    <a:cubicBezTo>
                      <a:pt x="77" y="133"/>
                      <a:pt x="77" y="133"/>
                      <a:pt x="77" y="134"/>
                    </a:cubicBezTo>
                    <a:cubicBezTo>
                      <a:pt x="77" y="134"/>
                      <a:pt x="77" y="134"/>
                      <a:pt x="77" y="134"/>
                    </a:cubicBezTo>
                    <a:cubicBezTo>
                      <a:pt x="77" y="134"/>
                      <a:pt x="77" y="134"/>
                      <a:pt x="77" y="135"/>
                    </a:cubicBezTo>
                    <a:cubicBezTo>
                      <a:pt x="77" y="135"/>
                      <a:pt x="78" y="136"/>
                      <a:pt x="78" y="136"/>
                    </a:cubicBezTo>
                    <a:cubicBezTo>
                      <a:pt x="78" y="136"/>
                      <a:pt x="78" y="136"/>
                      <a:pt x="78" y="136"/>
                    </a:cubicBezTo>
                    <a:cubicBezTo>
                      <a:pt x="78" y="137"/>
                      <a:pt x="78" y="137"/>
                      <a:pt x="78" y="138"/>
                    </a:cubicBezTo>
                    <a:cubicBezTo>
                      <a:pt x="78" y="138"/>
                      <a:pt x="79" y="139"/>
                      <a:pt x="79" y="139"/>
                    </a:cubicBezTo>
                    <a:cubicBezTo>
                      <a:pt x="79" y="140"/>
                      <a:pt x="79" y="140"/>
                      <a:pt x="79" y="141"/>
                    </a:cubicBezTo>
                    <a:cubicBezTo>
                      <a:pt x="80" y="141"/>
                      <a:pt x="80" y="142"/>
                      <a:pt x="80" y="142"/>
                    </a:cubicBezTo>
                    <a:cubicBezTo>
                      <a:pt x="80" y="142"/>
                      <a:pt x="80" y="142"/>
                      <a:pt x="80" y="142"/>
                    </a:cubicBezTo>
                    <a:cubicBezTo>
                      <a:pt x="80" y="142"/>
                      <a:pt x="80" y="143"/>
                      <a:pt x="81" y="143"/>
                    </a:cubicBezTo>
                    <a:cubicBezTo>
                      <a:pt x="81" y="143"/>
                      <a:pt x="81" y="143"/>
                      <a:pt x="81" y="143"/>
                    </a:cubicBezTo>
                    <a:cubicBezTo>
                      <a:pt x="81" y="143"/>
                      <a:pt x="81" y="143"/>
                      <a:pt x="81" y="143"/>
                    </a:cubicBezTo>
                    <a:cubicBezTo>
                      <a:pt x="81" y="144"/>
                      <a:pt x="81" y="144"/>
                      <a:pt x="81" y="144"/>
                    </a:cubicBezTo>
                    <a:cubicBezTo>
                      <a:pt x="81" y="144"/>
                      <a:pt x="82" y="144"/>
                      <a:pt x="82" y="145"/>
                    </a:cubicBezTo>
                    <a:cubicBezTo>
                      <a:pt x="82" y="145"/>
                      <a:pt x="82" y="145"/>
                      <a:pt x="82" y="145"/>
                    </a:cubicBezTo>
                    <a:cubicBezTo>
                      <a:pt x="82" y="146"/>
                      <a:pt x="82" y="146"/>
                      <a:pt x="83" y="146"/>
                    </a:cubicBezTo>
                    <a:cubicBezTo>
                      <a:pt x="83" y="146"/>
                      <a:pt x="83" y="146"/>
                      <a:pt x="83" y="146"/>
                    </a:cubicBezTo>
                    <a:cubicBezTo>
                      <a:pt x="83" y="146"/>
                      <a:pt x="83" y="146"/>
                      <a:pt x="83" y="146"/>
                    </a:cubicBezTo>
                    <a:cubicBezTo>
                      <a:pt x="83" y="146"/>
                      <a:pt x="83" y="146"/>
                      <a:pt x="83" y="146"/>
                    </a:cubicBezTo>
                    <a:cubicBezTo>
                      <a:pt x="83" y="146"/>
                      <a:pt x="83" y="146"/>
                      <a:pt x="83" y="147"/>
                    </a:cubicBezTo>
                    <a:cubicBezTo>
                      <a:pt x="83" y="147"/>
                      <a:pt x="83" y="147"/>
                      <a:pt x="83" y="147"/>
                    </a:cubicBezTo>
                    <a:cubicBezTo>
                      <a:pt x="83" y="147"/>
                      <a:pt x="83" y="147"/>
                      <a:pt x="83" y="147"/>
                    </a:cubicBezTo>
                    <a:cubicBezTo>
                      <a:pt x="83" y="147"/>
                      <a:pt x="83" y="147"/>
                      <a:pt x="83" y="147"/>
                    </a:cubicBezTo>
                    <a:cubicBezTo>
                      <a:pt x="83" y="147"/>
                      <a:pt x="82" y="147"/>
                      <a:pt x="82" y="147"/>
                    </a:cubicBezTo>
                    <a:cubicBezTo>
                      <a:pt x="82" y="147"/>
                      <a:pt x="82" y="147"/>
                      <a:pt x="82" y="147"/>
                    </a:cubicBezTo>
                    <a:cubicBezTo>
                      <a:pt x="82" y="147"/>
                      <a:pt x="82" y="147"/>
                      <a:pt x="82" y="147"/>
                    </a:cubicBezTo>
                    <a:cubicBezTo>
                      <a:pt x="82" y="147"/>
                      <a:pt x="82" y="147"/>
                      <a:pt x="82" y="147"/>
                    </a:cubicBezTo>
                    <a:cubicBezTo>
                      <a:pt x="82" y="147"/>
                      <a:pt x="82" y="147"/>
                      <a:pt x="82" y="147"/>
                    </a:cubicBezTo>
                    <a:cubicBezTo>
                      <a:pt x="82" y="147"/>
                      <a:pt x="81" y="147"/>
                      <a:pt x="81" y="146"/>
                    </a:cubicBezTo>
                    <a:cubicBezTo>
                      <a:pt x="81" y="146"/>
                      <a:pt x="81" y="146"/>
                      <a:pt x="81" y="146"/>
                    </a:cubicBezTo>
                    <a:cubicBezTo>
                      <a:pt x="81" y="146"/>
                      <a:pt x="80" y="145"/>
                      <a:pt x="80" y="145"/>
                    </a:cubicBezTo>
                    <a:cubicBezTo>
                      <a:pt x="80" y="145"/>
                      <a:pt x="80" y="145"/>
                      <a:pt x="80" y="145"/>
                    </a:cubicBezTo>
                    <a:cubicBezTo>
                      <a:pt x="79" y="144"/>
                      <a:pt x="79" y="143"/>
                      <a:pt x="79" y="143"/>
                    </a:cubicBezTo>
                    <a:cubicBezTo>
                      <a:pt x="78" y="142"/>
                      <a:pt x="78" y="141"/>
                      <a:pt x="78" y="140"/>
                    </a:cubicBezTo>
                    <a:cubicBezTo>
                      <a:pt x="77" y="140"/>
                      <a:pt x="77" y="139"/>
                      <a:pt x="77" y="139"/>
                    </a:cubicBezTo>
                    <a:cubicBezTo>
                      <a:pt x="77" y="138"/>
                      <a:pt x="76" y="138"/>
                      <a:pt x="76" y="137"/>
                    </a:cubicBezTo>
                    <a:cubicBezTo>
                      <a:pt x="76" y="136"/>
                      <a:pt x="76" y="136"/>
                      <a:pt x="76" y="136"/>
                    </a:cubicBezTo>
                    <a:cubicBezTo>
                      <a:pt x="76" y="137"/>
                      <a:pt x="76" y="137"/>
                      <a:pt x="76" y="138"/>
                    </a:cubicBezTo>
                    <a:cubicBezTo>
                      <a:pt x="76" y="138"/>
                      <a:pt x="75" y="139"/>
                      <a:pt x="75" y="139"/>
                    </a:cubicBezTo>
                    <a:cubicBezTo>
                      <a:pt x="75" y="139"/>
                      <a:pt x="75" y="139"/>
                      <a:pt x="75" y="139"/>
                    </a:cubicBezTo>
                    <a:cubicBezTo>
                      <a:pt x="75" y="139"/>
                      <a:pt x="75" y="139"/>
                      <a:pt x="75" y="140"/>
                    </a:cubicBezTo>
                    <a:cubicBezTo>
                      <a:pt x="75" y="140"/>
                      <a:pt x="75" y="141"/>
                      <a:pt x="74" y="141"/>
                    </a:cubicBezTo>
                    <a:cubicBezTo>
                      <a:pt x="74" y="141"/>
                      <a:pt x="74" y="142"/>
                      <a:pt x="74" y="142"/>
                    </a:cubicBezTo>
                    <a:cubicBezTo>
                      <a:pt x="74" y="142"/>
                      <a:pt x="73" y="143"/>
                      <a:pt x="73" y="143"/>
                    </a:cubicBezTo>
                    <a:cubicBezTo>
                      <a:pt x="73" y="143"/>
                      <a:pt x="73" y="143"/>
                      <a:pt x="73" y="143"/>
                    </a:cubicBezTo>
                    <a:cubicBezTo>
                      <a:pt x="73" y="143"/>
                      <a:pt x="73" y="144"/>
                      <a:pt x="73" y="144"/>
                    </a:cubicBezTo>
                    <a:cubicBezTo>
                      <a:pt x="73" y="144"/>
                      <a:pt x="72" y="144"/>
                      <a:pt x="72" y="145"/>
                    </a:cubicBezTo>
                    <a:cubicBezTo>
                      <a:pt x="72" y="145"/>
                      <a:pt x="72" y="145"/>
                      <a:pt x="72" y="145"/>
                    </a:cubicBezTo>
                    <a:cubicBezTo>
                      <a:pt x="72" y="145"/>
                      <a:pt x="72" y="145"/>
                      <a:pt x="72" y="145"/>
                    </a:cubicBezTo>
                    <a:cubicBezTo>
                      <a:pt x="71" y="146"/>
                      <a:pt x="71" y="146"/>
                      <a:pt x="71" y="146"/>
                    </a:cubicBezTo>
                    <a:cubicBezTo>
                      <a:pt x="71" y="146"/>
                      <a:pt x="71" y="146"/>
                      <a:pt x="71" y="147"/>
                    </a:cubicBezTo>
                    <a:cubicBezTo>
                      <a:pt x="70" y="147"/>
                      <a:pt x="70" y="147"/>
                      <a:pt x="70" y="147"/>
                    </a:cubicBezTo>
                    <a:cubicBezTo>
                      <a:pt x="70" y="147"/>
                      <a:pt x="70" y="147"/>
                      <a:pt x="70" y="147"/>
                    </a:cubicBezTo>
                    <a:cubicBezTo>
                      <a:pt x="70" y="147"/>
                      <a:pt x="70" y="147"/>
                      <a:pt x="70" y="147"/>
                    </a:cubicBezTo>
                    <a:cubicBezTo>
                      <a:pt x="70" y="147"/>
                      <a:pt x="70" y="147"/>
                      <a:pt x="70" y="147"/>
                    </a:cubicBezTo>
                    <a:cubicBezTo>
                      <a:pt x="70" y="147"/>
                      <a:pt x="70" y="147"/>
                      <a:pt x="70" y="147"/>
                    </a:cubicBezTo>
                    <a:cubicBezTo>
                      <a:pt x="70" y="147"/>
                      <a:pt x="70" y="147"/>
                      <a:pt x="69" y="147"/>
                    </a:cubicBezTo>
                    <a:cubicBezTo>
                      <a:pt x="69" y="147"/>
                      <a:pt x="69" y="147"/>
                      <a:pt x="69" y="147"/>
                    </a:cubicBezTo>
                    <a:cubicBezTo>
                      <a:pt x="69" y="147"/>
                      <a:pt x="69" y="147"/>
                      <a:pt x="69" y="147"/>
                    </a:cubicBezTo>
                    <a:cubicBezTo>
                      <a:pt x="69" y="147"/>
                      <a:pt x="69" y="147"/>
                      <a:pt x="69" y="147"/>
                    </a:cubicBezTo>
                    <a:cubicBezTo>
                      <a:pt x="69" y="147"/>
                      <a:pt x="69" y="147"/>
                      <a:pt x="69" y="146"/>
                    </a:cubicBezTo>
                    <a:cubicBezTo>
                      <a:pt x="69" y="146"/>
                      <a:pt x="69" y="146"/>
                      <a:pt x="69" y="146"/>
                    </a:cubicBezTo>
                    <a:cubicBezTo>
                      <a:pt x="69" y="146"/>
                      <a:pt x="69" y="146"/>
                      <a:pt x="69" y="146"/>
                    </a:cubicBezTo>
                    <a:cubicBezTo>
                      <a:pt x="69" y="146"/>
                      <a:pt x="69" y="146"/>
                      <a:pt x="69" y="146"/>
                    </a:cubicBezTo>
                    <a:cubicBezTo>
                      <a:pt x="69" y="146"/>
                      <a:pt x="69" y="146"/>
                      <a:pt x="69" y="146"/>
                    </a:cubicBezTo>
                    <a:cubicBezTo>
                      <a:pt x="69" y="146"/>
                      <a:pt x="69" y="146"/>
                      <a:pt x="69" y="146"/>
                    </a:cubicBezTo>
                    <a:cubicBezTo>
                      <a:pt x="69" y="146"/>
                      <a:pt x="69" y="146"/>
                      <a:pt x="70" y="145"/>
                    </a:cubicBezTo>
                    <a:cubicBezTo>
                      <a:pt x="70" y="145"/>
                      <a:pt x="70" y="145"/>
                      <a:pt x="70" y="145"/>
                    </a:cubicBezTo>
                    <a:cubicBezTo>
                      <a:pt x="70" y="145"/>
                      <a:pt x="70" y="145"/>
                      <a:pt x="70" y="145"/>
                    </a:cubicBezTo>
                    <a:cubicBezTo>
                      <a:pt x="70" y="145"/>
                      <a:pt x="70" y="144"/>
                      <a:pt x="71" y="144"/>
                    </a:cubicBezTo>
                    <a:cubicBezTo>
                      <a:pt x="71" y="144"/>
                      <a:pt x="71" y="144"/>
                      <a:pt x="71" y="143"/>
                    </a:cubicBezTo>
                    <a:cubicBezTo>
                      <a:pt x="71" y="143"/>
                      <a:pt x="71" y="143"/>
                      <a:pt x="71" y="143"/>
                    </a:cubicBezTo>
                    <a:cubicBezTo>
                      <a:pt x="72" y="143"/>
                      <a:pt x="72" y="142"/>
                      <a:pt x="72" y="142"/>
                    </a:cubicBezTo>
                    <a:cubicBezTo>
                      <a:pt x="72" y="142"/>
                      <a:pt x="72" y="141"/>
                      <a:pt x="73" y="141"/>
                    </a:cubicBezTo>
                    <a:cubicBezTo>
                      <a:pt x="73" y="141"/>
                      <a:pt x="73" y="140"/>
                      <a:pt x="73" y="140"/>
                    </a:cubicBezTo>
                    <a:cubicBezTo>
                      <a:pt x="73" y="140"/>
                      <a:pt x="73" y="140"/>
                      <a:pt x="73" y="140"/>
                    </a:cubicBezTo>
                    <a:cubicBezTo>
                      <a:pt x="73" y="139"/>
                      <a:pt x="74" y="139"/>
                      <a:pt x="74" y="139"/>
                    </a:cubicBezTo>
                    <a:cubicBezTo>
                      <a:pt x="74" y="139"/>
                      <a:pt x="74" y="139"/>
                      <a:pt x="74" y="139"/>
                    </a:cubicBezTo>
                    <a:cubicBezTo>
                      <a:pt x="74" y="138"/>
                      <a:pt x="74" y="138"/>
                      <a:pt x="74" y="137"/>
                    </a:cubicBezTo>
                    <a:cubicBezTo>
                      <a:pt x="74" y="137"/>
                      <a:pt x="75" y="137"/>
                      <a:pt x="75" y="136"/>
                    </a:cubicBezTo>
                    <a:cubicBezTo>
                      <a:pt x="75" y="136"/>
                      <a:pt x="75" y="135"/>
                      <a:pt x="75" y="135"/>
                    </a:cubicBezTo>
                    <a:cubicBezTo>
                      <a:pt x="75" y="135"/>
                      <a:pt x="75" y="134"/>
                      <a:pt x="75" y="134"/>
                    </a:cubicBezTo>
                    <a:cubicBezTo>
                      <a:pt x="75" y="134"/>
                      <a:pt x="75" y="134"/>
                      <a:pt x="75" y="134"/>
                    </a:cubicBezTo>
                    <a:cubicBezTo>
                      <a:pt x="75" y="133"/>
                      <a:pt x="75" y="133"/>
                      <a:pt x="75" y="132"/>
                    </a:cubicBezTo>
                    <a:cubicBezTo>
                      <a:pt x="75" y="132"/>
                      <a:pt x="75" y="131"/>
                      <a:pt x="75" y="131"/>
                    </a:cubicBezTo>
                    <a:cubicBezTo>
                      <a:pt x="75" y="131"/>
                      <a:pt x="75" y="131"/>
                      <a:pt x="75" y="131"/>
                    </a:cubicBezTo>
                    <a:cubicBezTo>
                      <a:pt x="75" y="130"/>
                      <a:pt x="75" y="130"/>
                      <a:pt x="75" y="129"/>
                    </a:cubicBezTo>
                    <a:cubicBezTo>
                      <a:pt x="75" y="129"/>
                      <a:pt x="75" y="128"/>
                      <a:pt x="75" y="128"/>
                    </a:cubicBezTo>
                    <a:cubicBezTo>
                      <a:pt x="75" y="127"/>
                      <a:pt x="75" y="127"/>
                      <a:pt x="75" y="127"/>
                    </a:cubicBezTo>
                    <a:close/>
                    <a:moveTo>
                      <a:pt x="107" y="13"/>
                    </a:move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2"/>
                      <a:pt x="106" y="12"/>
                      <a:pt x="106" y="12"/>
                    </a:cubicBezTo>
                    <a:cubicBezTo>
                      <a:pt x="106" y="12"/>
                      <a:pt x="106" y="12"/>
                      <a:pt x="106" y="12"/>
                    </a:cubicBezTo>
                    <a:cubicBezTo>
                      <a:pt x="106" y="12"/>
                      <a:pt x="106" y="12"/>
                      <a:pt x="106" y="11"/>
                    </a:cubicBezTo>
                    <a:cubicBezTo>
                      <a:pt x="106" y="11"/>
                      <a:pt x="106" y="11"/>
                      <a:pt x="106" y="11"/>
                    </a:cubicBezTo>
                    <a:cubicBezTo>
                      <a:pt x="106" y="11"/>
                      <a:pt x="106" y="11"/>
                      <a:pt x="106" y="11"/>
                    </a:cubicBezTo>
                    <a:cubicBezTo>
                      <a:pt x="106" y="11"/>
                      <a:pt x="106" y="11"/>
                      <a:pt x="106" y="11"/>
                    </a:cubicBezTo>
                    <a:cubicBezTo>
                      <a:pt x="106" y="11"/>
                      <a:pt x="106" y="11"/>
                      <a:pt x="106" y="11"/>
                    </a:cubicBezTo>
                    <a:cubicBezTo>
                      <a:pt x="106" y="11"/>
                      <a:pt x="106" y="11"/>
                      <a:pt x="106" y="11"/>
                    </a:cubicBezTo>
                    <a:cubicBezTo>
                      <a:pt x="106" y="11"/>
                      <a:pt x="106" y="11"/>
                      <a:pt x="106" y="11"/>
                    </a:cubicBezTo>
                    <a:cubicBezTo>
                      <a:pt x="106" y="11"/>
                      <a:pt x="106" y="10"/>
                      <a:pt x="107" y="10"/>
                    </a:cubicBezTo>
                    <a:cubicBezTo>
                      <a:pt x="107" y="10"/>
                      <a:pt x="107" y="10"/>
                      <a:pt x="107" y="10"/>
                    </a:cubicBezTo>
                    <a:cubicBezTo>
                      <a:pt x="107" y="10"/>
                      <a:pt x="107" y="10"/>
                      <a:pt x="107" y="10"/>
                    </a:cubicBezTo>
                    <a:cubicBezTo>
                      <a:pt x="107" y="10"/>
                      <a:pt x="107" y="10"/>
                      <a:pt x="107" y="10"/>
                    </a:cubicBezTo>
                    <a:cubicBezTo>
                      <a:pt x="107" y="10"/>
                      <a:pt x="107" y="10"/>
                      <a:pt x="107" y="10"/>
                    </a:cubicBezTo>
                    <a:cubicBezTo>
                      <a:pt x="107" y="10"/>
                      <a:pt x="107" y="10"/>
                      <a:pt x="107" y="10"/>
                    </a:cubicBezTo>
                    <a:cubicBezTo>
                      <a:pt x="107" y="10"/>
                      <a:pt x="107" y="10"/>
                      <a:pt x="107" y="10"/>
                    </a:cubicBezTo>
                    <a:cubicBezTo>
                      <a:pt x="107" y="10"/>
                      <a:pt x="107" y="10"/>
                      <a:pt x="107" y="10"/>
                    </a:cubicBezTo>
                    <a:cubicBezTo>
                      <a:pt x="107" y="11"/>
                      <a:pt x="107" y="11"/>
                      <a:pt x="107" y="11"/>
                    </a:cubicBezTo>
                    <a:cubicBezTo>
                      <a:pt x="107" y="11"/>
                      <a:pt x="107" y="11"/>
                      <a:pt x="107" y="11"/>
                    </a:cubicBezTo>
                    <a:cubicBezTo>
                      <a:pt x="107" y="11"/>
                      <a:pt x="107" y="11"/>
                      <a:pt x="107" y="11"/>
                    </a:cubicBezTo>
                    <a:cubicBezTo>
                      <a:pt x="107" y="11"/>
                      <a:pt x="107" y="11"/>
                      <a:pt x="107" y="11"/>
                    </a:cubicBezTo>
                    <a:cubicBezTo>
                      <a:pt x="108" y="11"/>
                      <a:pt x="108" y="11"/>
                      <a:pt x="108" y="11"/>
                    </a:cubicBezTo>
                    <a:cubicBezTo>
                      <a:pt x="108" y="11"/>
                      <a:pt x="108" y="12"/>
                      <a:pt x="108" y="12"/>
                    </a:cubicBezTo>
                    <a:cubicBezTo>
                      <a:pt x="108" y="12"/>
                      <a:pt x="108" y="12"/>
                      <a:pt x="108" y="12"/>
                    </a:cubicBezTo>
                    <a:cubicBezTo>
                      <a:pt x="108" y="12"/>
                      <a:pt x="108" y="12"/>
                      <a:pt x="108" y="12"/>
                    </a:cubicBezTo>
                    <a:cubicBezTo>
                      <a:pt x="108" y="12"/>
                      <a:pt x="109" y="12"/>
                      <a:pt x="109" y="12"/>
                    </a:cubicBezTo>
                    <a:cubicBezTo>
                      <a:pt x="109" y="12"/>
                      <a:pt x="109" y="12"/>
                      <a:pt x="109" y="12"/>
                    </a:cubicBezTo>
                    <a:cubicBezTo>
                      <a:pt x="110" y="12"/>
                      <a:pt x="110" y="12"/>
                      <a:pt x="110" y="12"/>
                    </a:cubicBezTo>
                    <a:cubicBezTo>
                      <a:pt x="110" y="12"/>
                      <a:pt x="110" y="12"/>
                      <a:pt x="110" y="12"/>
                    </a:cubicBezTo>
                    <a:cubicBezTo>
                      <a:pt x="110" y="12"/>
                      <a:pt x="111" y="12"/>
                      <a:pt x="111" y="12"/>
                    </a:cubicBezTo>
                    <a:cubicBezTo>
                      <a:pt x="111" y="12"/>
                      <a:pt x="112" y="12"/>
                      <a:pt x="112" y="12"/>
                    </a:cubicBezTo>
                    <a:cubicBezTo>
                      <a:pt x="112" y="12"/>
                      <a:pt x="112" y="12"/>
                      <a:pt x="112" y="12"/>
                    </a:cubicBezTo>
                    <a:cubicBezTo>
                      <a:pt x="112" y="12"/>
                      <a:pt x="112" y="12"/>
                      <a:pt x="112" y="12"/>
                    </a:cubicBezTo>
                    <a:cubicBezTo>
                      <a:pt x="112" y="12"/>
                      <a:pt x="112" y="11"/>
                      <a:pt x="112" y="11"/>
                    </a:cubicBezTo>
                    <a:cubicBezTo>
                      <a:pt x="112" y="11"/>
                      <a:pt x="112" y="11"/>
                      <a:pt x="112" y="11"/>
                    </a:cubicBezTo>
                    <a:cubicBezTo>
                      <a:pt x="112" y="11"/>
                      <a:pt x="112" y="11"/>
                      <a:pt x="112" y="11"/>
                    </a:cubicBezTo>
                    <a:cubicBezTo>
                      <a:pt x="113" y="11"/>
                      <a:pt x="113" y="11"/>
                      <a:pt x="113" y="11"/>
                    </a:cubicBezTo>
                    <a:cubicBezTo>
                      <a:pt x="113" y="11"/>
                      <a:pt x="113" y="10"/>
                      <a:pt x="113" y="10"/>
                    </a:cubicBezTo>
                    <a:cubicBezTo>
                      <a:pt x="113" y="10"/>
                      <a:pt x="113" y="10"/>
                      <a:pt x="113" y="10"/>
                    </a:cubicBezTo>
                    <a:cubicBezTo>
                      <a:pt x="113" y="10"/>
                      <a:pt x="113" y="10"/>
                      <a:pt x="113" y="10"/>
                    </a:cubicBezTo>
                    <a:cubicBezTo>
                      <a:pt x="113" y="10"/>
                      <a:pt x="113" y="10"/>
                      <a:pt x="113" y="10"/>
                    </a:cubicBezTo>
                    <a:cubicBezTo>
                      <a:pt x="113" y="10"/>
                      <a:pt x="113" y="10"/>
                      <a:pt x="113" y="10"/>
                    </a:cubicBezTo>
                    <a:cubicBezTo>
                      <a:pt x="113" y="10"/>
                      <a:pt x="113" y="10"/>
                      <a:pt x="113" y="10"/>
                    </a:cubicBezTo>
                    <a:cubicBezTo>
                      <a:pt x="113" y="10"/>
                      <a:pt x="113" y="10"/>
                      <a:pt x="113" y="10"/>
                    </a:cubicBezTo>
                    <a:cubicBezTo>
                      <a:pt x="113" y="10"/>
                      <a:pt x="113" y="10"/>
                      <a:pt x="113" y="10"/>
                    </a:cubicBezTo>
                    <a:cubicBezTo>
                      <a:pt x="113" y="10"/>
                      <a:pt x="113" y="10"/>
                      <a:pt x="114" y="10"/>
                    </a:cubicBezTo>
                    <a:cubicBezTo>
                      <a:pt x="114" y="10"/>
                      <a:pt x="114" y="10"/>
                      <a:pt x="114" y="11"/>
                    </a:cubicBezTo>
                    <a:cubicBezTo>
                      <a:pt x="114" y="11"/>
                      <a:pt x="114" y="11"/>
                      <a:pt x="114" y="11"/>
                    </a:cubicBezTo>
                    <a:cubicBezTo>
                      <a:pt x="114" y="11"/>
                      <a:pt x="114" y="11"/>
                      <a:pt x="114" y="12"/>
                    </a:cubicBezTo>
                    <a:cubicBezTo>
                      <a:pt x="114" y="12"/>
                      <a:pt x="113" y="12"/>
                      <a:pt x="113" y="12"/>
                    </a:cubicBezTo>
                    <a:cubicBezTo>
                      <a:pt x="113" y="12"/>
                      <a:pt x="113" y="12"/>
                      <a:pt x="113" y="13"/>
                    </a:cubicBezTo>
                    <a:cubicBezTo>
                      <a:pt x="113" y="13"/>
                      <a:pt x="113" y="13"/>
                      <a:pt x="113" y="13"/>
                    </a:cubicBezTo>
                    <a:cubicBezTo>
                      <a:pt x="113" y="13"/>
                      <a:pt x="113" y="13"/>
                      <a:pt x="112" y="13"/>
                    </a:cubicBezTo>
                    <a:cubicBezTo>
                      <a:pt x="112" y="13"/>
                      <a:pt x="112" y="13"/>
                      <a:pt x="112" y="13"/>
                    </a:cubicBezTo>
                    <a:cubicBezTo>
                      <a:pt x="112" y="13"/>
                      <a:pt x="112" y="13"/>
                      <a:pt x="112" y="13"/>
                    </a:cubicBezTo>
                    <a:cubicBezTo>
                      <a:pt x="111" y="13"/>
                      <a:pt x="111" y="13"/>
                      <a:pt x="111" y="13"/>
                    </a:cubicBezTo>
                    <a:cubicBezTo>
                      <a:pt x="111" y="14"/>
                      <a:pt x="111" y="14"/>
                      <a:pt x="111" y="14"/>
                    </a:cubicBezTo>
                    <a:cubicBezTo>
                      <a:pt x="111" y="14"/>
                      <a:pt x="111" y="14"/>
                      <a:pt x="111" y="14"/>
                    </a:cubicBezTo>
                    <a:cubicBezTo>
                      <a:pt x="111" y="14"/>
                      <a:pt x="112" y="14"/>
                      <a:pt x="112" y="14"/>
                    </a:cubicBezTo>
                    <a:cubicBezTo>
                      <a:pt x="113" y="14"/>
                      <a:pt x="114" y="14"/>
                      <a:pt x="114" y="14"/>
                    </a:cubicBezTo>
                    <a:cubicBezTo>
                      <a:pt x="114" y="14"/>
                      <a:pt x="114" y="14"/>
                      <a:pt x="114" y="14"/>
                    </a:cubicBezTo>
                    <a:cubicBezTo>
                      <a:pt x="115" y="14"/>
                      <a:pt x="115" y="14"/>
                      <a:pt x="116" y="14"/>
                    </a:cubicBezTo>
                    <a:cubicBezTo>
                      <a:pt x="116" y="14"/>
                      <a:pt x="116" y="14"/>
                      <a:pt x="116" y="14"/>
                    </a:cubicBezTo>
                    <a:cubicBezTo>
                      <a:pt x="116" y="14"/>
                      <a:pt x="116" y="14"/>
                      <a:pt x="116" y="14"/>
                    </a:cubicBezTo>
                    <a:cubicBezTo>
                      <a:pt x="116" y="14"/>
                      <a:pt x="116" y="15"/>
                      <a:pt x="116" y="15"/>
                    </a:cubicBezTo>
                    <a:cubicBezTo>
                      <a:pt x="116" y="15"/>
                      <a:pt x="116" y="15"/>
                      <a:pt x="116" y="15"/>
                    </a:cubicBezTo>
                    <a:cubicBezTo>
                      <a:pt x="117" y="15"/>
                      <a:pt x="117" y="15"/>
                      <a:pt x="117" y="15"/>
                    </a:cubicBezTo>
                    <a:cubicBezTo>
                      <a:pt x="117" y="15"/>
                      <a:pt x="117" y="15"/>
                      <a:pt x="117" y="15"/>
                    </a:cubicBezTo>
                    <a:cubicBezTo>
                      <a:pt x="117" y="15"/>
                      <a:pt x="117" y="15"/>
                      <a:pt x="116" y="15"/>
                    </a:cubicBezTo>
                    <a:cubicBezTo>
                      <a:pt x="116" y="15"/>
                      <a:pt x="116" y="15"/>
                      <a:pt x="116" y="15"/>
                    </a:cubicBezTo>
                    <a:cubicBezTo>
                      <a:pt x="116" y="15"/>
                      <a:pt x="116" y="15"/>
                      <a:pt x="116" y="15"/>
                    </a:cubicBezTo>
                    <a:cubicBezTo>
                      <a:pt x="116" y="15"/>
                      <a:pt x="116" y="15"/>
                      <a:pt x="116" y="15"/>
                    </a:cubicBezTo>
                    <a:cubicBezTo>
                      <a:pt x="116" y="15"/>
                      <a:pt x="116" y="15"/>
                      <a:pt x="116" y="15"/>
                    </a:cubicBezTo>
                    <a:cubicBezTo>
                      <a:pt x="116" y="15"/>
                      <a:pt x="116" y="15"/>
                      <a:pt x="116" y="15"/>
                    </a:cubicBezTo>
                    <a:cubicBezTo>
                      <a:pt x="116" y="15"/>
                      <a:pt x="116" y="15"/>
                      <a:pt x="116" y="15"/>
                    </a:cubicBezTo>
                    <a:cubicBezTo>
                      <a:pt x="116" y="15"/>
                      <a:pt x="115" y="15"/>
                      <a:pt x="115" y="15"/>
                    </a:cubicBezTo>
                    <a:cubicBezTo>
                      <a:pt x="115" y="15"/>
                      <a:pt x="115" y="15"/>
                      <a:pt x="115" y="15"/>
                    </a:cubicBezTo>
                    <a:cubicBezTo>
                      <a:pt x="115" y="15"/>
                      <a:pt x="114" y="15"/>
                      <a:pt x="113" y="15"/>
                    </a:cubicBezTo>
                    <a:cubicBezTo>
                      <a:pt x="113" y="15"/>
                      <a:pt x="112" y="15"/>
                      <a:pt x="112" y="15"/>
                    </a:cubicBezTo>
                    <a:cubicBezTo>
                      <a:pt x="111" y="15"/>
                      <a:pt x="111" y="15"/>
                      <a:pt x="111" y="15"/>
                    </a:cubicBezTo>
                    <a:cubicBezTo>
                      <a:pt x="111" y="16"/>
                      <a:pt x="111" y="16"/>
                      <a:pt x="111" y="16"/>
                    </a:cubicBezTo>
                    <a:cubicBezTo>
                      <a:pt x="111" y="16"/>
                      <a:pt x="111" y="16"/>
                      <a:pt x="111" y="16"/>
                    </a:cubicBezTo>
                    <a:cubicBezTo>
                      <a:pt x="111" y="16"/>
                      <a:pt x="111" y="16"/>
                      <a:pt x="111" y="16"/>
                    </a:cubicBezTo>
                    <a:cubicBezTo>
                      <a:pt x="111" y="16"/>
                      <a:pt x="111" y="16"/>
                      <a:pt x="111" y="16"/>
                    </a:cubicBezTo>
                    <a:cubicBezTo>
                      <a:pt x="107" y="13"/>
                      <a:pt x="107" y="13"/>
                      <a:pt x="107" y="13"/>
                    </a:cubicBezTo>
                    <a:close/>
                    <a:moveTo>
                      <a:pt x="111" y="16"/>
                    </a:moveTo>
                    <a:cubicBezTo>
                      <a:pt x="111" y="16"/>
                      <a:pt x="111" y="16"/>
                      <a:pt x="111" y="16"/>
                    </a:cubicBezTo>
                    <a:cubicBezTo>
                      <a:pt x="111" y="16"/>
                      <a:pt x="111" y="16"/>
                      <a:pt x="111" y="16"/>
                    </a:cubicBezTo>
                    <a:cubicBezTo>
                      <a:pt x="111" y="16"/>
                      <a:pt x="111" y="16"/>
                      <a:pt x="111" y="16"/>
                    </a:cubicBezTo>
                    <a:cubicBezTo>
                      <a:pt x="112" y="16"/>
                      <a:pt x="112" y="16"/>
                      <a:pt x="112" y="16"/>
                    </a:cubicBezTo>
                    <a:cubicBezTo>
                      <a:pt x="113" y="16"/>
                      <a:pt x="113" y="16"/>
                      <a:pt x="113" y="17"/>
                    </a:cubicBezTo>
                    <a:cubicBezTo>
                      <a:pt x="113" y="17"/>
                      <a:pt x="114" y="17"/>
                      <a:pt x="114" y="17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4" y="18"/>
                      <a:pt x="115" y="18"/>
                      <a:pt x="115" y="18"/>
                    </a:cubicBezTo>
                    <a:cubicBezTo>
                      <a:pt x="115" y="18"/>
                      <a:pt x="115" y="18"/>
                      <a:pt x="115" y="18"/>
                    </a:cubicBezTo>
                    <a:cubicBezTo>
                      <a:pt x="115" y="18"/>
                      <a:pt x="115" y="18"/>
                      <a:pt x="115" y="18"/>
                    </a:cubicBezTo>
                    <a:cubicBezTo>
                      <a:pt x="115" y="18"/>
                      <a:pt x="115" y="19"/>
                      <a:pt x="115" y="19"/>
                    </a:cubicBezTo>
                    <a:cubicBezTo>
                      <a:pt x="115" y="19"/>
                      <a:pt x="115" y="19"/>
                      <a:pt x="115" y="19"/>
                    </a:cubicBezTo>
                    <a:cubicBezTo>
                      <a:pt x="115" y="19"/>
                      <a:pt x="115" y="19"/>
                      <a:pt x="115" y="19"/>
                    </a:cubicBezTo>
                    <a:cubicBezTo>
                      <a:pt x="115" y="19"/>
                      <a:pt x="115" y="20"/>
                      <a:pt x="114" y="20"/>
                    </a:cubicBezTo>
                    <a:cubicBezTo>
                      <a:pt x="114" y="20"/>
                      <a:pt x="114" y="20"/>
                      <a:pt x="114" y="20"/>
                    </a:cubicBezTo>
                    <a:cubicBezTo>
                      <a:pt x="114" y="20"/>
                      <a:pt x="114" y="20"/>
                      <a:pt x="114" y="20"/>
                    </a:cubicBezTo>
                    <a:cubicBezTo>
                      <a:pt x="114" y="21"/>
                      <a:pt x="114" y="21"/>
                      <a:pt x="114" y="21"/>
                    </a:cubicBezTo>
                    <a:cubicBezTo>
                      <a:pt x="114" y="21"/>
                      <a:pt x="114" y="21"/>
                      <a:pt x="114" y="21"/>
                    </a:cubicBezTo>
                    <a:cubicBezTo>
                      <a:pt x="114" y="21"/>
                      <a:pt x="114" y="21"/>
                      <a:pt x="114" y="21"/>
                    </a:cubicBezTo>
                    <a:cubicBezTo>
                      <a:pt x="114" y="21"/>
                      <a:pt x="114" y="21"/>
                      <a:pt x="114" y="21"/>
                    </a:cubicBezTo>
                    <a:cubicBezTo>
                      <a:pt x="114" y="21"/>
                      <a:pt x="114" y="21"/>
                      <a:pt x="114" y="21"/>
                    </a:cubicBezTo>
                    <a:cubicBezTo>
                      <a:pt x="114" y="21"/>
                      <a:pt x="114" y="21"/>
                      <a:pt x="115" y="22"/>
                    </a:cubicBezTo>
                    <a:cubicBezTo>
                      <a:pt x="115" y="22"/>
                      <a:pt x="115" y="22"/>
                      <a:pt x="115" y="22"/>
                    </a:cubicBezTo>
                    <a:cubicBezTo>
                      <a:pt x="115" y="22"/>
                      <a:pt x="115" y="22"/>
                      <a:pt x="115" y="22"/>
                    </a:cubicBezTo>
                    <a:cubicBezTo>
                      <a:pt x="115" y="23"/>
                      <a:pt x="115" y="23"/>
                      <a:pt x="115" y="23"/>
                    </a:cubicBezTo>
                    <a:cubicBezTo>
                      <a:pt x="115" y="23"/>
                      <a:pt x="115" y="24"/>
                      <a:pt x="115" y="24"/>
                    </a:cubicBezTo>
                    <a:cubicBezTo>
                      <a:pt x="115" y="24"/>
                      <a:pt x="115" y="24"/>
                      <a:pt x="115" y="25"/>
                    </a:cubicBezTo>
                    <a:cubicBezTo>
                      <a:pt x="115" y="25"/>
                      <a:pt x="115" y="25"/>
                      <a:pt x="115" y="25"/>
                    </a:cubicBezTo>
                    <a:cubicBezTo>
                      <a:pt x="115" y="25"/>
                      <a:pt x="115" y="25"/>
                      <a:pt x="115" y="26"/>
                    </a:cubicBezTo>
                    <a:cubicBezTo>
                      <a:pt x="115" y="26"/>
                      <a:pt x="115" y="26"/>
                      <a:pt x="115" y="26"/>
                    </a:cubicBezTo>
                    <a:cubicBezTo>
                      <a:pt x="115" y="28"/>
                      <a:pt x="115" y="28"/>
                      <a:pt x="115" y="28"/>
                    </a:cubicBezTo>
                    <a:cubicBezTo>
                      <a:pt x="115" y="28"/>
                      <a:pt x="115" y="28"/>
                      <a:pt x="115" y="28"/>
                    </a:cubicBezTo>
                    <a:cubicBezTo>
                      <a:pt x="115" y="28"/>
                      <a:pt x="115" y="29"/>
                      <a:pt x="115" y="29"/>
                    </a:cubicBezTo>
                    <a:cubicBezTo>
                      <a:pt x="115" y="29"/>
                      <a:pt x="115" y="29"/>
                      <a:pt x="115" y="29"/>
                    </a:cubicBezTo>
                    <a:cubicBezTo>
                      <a:pt x="115" y="30"/>
                      <a:pt x="115" y="30"/>
                      <a:pt x="115" y="30"/>
                    </a:cubicBezTo>
                    <a:cubicBezTo>
                      <a:pt x="115" y="30"/>
                      <a:pt x="115" y="30"/>
                      <a:pt x="115" y="30"/>
                    </a:cubicBezTo>
                    <a:cubicBezTo>
                      <a:pt x="115" y="30"/>
                      <a:pt x="115" y="30"/>
                      <a:pt x="115" y="30"/>
                    </a:cubicBezTo>
                    <a:cubicBezTo>
                      <a:pt x="115" y="30"/>
                      <a:pt x="115" y="30"/>
                      <a:pt x="115" y="31"/>
                    </a:cubicBezTo>
                    <a:cubicBezTo>
                      <a:pt x="115" y="31"/>
                      <a:pt x="115" y="31"/>
                      <a:pt x="115" y="31"/>
                    </a:cubicBezTo>
                    <a:cubicBezTo>
                      <a:pt x="115" y="31"/>
                      <a:pt x="115" y="31"/>
                      <a:pt x="115" y="31"/>
                    </a:cubicBezTo>
                    <a:cubicBezTo>
                      <a:pt x="115" y="31"/>
                      <a:pt x="115" y="31"/>
                      <a:pt x="114" y="31"/>
                    </a:cubicBezTo>
                    <a:cubicBezTo>
                      <a:pt x="114" y="31"/>
                      <a:pt x="114" y="31"/>
                      <a:pt x="114" y="31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29"/>
                      <a:pt x="114" y="29"/>
                      <a:pt x="114" y="29"/>
                    </a:cubicBezTo>
                    <a:cubicBezTo>
                      <a:pt x="114" y="29"/>
                      <a:pt x="114" y="29"/>
                      <a:pt x="114" y="29"/>
                    </a:cubicBezTo>
                    <a:cubicBezTo>
                      <a:pt x="114" y="29"/>
                      <a:pt x="114" y="28"/>
                      <a:pt x="114" y="28"/>
                    </a:cubicBezTo>
                    <a:cubicBezTo>
                      <a:pt x="114" y="26"/>
                      <a:pt x="114" y="26"/>
                      <a:pt x="114" y="26"/>
                    </a:cubicBezTo>
                    <a:cubicBezTo>
                      <a:pt x="114" y="26"/>
                      <a:pt x="114" y="26"/>
                      <a:pt x="114" y="26"/>
                    </a:cubicBezTo>
                    <a:cubicBezTo>
                      <a:pt x="114" y="26"/>
                      <a:pt x="114" y="26"/>
                      <a:pt x="114" y="26"/>
                    </a:cubicBezTo>
                    <a:cubicBezTo>
                      <a:pt x="114" y="26"/>
                      <a:pt x="114" y="25"/>
                      <a:pt x="114" y="25"/>
                    </a:cubicBezTo>
                    <a:cubicBezTo>
                      <a:pt x="114" y="24"/>
                      <a:pt x="114" y="24"/>
                      <a:pt x="114" y="24"/>
                    </a:cubicBezTo>
                    <a:cubicBezTo>
                      <a:pt x="114" y="23"/>
                      <a:pt x="114" y="23"/>
                      <a:pt x="114" y="23"/>
                    </a:cubicBezTo>
                    <a:cubicBezTo>
                      <a:pt x="114" y="23"/>
                      <a:pt x="114" y="23"/>
                      <a:pt x="114" y="23"/>
                    </a:cubicBezTo>
                    <a:cubicBezTo>
                      <a:pt x="114" y="23"/>
                      <a:pt x="113" y="22"/>
                      <a:pt x="113" y="22"/>
                    </a:cubicBezTo>
                    <a:cubicBezTo>
                      <a:pt x="113" y="22"/>
                      <a:pt x="113" y="22"/>
                      <a:pt x="113" y="22"/>
                    </a:cubicBezTo>
                    <a:cubicBezTo>
                      <a:pt x="113" y="22"/>
                      <a:pt x="113" y="22"/>
                      <a:pt x="113" y="21"/>
                    </a:cubicBezTo>
                    <a:cubicBezTo>
                      <a:pt x="113" y="21"/>
                      <a:pt x="113" y="21"/>
                      <a:pt x="113" y="21"/>
                    </a:cubicBezTo>
                    <a:cubicBezTo>
                      <a:pt x="113" y="22"/>
                      <a:pt x="113" y="22"/>
                      <a:pt x="112" y="22"/>
                    </a:cubicBezTo>
                    <a:cubicBezTo>
                      <a:pt x="112" y="22"/>
                      <a:pt x="112" y="22"/>
                      <a:pt x="112" y="22"/>
                    </a:cubicBezTo>
                    <a:cubicBezTo>
                      <a:pt x="112" y="22"/>
                      <a:pt x="112" y="22"/>
                      <a:pt x="112" y="22"/>
                    </a:cubicBezTo>
                    <a:cubicBezTo>
                      <a:pt x="111" y="22"/>
                      <a:pt x="111" y="22"/>
                      <a:pt x="111" y="22"/>
                    </a:cubicBezTo>
                    <a:cubicBezTo>
                      <a:pt x="111" y="22"/>
                      <a:pt x="111" y="22"/>
                      <a:pt x="111" y="22"/>
                    </a:cubicBezTo>
                    <a:cubicBezTo>
                      <a:pt x="111" y="22"/>
                      <a:pt x="111" y="22"/>
                      <a:pt x="111" y="22"/>
                    </a:cubicBezTo>
                    <a:cubicBezTo>
                      <a:pt x="111" y="22"/>
                      <a:pt x="111" y="23"/>
                      <a:pt x="111" y="23"/>
                    </a:cubicBezTo>
                    <a:cubicBezTo>
                      <a:pt x="111" y="23"/>
                      <a:pt x="111" y="23"/>
                      <a:pt x="111" y="23"/>
                    </a:cubicBezTo>
                    <a:cubicBezTo>
                      <a:pt x="111" y="23"/>
                      <a:pt x="111" y="23"/>
                      <a:pt x="111" y="23"/>
                    </a:cubicBezTo>
                    <a:cubicBezTo>
                      <a:pt x="111" y="23"/>
                      <a:pt x="111" y="23"/>
                      <a:pt x="111" y="23"/>
                    </a:cubicBezTo>
                    <a:cubicBezTo>
                      <a:pt x="111" y="23"/>
                      <a:pt x="111" y="23"/>
                      <a:pt x="111" y="23"/>
                    </a:cubicBezTo>
                    <a:cubicBezTo>
                      <a:pt x="112" y="23"/>
                      <a:pt x="112" y="23"/>
                      <a:pt x="112" y="23"/>
                    </a:cubicBezTo>
                    <a:cubicBezTo>
                      <a:pt x="112" y="23"/>
                      <a:pt x="112" y="23"/>
                      <a:pt x="112" y="23"/>
                    </a:cubicBezTo>
                    <a:cubicBezTo>
                      <a:pt x="112" y="23"/>
                      <a:pt x="112" y="23"/>
                      <a:pt x="112" y="23"/>
                    </a:cubicBezTo>
                    <a:cubicBezTo>
                      <a:pt x="112" y="23"/>
                      <a:pt x="112" y="23"/>
                      <a:pt x="112" y="23"/>
                    </a:cubicBezTo>
                    <a:cubicBezTo>
                      <a:pt x="112" y="23"/>
                      <a:pt x="112" y="23"/>
                      <a:pt x="112" y="23"/>
                    </a:cubicBezTo>
                    <a:cubicBezTo>
                      <a:pt x="112" y="23"/>
                      <a:pt x="112" y="23"/>
                      <a:pt x="112" y="23"/>
                    </a:cubicBezTo>
                    <a:cubicBezTo>
                      <a:pt x="112" y="23"/>
                      <a:pt x="112" y="23"/>
                      <a:pt x="112" y="23"/>
                    </a:cubicBezTo>
                    <a:cubicBezTo>
                      <a:pt x="112" y="23"/>
                      <a:pt x="112" y="23"/>
                      <a:pt x="112" y="23"/>
                    </a:cubicBezTo>
                    <a:cubicBezTo>
                      <a:pt x="112" y="22"/>
                      <a:pt x="112" y="22"/>
                      <a:pt x="112" y="22"/>
                    </a:cubicBezTo>
                    <a:cubicBezTo>
                      <a:pt x="112" y="22"/>
                      <a:pt x="112" y="22"/>
                      <a:pt x="112" y="22"/>
                    </a:cubicBezTo>
                    <a:cubicBezTo>
                      <a:pt x="112" y="22"/>
                      <a:pt x="112" y="22"/>
                      <a:pt x="112" y="22"/>
                    </a:cubicBezTo>
                    <a:cubicBezTo>
                      <a:pt x="112" y="22"/>
                      <a:pt x="112" y="22"/>
                      <a:pt x="112" y="22"/>
                    </a:cubicBezTo>
                    <a:cubicBezTo>
                      <a:pt x="112" y="22"/>
                      <a:pt x="112" y="22"/>
                      <a:pt x="112" y="22"/>
                    </a:cubicBezTo>
                    <a:cubicBezTo>
                      <a:pt x="112" y="22"/>
                      <a:pt x="112" y="22"/>
                      <a:pt x="112" y="22"/>
                    </a:cubicBezTo>
                    <a:cubicBezTo>
                      <a:pt x="112" y="22"/>
                      <a:pt x="112" y="22"/>
                      <a:pt x="112" y="22"/>
                    </a:cubicBezTo>
                    <a:cubicBezTo>
                      <a:pt x="112" y="22"/>
                      <a:pt x="112" y="22"/>
                      <a:pt x="112" y="22"/>
                    </a:cubicBezTo>
                    <a:cubicBezTo>
                      <a:pt x="113" y="22"/>
                      <a:pt x="113" y="22"/>
                      <a:pt x="113" y="22"/>
                    </a:cubicBezTo>
                    <a:cubicBezTo>
                      <a:pt x="113" y="22"/>
                      <a:pt x="113" y="22"/>
                      <a:pt x="113" y="22"/>
                    </a:cubicBezTo>
                    <a:cubicBezTo>
                      <a:pt x="113" y="22"/>
                      <a:pt x="113" y="23"/>
                      <a:pt x="113" y="23"/>
                    </a:cubicBezTo>
                    <a:cubicBezTo>
                      <a:pt x="113" y="23"/>
                      <a:pt x="113" y="23"/>
                      <a:pt x="113" y="23"/>
                    </a:cubicBezTo>
                    <a:cubicBezTo>
                      <a:pt x="113" y="24"/>
                      <a:pt x="113" y="24"/>
                      <a:pt x="113" y="24"/>
                    </a:cubicBezTo>
                    <a:cubicBezTo>
                      <a:pt x="113" y="24"/>
                      <a:pt x="113" y="24"/>
                      <a:pt x="113" y="24"/>
                    </a:cubicBezTo>
                    <a:cubicBezTo>
                      <a:pt x="113" y="24"/>
                      <a:pt x="113" y="24"/>
                      <a:pt x="113" y="24"/>
                    </a:cubicBezTo>
                    <a:cubicBezTo>
                      <a:pt x="113" y="24"/>
                      <a:pt x="113" y="24"/>
                      <a:pt x="113" y="24"/>
                    </a:cubicBezTo>
                    <a:cubicBezTo>
                      <a:pt x="113" y="24"/>
                      <a:pt x="113" y="24"/>
                      <a:pt x="113" y="24"/>
                    </a:cubicBezTo>
                    <a:cubicBezTo>
                      <a:pt x="113" y="25"/>
                      <a:pt x="113" y="25"/>
                      <a:pt x="113" y="25"/>
                    </a:cubicBezTo>
                    <a:cubicBezTo>
                      <a:pt x="113" y="26"/>
                      <a:pt x="113" y="26"/>
                      <a:pt x="113" y="26"/>
                    </a:cubicBezTo>
                    <a:cubicBezTo>
                      <a:pt x="113" y="26"/>
                      <a:pt x="113" y="26"/>
                      <a:pt x="113" y="26"/>
                    </a:cubicBezTo>
                    <a:cubicBezTo>
                      <a:pt x="113" y="27"/>
                      <a:pt x="113" y="27"/>
                      <a:pt x="112" y="27"/>
                    </a:cubicBezTo>
                    <a:cubicBezTo>
                      <a:pt x="112" y="27"/>
                      <a:pt x="112" y="27"/>
                      <a:pt x="112" y="27"/>
                    </a:cubicBezTo>
                    <a:cubicBezTo>
                      <a:pt x="112" y="27"/>
                      <a:pt x="112" y="27"/>
                      <a:pt x="112" y="27"/>
                    </a:cubicBezTo>
                    <a:cubicBezTo>
                      <a:pt x="111" y="28"/>
                      <a:pt x="111" y="28"/>
                      <a:pt x="111" y="28"/>
                    </a:cubicBezTo>
                    <a:cubicBezTo>
                      <a:pt x="110" y="28"/>
                      <a:pt x="110" y="28"/>
                      <a:pt x="110" y="28"/>
                    </a:cubicBezTo>
                    <a:cubicBezTo>
                      <a:pt x="109" y="28"/>
                      <a:pt x="109" y="28"/>
                      <a:pt x="109" y="28"/>
                    </a:cubicBezTo>
                    <a:cubicBezTo>
                      <a:pt x="108" y="28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7"/>
                    </a:cubicBezTo>
                    <a:cubicBezTo>
                      <a:pt x="107" y="27"/>
                      <a:pt x="107" y="27"/>
                      <a:pt x="107" y="26"/>
                    </a:cubicBezTo>
                    <a:cubicBezTo>
                      <a:pt x="107" y="26"/>
                      <a:pt x="107" y="26"/>
                      <a:pt x="107" y="26"/>
                    </a:cubicBezTo>
                    <a:cubicBezTo>
                      <a:pt x="107" y="26"/>
                      <a:pt x="107" y="26"/>
                      <a:pt x="107" y="25"/>
                    </a:cubicBezTo>
                    <a:cubicBezTo>
                      <a:pt x="107" y="25"/>
                      <a:pt x="107" y="25"/>
                      <a:pt x="107" y="25"/>
                    </a:cubicBezTo>
                    <a:cubicBezTo>
                      <a:pt x="107" y="25"/>
                      <a:pt x="107" y="25"/>
                      <a:pt x="107" y="25"/>
                    </a:cubicBezTo>
                    <a:cubicBezTo>
                      <a:pt x="107" y="25"/>
                      <a:pt x="107" y="25"/>
                      <a:pt x="107" y="24"/>
                    </a:cubicBezTo>
                    <a:cubicBezTo>
                      <a:pt x="107" y="24"/>
                      <a:pt x="107" y="24"/>
                      <a:pt x="107" y="24"/>
                    </a:cubicBezTo>
                    <a:cubicBezTo>
                      <a:pt x="107" y="24"/>
                      <a:pt x="107" y="24"/>
                      <a:pt x="107" y="24"/>
                    </a:cubicBezTo>
                    <a:cubicBezTo>
                      <a:pt x="107" y="24"/>
                      <a:pt x="107" y="23"/>
                      <a:pt x="107" y="23"/>
                    </a:cubicBezTo>
                    <a:cubicBezTo>
                      <a:pt x="107" y="23"/>
                      <a:pt x="107" y="23"/>
                      <a:pt x="107" y="23"/>
                    </a:cubicBezTo>
                    <a:cubicBezTo>
                      <a:pt x="107" y="23"/>
                      <a:pt x="107" y="23"/>
                      <a:pt x="107" y="23"/>
                    </a:cubicBezTo>
                    <a:cubicBezTo>
                      <a:pt x="107" y="23"/>
                      <a:pt x="107" y="23"/>
                      <a:pt x="107" y="22"/>
                    </a:cubicBezTo>
                    <a:cubicBezTo>
                      <a:pt x="107" y="22"/>
                      <a:pt x="107" y="22"/>
                      <a:pt x="107" y="22"/>
                    </a:cubicBezTo>
                    <a:cubicBezTo>
                      <a:pt x="107" y="22"/>
                      <a:pt x="107" y="22"/>
                      <a:pt x="107" y="22"/>
                    </a:cubicBezTo>
                    <a:cubicBezTo>
                      <a:pt x="107" y="22"/>
                      <a:pt x="108" y="22"/>
                      <a:pt x="108" y="22"/>
                    </a:cubicBezTo>
                    <a:cubicBezTo>
                      <a:pt x="108" y="22"/>
                      <a:pt x="108" y="22"/>
                      <a:pt x="108" y="22"/>
                    </a:cubicBezTo>
                    <a:cubicBezTo>
                      <a:pt x="108" y="22"/>
                      <a:pt x="108" y="22"/>
                      <a:pt x="108" y="22"/>
                    </a:cubicBezTo>
                    <a:cubicBezTo>
                      <a:pt x="108" y="22"/>
                      <a:pt x="108" y="22"/>
                      <a:pt x="108" y="22"/>
                    </a:cubicBezTo>
                    <a:cubicBezTo>
                      <a:pt x="108" y="22"/>
                      <a:pt x="108" y="22"/>
                      <a:pt x="108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4"/>
                      <a:pt x="108" y="24"/>
                      <a:pt x="108" y="24"/>
                    </a:cubicBezTo>
                    <a:cubicBezTo>
                      <a:pt x="108" y="24"/>
                      <a:pt x="109" y="23"/>
                      <a:pt x="109" y="23"/>
                    </a:cubicBezTo>
                    <a:cubicBezTo>
                      <a:pt x="109" y="23"/>
                      <a:pt x="109" y="23"/>
                      <a:pt x="109" y="23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109" y="22"/>
                      <a:pt x="108" y="22"/>
                      <a:pt x="108" y="22"/>
                    </a:cubicBezTo>
                    <a:cubicBezTo>
                      <a:pt x="108" y="22"/>
                      <a:pt x="107" y="22"/>
                      <a:pt x="107" y="22"/>
                    </a:cubicBezTo>
                    <a:cubicBezTo>
                      <a:pt x="107" y="21"/>
                      <a:pt x="107" y="21"/>
                      <a:pt x="107" y="21"/>
                    </a:cubicBezTo>
                    <a:cubicBezTo>
                      <a:pt x="107" y="21"/>
                      <a:pt x="107" y="22"/>
                      <a:pt x="107" y="22"/>
                    </a:cubicBezTo>
                    <a:cubicBezTo>
                      <a:pt x="107" y="22"/>
                      <a:pt x="107" y="22"/>
                      <a:pt x="107" y="22"/>
                    </a:cubicBezTo>
                    <a:cubicBezTo>
                      <a:pt x="106" y="22"/>
                      <a:pt x="106" y="22"/>
                      <a:pt x="106" y="22"/>
                    </a:cubicBezTo>
                    <a:cubicBezTo>
                      <a:pt x="106" y="22"/>
                      <a:pt x="106" y="22"/>
                      <a:pt x="106" y="22"/>
                    </a:cubicBezTo>
                    <a:cubicBezTo>
                      <a:pt x="106" y="22"/>
                      <a:pt x="106" y="22"/>
                      <a:pt x="106" y="23"/>
                    </a:cubicBezTo>
                    <a:cubicBezTo>
                      <a:pt x="106" y="23"/>
                      <a:pt x="106" y="23"/>
                      <a:pt x="106" y="23"/>
                    </a:cubicBezTo>
                    <a:cubicBezTo>
                      <a:pt x="106" y="23"/>
                      <a:pt x="106" y="23"/>
                      <a:pt x="106" y="23"/>
                    </a:cubicBezTo>
                    <a:cubicBezTo>
                      <a:pt x="106" y="23"/>
                      <a:pt x="106" y="23"/>
                      <a:pt x="106" y="24"/>
                    </a:cubicBezTo>
                    <a:cubicBezTo>
                      <a:pt x="106" y="24"/>
                      <a:pt x="106" y="24"/>
                      <a:pt x="106" y="25"/>
                    </a:cubicBezTo>
                    <a:cubicBezTo>
                      <a:pt x="106" y="25"/>
                      <a:pt x="106" y="25"/>
                      <a:pt x="106" y="25"/>
                    </a:cubicBezTo>
                    <a:cubicBezTo>
                      <a:pt x="106" y="26"/>
                      <a:pt x="106" y="26"/>
                      <a:pt x="106" y="26"/>
                    </a:cubicBezTo>
                    <a:cubicBezTo>
                      <a:pt x="106" y="26"/>
                      <a:pt x="106" y="26"/>
                      <a:pt x="106" y="26"/>
                    </a:cubicBezTo>
                    <a:cubicBezTo>
                      <a:pt x="106" y="26"/>
                      <a:pt x="106" y="26"/>
                      <a:pt x="106" y="26"/>
                    </a:cubicBezTo>
                    <a:cubicBezTo>
                      <a:pt x="106" y="27"/>
                      <a:pt x="106" y="27"/>
                      <a:pt x="106" y="28"/>
                    </a:cubicBezTo>
                    <a:cubicBezTo>
                      <a:pt x="106" y="28"/>
                      <a:pt x="106" y="28"/>
                      <a:pt x="106" y="28"/>
                    </a:cubicBezTo>
                    <a:cubicBezTo>
                      <a:pt x="106" y="28"/>
                      <a:pt x="106" y="28"/>
                      <a:pt x="106" y="28"/>
                    </a:cubicBezTo>
                    <a:cubicBezTo>
                      <a:pt x="106" y="28"/>
                      <a:pt x="106" y="28"/>
                      <a:pt x="106" y="28"/>
                    </a:cubicBezTo>
                    <a:cubicBezTo>
                      <a:pt x="106" y="30"/>
                      <a:pt x="106" y="30"/>
                      <a:pt x="106" y="30"/>
                    </a:cubicBezTo>
                    <a:cubicBezTo>
                      <a:pt x="106" y="30"/>
                      <a:pt x="106" y="30"/>
                      <a:pt x="106" y="30"/>
                    </a:cubicBezTo>
                    <a:cubicBezTo>
                      <a:pt x="106" y="30"/>
                      <a:pt x="106" y="30"/>
                      <a:pt x="106" y="30"/>
                    </a:cubicBezTo>
                    <a:cubicBezTo>
                      <a:pt x="106" y="30"/>
                      <a:pt x="106" y="30"/>
                      <a:pt x="106" y="30"/>
                    </a:cubicBezTo>
                    <a:cubicBezTo>
                      <a:pt x="106" y="30"/>
                      <a:pt x="106" y="30"/>
                      <a:pt x="106" y="30"/>
                    </a:cubicBezTo>
                    <a:cubicBezTo>
                      <a:pt x="106" y="30"/>
                      <a:pt x="106" y="30"/>
                      <a:pt x="106" y="30"/>
                    </a:cubicBezTo>
                    <a:cubicBezTo>
                      <a:pt x="106" y="30"/>
                      <a:pt x="106" y="30"/>
                      <a:pt x="105" y="30"/>
                    </a:cubicBezTo>
                    <a:cubicBezTo>
                      <a:pt x="105" y="30"/>
                      <a:pt x="105" y="31"/>
                      <a:pt x="105" y="31"/>
                    </a:cubicBezTo>
                    <a:cubicBezTo>
                      <a:pt x="105" y="31"/>
                      <a:pt x="105" y="31"/>
                      <a:pt x="105" y="31"/>
                    </a:cubicBezTo>
                    <a:cubicBezTo>
                      <a:pt x="105" y="31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5" y="30"/>
                      <a:pt x="105" y="29"/>
                      <a:pt x="105" y="29"/>
                    </a:cubicBezTo>
                    <a:cubicBezTo>
                      <a:pt x="105" y="29"/>
                      <a:pt x="105" y="29"/>
                      <a:pt x="105" y="29"/>
                    </a:cubicBezTo>
                    <a:cubicBezTo>
                      <a:pt x="105" y="29"/>
                      <a:pt x="105" y="29"/>
                      <a:pt x="105" y="29"/>
                    </a:cubicBezTo>
                    <a:cubicBezTo>
                      <a:pt x="105" y="28"/>
                      <a:pt x="105" y="28"/>
                      <a:pt x="105" y="28"/>
                    </a:cubicBezTo>
                    <a:cubicBezTo>
                      <a:pt x="105" y="28"/>
                      <a:pt x="105" y="28"/>
                      <a:pt x="105" y="28"/>
                    </a:cubicBezTo>
                    <a:cubicBezTo>
                      <a:pt x="105" y="28"/>
                      <a:pt x="105" y="28"/>
                      <a:pt x="105" y="28"/>
                    </a:cubicBezTo>
                    <a:cubicBezTo>
                      <a:pt x="105" y="27"/>
                      <a:pt x="105" y="27"/>
                      <a:pt x="105" y="27"/>
                    </a:cubicBezTo>
                    <a:cubicBezTo>
                      <a:pt x="105" y="27"/>
                      <a:pt x="105" y="26"/>
                      <a:pt x="105" y="26"/>
                    </a:cubicBezTo>
                    <a:cubicBezTo>
                      <a:pt x="105" y="26"/>
                      <a:pt x="105" y="25"/>
                      <a:pt x="105" y="25"/>
                    </a:cubicBezTo>
                    <a:cubicBezTo>
                      <a:pt x="105" y="25"/>
                      <a:pt x="105" y="25"/>
                      <a:pt x="105" y="25"/>
                    </a:cubicBezTo>
                    <a:cubicBezTo>
                      <a:pt x="105" y="25"/>
                      <a:pt x="105" y="25"/>
                      <a:pt x="105" y="24"/>
                    </a:cubicBezTo>
                    <a:cubicBezTo>
                      <a:pt x="105" y="24"/>
                      <a:pt x="105" y="24"/>
                      <a:pt x="105" y="23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5" y="23"/>
                      <a:pt x="105" y="23"/>
                      <a:pt x="105" y="22"/>
                    </a:cubicBezTo>
                    <a:cubicBezTo>
                      <a:pt x="105" y="22"/>
                      <a:pt x="105" y="22"/>
                      <a:pt x="105" y="22"/>
                    </a:cubicBezTo>
                    <a:cubicBezTo>
                      <a:pt x="105" y="22"/>
                      <a:pt x="105" y="22"/>
                      <a:pt x="105" y="22"/>
                    </a:cubicBezTo>
                    <a:cubicBezTo>
                      <a:pt x="105" y="22"/>
                      <a:pt x="105" y="21"/>
                      <a:pt x="105" y="21"/>
                    </a:cubicBezTo>
                    <a:cubicBezTo>
                      <a:pt x="105" y="21"/>
                      <a:pt x="106" y="21"/>
                      <a:pt x="106" y="20"/>
                    </a:cubicBezTo>
                    <a:cubicBezTo>
                      <a:pt x="106" y="20"/>
                      <a:pt x="106" y="20"/>
                      <a:pt x="106" y="20"/>
                    </a:cubicBezTo>
                    <a:cubicBezTo>
                      <a:pt x="106" y="20"/>
                      <a:pt x="106" y="20"/>
                      <a:pt x="106" y="20"/>
                    </a:cubicBezTo>
                    <a:cubicBezTo>
                      <a:pt x="106" y="20"/>
                      <a:pt x="106" y="20"/>
                      <a:pt x="106" y="19"/>
                    </a:cubicBezTo>
                    <a:cubicBezTo>
                      <a:pt x="106" y="19"/>
                      <a:pt x="106" y="19"/>
                      <a:pt x="106" y="19"/>
                    </a:cubicBezTo>
                    <a:cubicBezTo>
                      <a:pt x="106" y="19"/>
                      <a:pt x="106" y="19"/>
                      <a:pt x="106" y="19"/>
                    </a:cubicBezTo>
                    <a:cubicBezTo>
                      <a:pt x="106" y="18"/>
                      <a:pt x="106" y="18"/>
                      <a:pt x="106" y="18"/>
                    </a:cubicBezTo>
                    <a:cubicBezTo>
                      <a:pt x="106" y="18"/>
                      <a:pt x="106" y="18"/>
                      <a:pt x="106" y="18"/>
                    </a:cubicBezTo>
                    <a:cubicBezTo>
                      <a:pt x="106" y="18"/>
                      <a:pt x="106" y="18"/>
                      <a:pt x="106" y="17"/>
                    </a:cubicBezTo>
                    <a:cubicBezTo>
                      <a:pt x="106" y="17"/>
                      <a:pt x="106" y="17"/>
                      <a:pt x="106" y="17"/>
                    </a:cubicBezTo>
                    <a:cubicBezTo>
                      <a:pt x="106" y="17"/>
                      <a:pt x="106" y="17"/>
                      <a:pt x="107" y="17"/>
                    </a:cubicBezTo>
                    <a:cubicBezTo>
                      <a:pt x="107" y="17"/>
                      <a:pt x="107" y="17"/>
                      <a:pt x="107" y="17"/>
                    </a:cubicBezTo>
                    <a:cubicBezTo>
                      <a:pt x="107" y="17"/>
                      <a:pt x="107" y="17"/>
                      <a:pt x="107" y="17"/>
                    </a:cubicBezTo>
                    <a:cubicBezTo>
                      <a:pt x="108" y="17"/>
                      <a:pt x="108" y="16"/>
                      <a:pt x="108" y="16"/>
                    </a:cubicBezTo>
                    <a:cubicBezTo>
                      <a:pt x="109" y="16"/>
                      <a:pt x="109" y="16"/>
                      <a:pt x="109" y="16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08" y="15"/>
                      <a:pt x="108" y="16"/>
                      <a:pt x="107" y="16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5" y="16"/>
                      <a:pt x="105" y="16"/>
                      <a:pt x="105" y="16"/>
                    </a:cubicBezTo>
                    <a:cubicBezTo>
                      <a:pt x="105" y="16"/>
                      <a:pt x="105" y="16"/>
                      <a:pt x="105" y="16"/>
                    </a:cubicBezTo>
                    <a:cubicBezTo>
                      <a:pt x="105" y="16"/>
                      <a:pt x="105" y="16"/>
                      <a:pt x="105" y="16"/>
                    </a:cubicBezTo>
                    <a:cubicBezTo>
                      <a:pt x="104" y="16"/>
                      <a:pt x="104" y="16"/>
                      <a:pt x="104" y="16"/>
                    </a:cubicBezTo>
                    <a:cubicBezTo>
                      <a:pt x="104" y="15"/>
                      <a:pt x="104" y="15"/>
                      <a:pt x="104" y="15"/>
                    </a:cubicBezTo>
                    <a:cubicBezTo>
                      <a:pt x="104" y="15"/>
                      <a:pt x="104" y="15"/>
                      <a:pt x="104" y="15"/>
                    </a:cubicBezTo>
                    <a:cubicBezTo>
                      <a:pt x="104" y="15"/>
                      <a:pt x="104" y="15"/>
                      <a:pt x="104" y="15"/>
                    </a:cubicBezTo>
                    <a:cubicBezTo>
                      <a:pt x="104" y="15"/>
                      <a:pt x="104" y="15"/>
                      <a:pt x="104" y="15"/>
                    </a:cubicBezTo>
                    <a:cubicBezTo>
                      <a:pt x="104" y="15"/>
                      <a:pt x="104" y="15"/>
                      <a:pt x="104" y="14"/>
                    </a:cubicBezTo>
                    <a:cubicBezTo>
                      <a:pt x="104" y="14"/>
                      <a:pt x="104" y="14"/>
                      <a:pt x="104" y="14"/>
                    </a:cubicBezTo>
                    <a:cubicBezTo>
                      <a:pt x="104" y="14"/>
                      <a:pt x="104" y="14"/>
                      <a:pt x="104" y="14"/>
                    </a:cubicBezTo>
                    <a:cubicBezTo>
                      <a:pt x="104" y="14"/>
                      <a:pt x="105" y="14"/>
                      <a:pt x="105" y="14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7" y="14"/>
                      <a:pt x="107" y="14"/>
                      <a:pt x="107" y="14"/>
                    </a:cubicBezTo>
                    <a:cubicBezTo>
                      <a:pt x="107" y="14"/>
                      <a:pt x="107" y="14"/>
                      <a:pt x="107" y="14"/>
                    </a:cubicBezTo>
                    <a:cubicBezTo>
                      <a:pt x="108" y="14"/>
                      <a:pt x="108" y="14"/>
                      <a:pt x="108" y="14"/>
                    </a:cubicBezTo>
                    <a:cubicBezTo>
                      <a:pt x="110" y="14"/>
                      <a:pt x="110" y="14"/>
                      <a:pt x="110" y="14"/>
                    </a:cubicBezTo>
                    <a:cubicBezTo>
                      <a:pt x="110" y="14"/>
                      <a:pt x="110" y="14"/>
                      <a:pt x="110" y="14"/>
                    </a:cubicBezTo>
                    <a:cubicBezTo>
                      <a:pt x="110" y="14"/>
                      <a:pt x="110" y="14"/>
                      <a:pt x="110" y="14"/>
                    </a:cubicBezTo>
                    <a:cubicBezTo>
                      <a:pt x="110" y="14"/>
                      <a:pt x="110" y="14"/>
                      <a:pt x="110" y="14"/>
                    </a:cubicBezTo>
                    <a:cubicBezTo>
                      <a:pt x="110" y="13"/>
                      <a:pt x="110" y="13"/>
                      <a:pt x="110" y="13"/>
                    </a:cubicBezTo>
                    <a:cubicBezTo>
                      <a:pt x="109" y="13"/>
                      <a:pt x="108" y="13"/>
                      <a:pt x="108" y="13"/>
                    </a:cubicBezTo>
                    <a:cubicBezTo>
                      <a:pt x="108" y="13"/>
                      <a:pt x="107" y="13"/>
                      <a:pt x="107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11" y="16"/>
                      <a:pt x="111" y="16"/>
                      <a:pt x="111" y="16"/>
                    </a:cubicBezTo>
                    <a:close/>
                    <a:moveTo>
                      <a:pt x="107" y="19"/>
                    </a:moveTo>
                    <a:cubicBezTo>
                      <a:pt x="107" y="19"/>
                      <a:pt x="107" y="19"/>
                      <a:pt x="107" y="19"/>
                    </a:cubicBezTo>
                    <a:cubicBezTo>
                      <a:pt x="107" y="19"/>
                      <a:pt x="107" y="19"/>
                      <a:pt x="107" y="19"/>
                    </a:cubicBezTo>
                    <a:cubicBezTo>
                      <a:pt x="107" y="19"/>
                      <a:pt x="107" y="19"/>
                      <a:pt x="107" y="19"/>
                    </a:cubicBezTo>
                    <a:cubicBezTo>
                      <a:pt x="107" y="19"/>
                      <a:pt x="107" y="19"/>
                      <a:pt x="107" y="19"/>
                    </a:cubicBezTo>
                    <a:cubicBezTo>
                      <a:pt x="107" y="19"/>
                      <a:pt x="107" y="19"/>
                      <a:pt x="107" y="19"/>
                    </a:cubicBezTo>
                    <a:cubicBezTo>
                      <a:pt x="107" y="19"/>
                      <a:pt x="107" y="19"/>
                      <a:pt x="107" y="19"/>
                    </a:cubicBezTo>
                    <a:cubicBezTo>
                      <a:pt x="107" y="19"/>
                      <a:pt x="107" y="19"/>
                      <a:pt x="107" y="18"/>
                    </a:cubicBezTo>
                    <a:cubicBezTo>
                      <a:pt x="107" y="18"/>
                      <a:pt x="107" y="18"/>
                      <a:pt x="107" y="18"/>
                    </a:cubicBezTo>
                    <a:cubicBezTo>
                      <a:pt x="107" y="18"/>
                      <a:pt x="107" y="18"/>
                      <a:pt x="107" y="18"/>
                    </a:cubicBezTo>
                    <a:cubicBezTo>
                      <a:pt x="107" y="18"/>
                      <a:pt x="107" y="18"/>
                      <a:pt x="107" y="18"/>
                    </a:cubicBezTo>
                    <a:cubicBezTo>
                      <a:pt x="107" y="18"/>
                      <a:pt x="107" y="18"/>
                      <a:pt x="107" y="18"/>
                    </a:cubicBezTo>
                    <a:cubicBezTo>
                      <a:pt x="107" y="18"/>
                      <a:pt x="107" y="18"/>
                      <a:pt x="107" y="18"/>
                    </a:cubicBezTo>
                    <a:cubicBezTo>
                      <a:pt x="107" y="18"/>
                      <a:pt x="107" y="18"/>
                      <a:pt x="107" y="18"/>
                    </a:cubicBezTo>
                    <a:cubicBezTo>
                      <a:pt x="107" y="18"/>
                      <a:pt x="107" y="18"/>
                      <a:pt x="108" y="18"/>
                    </a:cubicBezTo>
                    <a:cubicBezTo>
                      <a:pt x="108" y="18"/>
                      <a:pt x="109" y="17"/>
                      <a:pt x="109" y="17"/>
                    </a:cubicBezTo>
                    <a:cubicBezTo>
                      <a:pt x="109" y="18"/>
                      <a:pt x="109" y="18"/>
                      <a:pt x="109" y="18"/>
                    </a:cubicBezTo>
                    <a:cubicBezTo>
                      <a:pt x="109" y="18"/>
                      <a:pt x="109" y="18"/>
                      <a:pt x="109" y="18"/>
                    </a:cubicBezTo>
                    <a:cubicBezTo>
                      <a:pt x="109" y="18"/>
                      <a:pt x="109" y="18"/>
                      <a:pt x="109" y="18"/>
                    </a:cubicBezTo>
                    <a:cubicBezTo>
                      <a:pt x="108" y="18"/>
                      <a:pt x="108" y="18"/>
                      <a:pt x="108" y="19"/>
                    </a:cubicBezTo>
                    <a:cubicBezTo>
                      <a:pt x="108" y="19"/>
                      <a:pt x="108" y="19"/>
                      <a:pt x="108" y="19"/>
                    </a:cubicBezTo>
                    <a:cubicBezTo>
                      <a:pt x="108" y="19"/>
                      <a:pt x="108" y="19"/>
                      <a:pt x="107" y="19"/>
                    </a:cubicBezTo>
                    <a:cubicBezTo>
                      <a:pt x="107" y="19"/>
                      <a:pt x="107" y="19"/>
                      <a:pt x="107" y="19"/>
                    </a:cubicBezTo>
                    <a:cubicBezTo>
                      <a:pt x="107" y="19"/>
                      <a:pt x="107" y="19"/>
                      <a:pt x="107" y="19"/>
                    </a:cubicBezTo>
                    <a:close/>
                    <a:moveTo>
                      <a:pt x="109" y="19"/>
                    </a:moveTo>
                    <a:cubicBezTo>
                      <a:pt x="109" y="21"/>
                      <a:pt x="109" y="21"/>
                      <a:pt x="109" y="21"/>
                    </a:cubicBezTo>
                    <a:cubicBezTo>
                      <a:pt x="109" y="21"/>
                      <a:pt x="109" y="21"/>
                      <a:pt x="109" y="21"/>
                    </a:cubicBezTo>
                    <a:cubicBezTo>
                      <a:pt x="108" y="21"/>
                      <a:pt x="108" y="21"/>
                      <a:pt x="108" y="21"/>
                    </a:cubicBezTo>
                    <a:cubicBezTo>
                      <a:pt x="108" y="21"/>
                      <a:pt x="108" y="21"/>
                      <a:pt x="108" y="21"/>
                    </a:cubicBezTo>
                    <a:cubicBezTo>
                      <a:pt x="108" y="20"/>
                      <a:pt x="108" y="20"/>
                      <a:pt x="108" y="20"/>
                    </a:cubicBezTo>
                    <a:cubicBezTo>
                      <a:pt x="108" y="20"/>
                      <a:pt x="107" y="20"/>
                      <a:pt x="107" y="20"/>
                    </a:cubicBezTo>
                    <a:cubicBezTo>
                      <a:pt x="107" y="20"/>
                      <a:pt x="107" y="20"/>
                      <a:pt x="107" y="20"/>
                    </a:cubicBezTo>
                    <a:cubicBezTo>
                      <a:pt x="107" y="20"/>
                      <a:pt x="107" y="20"/>
                      <a:pt x="107" y="20"/>
                    </a:cubicBezTo>
                    <a:cubicBezTo>
                      <a:pt x="108" y="20"/>
                      <a:pt x="108" y="20"/>
                      <a:pt x="108" y="20"/>
                    </a:cubicBezTo>
                    <a:cubicBezTo>
                      <a:pt x="108" y="20"/>
                      <a:pt x="108" y="20"/>
                      <a:pt x="108" y="20"/>
                    </a:cubicBezTo>
                    <a:cubicBezTo>
                      <a:pt x="108" y="20"/>
                      <a:pt x="108" y="20"/>
                      <a:pt x="108" y="20"/>
                    </a:cubicBezTo>
                    <a:cubicBezTo>
                      <a:pt x="109" y="19"/>
                      <a:pt x="109" y="19"/>
                      <a:pt x="109" y="19"/>
                    </a:cubicBezTo>
                    <a:close/>
                    <a:moveTo>
                      <a:pt x="112" y="25"/>
                    </a:moveTo>
                    <a:cubicBezTo>
                      <a:pt x="112" y="25"/>
                      <a:pt x="112" y="25"/>
                      <a:pt x="112" y="25"/>
                    </a:cubicBezTo>
                    <a:cubicBezTo>
                      <a:pt x="112" y="25"/>
                      <a:pt x="112" y="25"/>
                      <a:pt x="112" y="25"/>
                    </a:cubicBezTo>
                    <a:cubicBezTo>
                      <a:pt x="112" y="25"/>
                      <a:pt x="112" y="26"/>
                      <a:pt x="112" y="26"/>
                    </a:cubicBezTo>
                    <a:cubicBezTo>
                      <a:pt x="112" y="26"/>
                      <a:pt x="112" y="26"/>
                      <a:pt x="111" y="26"/>
                    </a:cubicBezTo>
                    <a:cubicBezTo>
                      <a:pt x="111" y="26"/>
                      <a:pt x="111" y="26"/>
                      <a:pt x="111" y="26"/>
                    </a:cubicBezTo>
                    <a:cubicBezTo>
                      <a:pt x="111" y="26"/>
                      <a:pt x="111" y="26"/>
                      <a:pt x="111" y="26"/>
                    </a:cubicBezTo>
                    <a:cubicBezTo>
                      <a:pt x="111" y="27"/>
                      <a:pt x="110" y="27"/>
                      <a:pt x="110" y="27"/>
                    </a:cubicBezTo>
                    <a:cubicBezTo>
                      <a:pt x="109" y="27"/>
                      <a:pt x="109" y="27"/>
                      <a:pt x="109" y="26"/>
                    </a:cubicBezTo>
                    <a:cubicBezTo>
                      <a:pt x="109" y="26"/>
                      <a:pt x="109" y="26"/>
                      <a:pt x="108" y="26"/>
                    </a:cubicBezTo>
                    <a:cubicBezTo>
                      <a:pt x="108" y="26"/>
                      <a:pt x="108" y="26"/>
                      <a:pt x="108" y="26"/>
                    </a:cubicBezTo>
                    <a:cubicBezTo>
                      <a:pt x="108" y="26"/>
                      <a:pt x="108" y="26"/>
                      <a:pt x="108" y="26"/>
                    </a:cubicBezTo>
                    <a:cubicBezTo>
                      <a:pt x="108" y="25"/>
                      <a:pt x="108" y="25"/>
                      <a:pt x="108" y="25"/>
                    </a:cubicBezTo>
                    <a:cubicBezTo>
                      <a:pt x="108" y="25"/>
                      <a:pt x="108" y="25"/>
                      <a:pt x="108" y="25"/>
                    </a:cubicBezTo>
                    <a:cubicBezTo>
                      <a:pt x="108" y="25"/>
                      <a:pt x="108" y="25"/>
                      <a:pt x="108" y="25"/>
                    </a:cubicBezTo>
                    <a:cubicBezTo>
                      <a:pt x="108" y="25"/>
                      <a:pt x="108" y="25"/>
                      <a:pt x="108" y="25"/>
                    </a:cubicBezTo>
                    <a:cubicBezTo>
                      <a:pt x="109" y="25"/>
                      <a:pt x="109" y="25"/>
                      <a:pt x="110" y="25"/>
                    </a:cubicBezTo>
                    <a:cubicBezTo>
                      <a:pt x="110" y="25"/>
                      <a:pt x="110" y="24"/>
                      <a:pt x="111" y="24"/>
                    </a:cubicBezTo>
                    <a:cubicBezTo>
                      <a:pt x="111" y="24"/>
                      <a:pt x="111" y="24"/>
                      <a:pt x="111" y="24"/>
                    </a:cubicBezTo>
                    <a:cubicBezTo>
                      <a:pt x="111" y="24"/>
                      <a:pt x="111" y="24"/>
                      <a:pt x="111" y="25"/>
                    </a:cubicBezTo>
                    <a:cubicBezTo>
                      <a:pt x="111" y="25"/>
                      <a:pt x="112" y="25"/>
                      <a:pt x="112" y="25"/>
                    </a:cubicBezTo>
                    <a:close/>
                    <a:moveTo>
                      <a:pt x="32" y="72"/>
                    </a:moveTo>
                    <a:cubicBezTo>
                      <a:pt x="31" y="73"/>
                      <a:pt x="31" y="73"/>
                      <a:pt x="31" y="73"/>
                    </a:cubicBezTo>
                    <a:cubicBezTo>
                      <a:pt x="31" y="73"/>
                      <a:pt x="30" y="73"/>
                      <a:pt x="30" y="73"/>
                    </a:cubicBezTo>
                    <a:cubicBezTo>
                      <a:pt x="30" y="73"/>
                      <a:pt x="29" y="73"/>
                      <a:pt x="29" y="73"/>
                    </a:cubicBezTo>
                    <a:cubicBezTo>
                      <a:pt x="29" y="73"/>
                      <a:pt x="29" y="73"/>
                      <a:pt x="29" y="73"/>
                    </a:cubicBezTo>
                    <a:cubicBezTo>
                      <a:pt x="29" y="72"/>
                      <a:pt x="29" y="72"/>
                      <a:pt x="29" y="72"/>
                    </a:cubicBezTo>
                    <a:cubicBezTo>
                      <a:pt x="29" y="72"/>
                      <a:pt x="29" y="72"/>
                      <a:pt x="29" y="72"/>
                    </a:cubicBezTo>
                    <a:cubicBezTo>
                      <a:pt x="29" y="72"/>
                      <a:pt x="29" y="72"/>
                      <a:pt x="29" y="72"/>
                    </a:cubicBezTo>
                    <a:cubicBezTo>
                      <a:pt x="29" y="72"/>
                      <a:pt x="29" y="72"/>
                      <a:pt x="29" y="72"/>
                    </a:cubicBezTo>
                    <a:cubicBezTo>
                      <a:pt x="30" y="71"/>
                      <a:pt x="31" y="71"/>
                      <a:pt x="31" y="71"/>
                    </a:cubicBezTo>
                    <a:cubicBezTo>
                      <a:pt x="31" y="71"/>
                      <a:pt x="31" y="71"/>
                      <a:pt x="31" y="71"/>
                    </a:cubicBezTo>
                    <a:cubicBezTo>
                      <a:pt x="31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3" y="71"/>
                      <a:pt x="33" y="71"/>
                    </a:cubicBezTo>
                    <a:cubicBezTo>
                      <a:pt x="33" y="71"/>
                      <a:pt x="33" y="71"/>
                      <a:pt x="33" y="71"/>
                    </a:cubicBezTo>
                    <a:cubicBezTo>
                      <a:pt x="33" y="71"/>
                      <a:pt x="33" y="71"/>
                      <a:pt x="33" y="71"/>
                    </a:cubicBezTo>
                    <a:cubicBezTo>
                      <a:pt x="33" y="71"/>
                      <a:pt x="34" y="71"/>
                      <a:pt x="34" y="71"/>
                    </a:cubicBezTo>
                    <a:cubicBezTo>
                      <a:pt x="34" y="70"/>
                      <a:pt x="34" y="70"/>
                      <a:pt x="34" y="70"/>
                    </a:cubicBezTo>
                    <a:cubicBezTo>
                      <a:pt x="34" y="70"/>
                      <a:pt x="34" y="69"/>
                      <a:pt x="34" y="69"/>
                    </a:cubicBezTo>
                    <a:cubicBezTo>
                      <a:pt x="34" y="69"/>
                      <a:pt x="34" y="68"/>
                      <a:pt x="35" y="68"/>
                    </a:cubicBezTo>
                    <a:cubicBezTo>
                      <a:pt x="35" y="68"/>
                      <a:pt x="35" y="68"/>
                      <a:pt x="35" y="67"/>
                    </a:cubicBezTo>
                    <a:cubicBezTo>
                      <a:pt x="35" y="67"/>
                      <a:pt x="35" y="67"/>
                      <a:pt x="35" y="66"/>
                    </a:cubicBezTo>
                    <a:cubicBezTo>
                      <a:pt x="35" y="66"/>
                      <a:pt x="36" y="66"/>
                      <a:pt x="36" y="66"/>
                    </a:cubicBezTo>
                    <a:cubicBezTo>
                      <a:pt x="36" y="66"/>
                      <a:pt x="36" y="65"/>
                      <a:pt x="36" y="65"/>
                    </a:cubicBezTo>
                    <a:cubicBezTo>
                      <a:pt x="36" y="65"/>
                      <a:pt x="36" y="65"/>
                      <a:pt x="36" y="65"/>
                    </a:cubicBezTo>
                    <a:cubicBezTo>
                      <a:pt x="36" y="65"/>
                      <a:pt x="36" y="65"/>
                      <a:pt x="36" y="65"/>
                    </a:cubicBezTo>
                    <a:cubicBezTo>
                      <a:pt x="36" y="65"/>
                      <a:pt x="36" y="65"/>
                      <a:pt x="36" y="64"/>
                    </a:cubicBezTo>
                    <a:cubicBezTo>
                      <a:pt x="36" y="64"/>
                      <a:pt x="36" y="65"/>
                      <a:pt x="36" y="65"/>
                    </a:cubicBezTo>
                    <a:cubicBezTo>
                      <a:pt x="35" y="65"/>
                      <a:pt x="35" y="65"/>
                      <a:pt x="35" y="65"/>
                    </a:cubicBezTo>
                    <a:cubicBezTo>
                      <a:pt x="35" y="65"/>
                      <a:pt x="35" y="65"/>
                      <a:pt x="35" y="65"/>
                    </a:cubicBezTo>
                    <a:cubicBezTo>
                      <a:pt x="36" y="65"/>
                      <a:pt x="35" y="65"/>
                      <a:pt x="35" y="65"/>
                    </a:cubicBezTo>
                    <a:cubicBezTo>
                      <a:pt x="35" y="65"/>
                      <a:pt x="35" y="65"/>
                      <a:pt x="35" y="65"/>
                    </a:cubicBezTo>
                    <a:cubicBezTo>
                      <a:pt x="34" y="65"/>
                      <a:pt x="34" y="66"/>
                      <a:pt x="34" y="66"/>
                    </a:cubicBezTo>
                    <a:cubicBezTo>
                      <a:pt x="34" y="66"/>
                      <a:pt x="33" y="66"/>
                      <a:pt x="33" y="66"/>
                    </a:cubicBezTo>
                    <a:cubicBezTo>
                      <a:pt x="33" y="66"/>
                      <a:pt x="33" y="67"/>
                      <a:pt x="33" y="67"/>
                    </a:cubicBezTo>
                    <a:cubicBezTo>
                      <a:pt x="33" y="67"/>
                      <a:pt x="33" y="67"/>
                      <a:pt x="33" y="67"/>
                    </a:cubicBezTo>
                    <a:cubicBezTo>
                      <a:pt x="33" y="67"/>
                      <a:pt x="33" y="67"/>
                      <a:pt x="33" y="67"/>
                    </a:cubicBezTo>
                    <a:cubicBezTo>
                      <a:pt x="33" y="67"/>
                      <a:pt x="33" y="67"/>
                      <a:pt x="33" y="67"/>
                    </a:cubicBezTo>
                    <a:cubicBezTo>
                      <a:pt x="33" y="68"/>
                      <a:pt x="33" y="68"/>
                      <a:pt x="33" y="68"/>
                    </a:cubicBezTo>
                    <a:cubicBezTo>
                      <a:pt x="33" y="68"/>
                      <a:pt x="32" y="68"/>
                      <a:pt x="32" y="68"/>
                    </a:cubicBezTo>
                    <a:cubicBezTo>
                      <a:pt x="32" y="68"/>
                      <a:pt x="32" y="68"/>
                      <a:pt x="32" y="68"/>
                    </a:cubicBezTo>
                    <a:cubicBezTo>
                      <a:pt x="32" y="68"/>
                      <a:pt x="32" y="68"/>
                      <a:pt x="32" y="67"/>
                    </a:cubicBezTo>
                    <a:cubicBezTo>
                      <a:pt x="32" y="67"/>
                      <a:pt x="32" y="67"/>
                      <a:pt x="32" y="67"/>
                    </a:cubicBezTo>
                    <a:cubicBezTo>
                      <a:pt x="32" y="67"/>
                      <a:pt x="32" y="67"/>
                      <a:pt x="32" y="67"/>
                    </a:cubicBezTo>
                    <a:cubicBezTo>
                      <a:pt x="31" y="67"/>
                      <a:pt x="31" y="67"/>
                      <a:pt x="31" y="67"/>
                    </a:cubicBezTo>
                    <a:cubicBezTo>
                      <a:pt x="31" y="67"/>
                      <a:pt x="31" y="67"/>
                      <a:pt x="31" y="67"/>
                    </a:cubicBezTo>
                    <a:cubicBezTo>
                      <a:pt x="31" y="67"/>
                      <a:pt x="31" y="67"/>
                      <a:pt x="31" y="68"/>
                    </a:cubicBezTo>
                    <a:cubicBezTo>
                      <a:pt x="30" y="68"/>
                      <a:pt x="30" y="68"/>
                      <a:pt x="30" y="68"/>
                    </a:cubicBezTo>
                    <a:cubicBezTo>
                      <a:pt x="30" y="68"/>
                      <a:pt x="30" y="68"/>
                      <a:pt x="30" y="68"/>
                    </a:cubicBezTo>
                    <a:cubicBezTo>
                      <a:pt x="30" y="68"/>
                      <a:pt x="30" y="68"/>
                      <a:pt x="30" y="68"/>
                    </a:cubicBezTo>
                    <a:cubicBezTo>
                      <a:pt x="30" y="68"/>
                      <a:pt x="30" y="69"/>
                      <a:pt x="30" y="69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9" y="69"/>
                      <a:pt x="29" y="69"/>
                      <a:pt x="29" y="69"/>
                    </a:cubicBezTo>
                    <a:cubicBezTo>
                      <a:pt x="29" y="69"/>
                      <a:pt x="29" y="70"/>
                      <a:pt x="29" y="70"/>
                    </a:cubicBezTo>
                    <a:cubicBezTo>
                      <a:pt x="29" y="70"/>
                      <a:pt x="29" y="70"/>
                      <a:pt x="29" y="70"/>
                    </a:cubicBezTo>
                    <a:cubicBezTo>
                      <a:pt x="29" y="70"/>
                      <a:pt x="29" y="70"/>
                      <a:pt x="29" y="70"/>
                    </a:cubicBezTo>
                    <a:cubicBezTo>
                      <a:pt x="29" y="70"/>
                      <a:pt x="29" y="70"/>
                      <a:pt x="29" y="71"/>
                    </a:cubicBezTo>
                    <a:cubicBezTo>
                      <a:pt x="28" y="71"/>
                      <a:pt x="28" y="70"/>
                      <a:pt x="28" y="70"/>
                    </a:cubicBezTo>
                    <a:cubicBezTo>
                      <a:pt x="28" y="70"/>
                      <a:pt x="28" y="70"/>
                      <a:pt x="28" y="70"/>
                    </a:cubicBezTo>
                    <a:cubicBezTo>
                      <a:pt x="28" y="70"/>
                      <a:pt x="28" y="70"/>
                      <a:pt x="28" y="69"/>
                    </a:cubicBezTo>
                    <a:cubicBezTo>
                      <a:pt x="28" y="69"/>
                      <a:pt x="28" y="69"/>
                      <a:pt x="28" y="69"/>
                    </a:cubicBezTo>
                    <a:cubicBezTo>
                      <a:pt x="28" y="69"/>
                      <a:pt x="28" y="69"/>
                      <a:pt x="28" y="69"/>
                    </a:cubicBezTo>
                    <a:cubicBezTo>
                      <a:pt x="28" y="69"/>
                      <a:pt x="28" y="69"/>
                      <a:pt x="28" y="69"/>
                    </a:cubicBezTo>
                    <a:cubicBezTo>
                      <a:pt x="28" y="69"/>
                      <a:pt x="28" y="69"/>
                      <a:pt x="28" y="69"/>
                    </a:cubicBezTo>
                    <a:cubicBezTo>
                      <a:pt x="28" y="69"/>
                      <a:pt x="28" y="69"/>
                      <a:pt x="28" y="69"/>
                    </a:cubicBezTo>
                    <a:cubicBezTo>
                      <a:pt x="28" y="69"/>
                      <a:pt x="28" y="69"/>
                      <a:pt x="28" y="69"/>
                    </a:cubicBezTo>
                    <a:cubicBezTo>
                      <a:pt x="28" y="69"/>
                      <a:pt x="28" y="69"/>
                      <a:pt x="28" y="69"/>
                    </a:cubicBezTo>
                    <a:cubicBezTo>
                      <a:pt x="27" y="69"/>
                      <a:pt x="27" y="70"/>
                      <a:pt x="27" y="70"/>
                    </a:cubicBezTo>
                    <a:cubicBezTo>
                      <a:pt x="27" y="70"/>
                      <a:pt x="26" y="71"/>
                      <a:pt x="26" y="71"/>
                    </a:cubicBezTo>
                    <a:cubicBezTo>
                      <a:pt x="26" y="72"/>
                      <a:pt x="26" y="72"/>
                      <a:pt x="26" y="72"/>
                    </a:cubicBezTo>
                    <a:cubicBezTo>
                      <a:pt x="26" y="72"/>
                      <a:pt x="25" y="73"/>
                      <a:pt x="25" y="73"/>
                    </a:cubicBezTo>
                    <a:cubicBezTo>
                      <a:pt x="25" y="73"/>
                      <a:pt x="25" y="73"/>
                      <a:pt x="25" y="73"/>
                    </a:cubicBezTo>
                    <a:cubicBezTo>
                      <a:pt x="25" y="73"/>
                      <a:pt x="24" y="73"/>
                      <a:pt x="24" y="73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4" y="73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3" y="72"/>
                      <a:pt x="23" y="72"/>
                    </a:cubicBezTo>
                    <a:cubicBezTo>
                      <a:pt x="23" y="72"/>
                      <a:pt x="23" y="72"/>
                      <a:pt x="23" y="71"/>
                    </a:cubicBezTo>
                    <a:cubicBezTo>
                      <a:pt x="23" y="72"/>
                      <a:pt x="24" y="71"/>
                      <a:pt x="24" y="71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0"/>
                      <a:pt x="25" y="70"/>
                      <a:pt x="25" y="70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5" y="70"/>
                      <a:pt x="26" y="70"/>
                      <a:pt x="26" y="70"/>
                    </a:cubicBezTo>
                    <a:cubicBezTo>
                      <a:pt x="26" y="70"/>
                      <a:pt x="26" y="69"/>
                      <a:pt x="26" y="69"/>
                    </a:cubicBezTo>
                    <a:cubicBezTo>
                      <a:pt x="27" y="69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8" y="68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28" y="68"/>
                      <a:pt x="28" y="67"/>
                      <a:pt x="29" y="67"/>
                    </a:cubicBezTo>
                    <a:cubicBezTo>
                      <a:pt x="29" y="67"/>
                      <a:pt x="29" y="67"/>
                      <a:pt x="29" y="67"/>
                    </a:cubicBezTo>
                    <a:cubicBezTo>
                      <a:pt x="29" y="66"/>
                      <a:pt x="29" y="66"/>
                      <a:pt x="29" y="66"/>
                    </a:cubicBezTo>
                    <a:cubicBezTo>
                      <a:pt x="29" y="66"/>
                      <a:pt x="29" y="66"/>
                      <a:pt x="29" y="66"/>
                    </a:cubicBezTo>
                    <a:cubicBezTo>
                      <a:pt x="29" y="65"/>
                      <a:pt x="29" y="65"/>
                      <a:pt x="29" y="65"/>
                    </a:cubicBezTo>
                    <a:cubicBezTo>
                      <a:pt x="29" y="65"/>
                      <a:pt x="29" y="65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2"/>
                      <a:pt x="30" y="62"/>
                      <a:pt x="30" y="62"/>
                    </a:cubicBezTo>
                    <a:cubicBezTo>
                      <a:pt x="30" y="62"/>
                      <a:pt x="30" y="62"/>
                      <a:pt x="30" y="62"/>
                    </a:cubicBezTo>
                    <a:cubicBezTo>
                      <a:pt x="30" y="62"/>
                      <a:pt x="30" y="62"/>
                      <a:pt x="30" y="62"/>
                    </a:cubicBezTo>
                    <a:cubicBezTo>
                      <a:pt x="30" y="62"/>
                      <a:pt x="29" y="62"/>
                      <a:pt x="29" y="61"/>
                    </a:cubicBezTo>
                    <a:cubicBezTo>
                      <a:pt x="29" y="61"/>
                      <a:pt x="29" y="61"/>
                      <a:pt x="29" y="61"/>
                    </a:cubicBezTo>
                    <a:cubicBezTo>
                      <a:pt x="29" y="61"/>
                      <a:pt x="30" y="61"/>
                      <a:pt x="30" y="61"/>
                    </a:cubicBezTo>
                    <a:cubicBezTo>
                      <a:pt x="31" y="61"/>
                      <a:pt x="31" y="61"/>
                      <a:pt x="31" y="61"/>
                    </a:cubicBezTo>
                    <a:cubicBezTo>
                      <a:pt x="31" y="61"/>
                      <a:pt x="32" y="61"/>
                      <a:pt x="32" y="61"/>
                    </a:cubicBezTo>
                    <a:cubicBezTo>
                      <a:pt x="32" y="61"/>
                      <a:pt x="33" y="60"/>
                      <a:pt x="33" y="60"/>
                    </a:cubicBezTo>
                    <a:cubicBezTo>
                      <a:pt x="33" y="60"/>
                      <a:pt x="34" y="60"/>
                      <a:pt x="34" y="60"/>
                    </a:cubicBezTo>
                    <a:cubicBezTo>
                      <a:pt x="34" y="60"/>
                      <a:pt x="34" y="60"/>
                      <a:pt x="34" y="60"/>
                    </a:cubicBezTo>
                    <a:cubicBezTo>
                      <a:pt x="34" y="60"/>
                      <a:pt x="34" y="59"/>
                      <a:pt x="35" y="59"/>
                    </a:cubicBezTo>
                    <a:cubicBezTo>
                      <a:pt x="35" y="59"/>
                      <a:pt x="35" y="59"/>
                      <a:pt x="36" y="59"/>
                    </a:cubicBezTo>
                    <a:cubicBezTo>
                      <a:pt x="36" y="59"/>
                      <a:pt x="36" y="59"/>
                      <a:pt x="36" y="59"/>
                    </a:cubicBezTo>
                    <a:cubicBezTo>
                      <a:pt x="36" y="58"/>
                      <a:pt x="36" y="58"/>
                      <a:pt x="36" y="58"/>
                    </a:cubicBezTo>
                    <a:cubicBezTo>
                      <a:pt x="37" y="58"/>
                      <a:pt x="37" y="58"/>
                      <a:pt x="37" y="58"/>
                    </a:cubicBezTo>
                    <a:cubicBezTo>
                      <a:pt x="37" y="58"/>
                      <a:pt x="37" y="58"/>
                      <a:pt x="37" y="58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8" y="59"/>
                      <a:pt x="37" y="60"/>
                      <a:pt x="37" y="60"/>
                    </a:cubicBezTo>
                    <a:cubicBezTo>
                      <a:pt x="37" y="60"/>
                      <a:pt x="37" y="60"/>
                      <a:pt x="36" y="60"/>
                    </a:cubicBezTo>
                    <a:cubicBezTo>
                      <a:pt x="36" y="60"/>
                      <a:pt x="36" y="60"/>
                      <a:pt x="36" y="61"/>
                    </a:cubicBezTo>
                    <a:cubicBezTo>
                      <a:pt x="35" y="61"/>
                      <a:pt x="34" y="61"/>
                      <a:pt x="34" y="62"/>
                    </a:cubicBezTo>
                    <a:cubicBezTo>
                      <a:pt x="34" y="62"/>
                      <a:pt x="34" y="62"/>
                      <a:pt x="34" y="62"/>
                    </a:cubicBezTo>
                    <a:cubicBezTo>
                      <a:pt x="34" y="62"/>
                      <a:pt x="34" y="62"/>
                      <a:pt x="34" y="62"/>
                    </a:cubicBezTo>
                    <a:cubicBezTo>
                      <a:pt x="34" y="62"/>
                      <a:pt x="34" y="62"/>
                      <a:pt x="34" y="63"/>
                    </a:cubicBezTo>
                    <a:cubicBezTo>
                      <a:pt x="34" y="63"/>
                      <a:pt x="34" y="63"/>
                      <a:pt x="34" y="64"/>
                    </a:cubicBezTo>
                    <a:cubicBezTo>
                      <a:pt x="34" y="64"/>
                      <a:pt x="34" y="64"/>
                      <a:pt x="34" y="64"/>
                    </a:cubicBezTo>
                    <a:cubicBezTo>
                      <a:pt x="35" y="64"/>
                      <a:pt x="35" y="64"/>
                      <a:pt x="35" y="64"/>
                    </a:cubicBezTo>
                    <a:cubicBezTo>
                      <a:pt x="35" y="64"/>
                      <a:pt x="36" y="64"/>
                      <a:pt x="36" y="63"/>
                    </a:cubicBezTo>
                    <a:cubicBezTo>
                      <a:pt x="36" y="63"/>
                      <a:pt x="37" y="63"/>
                      <a:pt x="37" y="63"/>
                    </a:cubicBezTo>
                    <a:cubicBezTo>
                      <a:pt x="37" y="63"/>
                      <a:pt x="37" y="63"/>
                      <a:pt x="37" y="63"/>
                    </a:cubicBezTo>
                    <a:cubicBezTo>
                      <a:pt x="38" y="63"/>
                      <a:pt x="38" y="63"/>
                      <a:pt x="38" y="63"/>
                    </a:cubicBezTo>
                    <a:cubicBezTo>
                      <a:pt x="38" y="63"/>
                      <a:pt x="38" y="63"/>
                      <a:pt x="38" y="63"/>
                    </a:cubicBezTo>
                    <a:cubicBezTo>
                      <a:pt x="38" y="63"/>
                      <a:pt x="39" y="63"/>
                      <a:pt x="39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4"/>
                      <a:pt x="39" y="64"/>
                      <a:pt x="39" y="64"/>
                    </a:cubicBezTo>
                    <a:cubicBezTo>
                      <a:pt x="39" y="64"/>
                      <a:pt x="39" y="64"/>
                      <a:pt x="39" y="65"/>
                    </a:cubicBezTo>
                    <a:cubicBezTo>
                      <a:pt x="38" y="65"/>
                      <a:pt x="38" y="65"/>
                      <a:pt x="38" y="65"/>
                    </a:cubicBezTo>
                    <a:cubicBezTo>
                      <a:pt x="38" y="65"/>
                      <a:pt x="38" y="66"/>
                      <a:pt x="38" y="66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7" y="67"/>
                      <a:pt x="37" y="67"/>
                      <a:pt x="37" y="67"/>
                    </a:cubicBezTo>
                    <a:cubicBezTo>
                      <a:pt x="37" y="67"/>
                      <a:pt x="37" y="68"/>
                      <a:pt x="37" y="68"/>
                    </a:cubicBezTo>
                    <a:cubicBezTo>
                      <a:pt x="37" y="68"/>
                      <a:pt x="36" y="69"/>
                      <a:pt x="36" y="69"/>
                    </a:cubicBezTo>
                    <a:cubicBezTo>
                      <a:pt x="36" y="70"/>
                      <a:pt x="36" y="70"/>
                      <a:pt x="36" y="70"/>
                    </a:cubicBezTo>
                    <a:cubicBezTo>
                      <a:pt x="36" y="70"/>
                      <a:pt x="36" y="71"/>
                      <a:pt x="36" y="71"/>
                    </a:cubicBezTo>
                    <a:cubicBezTo>
                      <a:pt x="35" y="71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3"/>
                      <a:pt x="35" y="73"/>
                      <a:pt x="35" y="73"/>
                    </a:cubicBezTo>
                    <a:cubicBezTo>
                      <a:pt x="35" y="73"/>
                      <a:pt x="34" y="73"/>
                      <a:pt x="34" y="73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3" y="73"/>
                      <a:pt x="33" y="73"/>
                      <a:pt x="33" y="73"/>
                    </a:cubicBezTo>
                    <a:cubicBezTo>
                      <a:pt x="33" y="72"/>
                      <a:pt x="33" y="72"/>
                      <a:pt x="33" y="72"/>
                    </a:cubicBezTo>
                    <a:cubicBezTo>
                      <a:pt x="33" y="72"/>
                      <a:pt x="33" y="72"/>
                      <a:pt x="33" y="72"/>
                    </a:cubicBezTo>
                    <a:cubicBezTo>
                      <a:pt x="33" y="71"/>
                      <a:pt x="32" y="71"/>
                      <a:pt x="32" y="71"/>
                    </a:cubicBezTo>
                    <a:cubicBezTo>
                      <a:pt x="32" y="71"/>
                      <a:pt x="32" y="72"/>
                      <a:pt x="32" y="72"/>
                    </a:cubicBezTo>
                    <a:cubicBezTo>
                      <a:pt x="32" y="72"/>
                      <a:pt x="32" y="72"/>
                      <a:pt x="32" y="72"/>
                    </a:cubicBezTo>
                    <a:close/>
                    <a:moveTo>
                      <a:pt x="30" y="64"/>
                    </a:moveTo>
                    <a:cubicBezTo>
                      <a:pt x="30" y="64"/>
                      <a:pt x="30" y="64"/>
                      <a:pt x="30" y="63"/>
                    </a:cubicBezTo>
                    <a:cubicBezTo>
                      <a:pt x="31" y="63"/>
                      <a:pt x="31" y="63"/>
                      <a:pt x="31" y="63"/>
                    </a:cubicBezTo>
                    <a:cubicBezTo>
                      <a:pt x="32" y="63"/>
                      <a:pt x="32" y="63"/>
                      <a:pt x="32" y="63"/>
                    </a:cubicBezTo>
                    <a:cubicBezTo>
                      <a:pt x="32" y="63"/>
                      <a:pt x="32" y="63"/>
                      <a:pt x="33" y="63"/>
                    </a:cubicBezTo>
                    <a:cubicBezTo>
                      <a:pt x="33" y="63"/>
                      <a:pt x="33" y="63"/>
                      <a:pt x="33" y="63"/>
                    </a:cubicBezTo>
                    <a:cubicBezTo>
                      <a:pt x="33" y="63"/>
                      <a:pt x="33" y="63"/>
                      <a:pt x="33" y="64"/>
                    </a:cubicBezTo>
                    <a:cubicBezTo>
                      <a:pt x="33" y="64"/>
                      <a:pt x="33" y="65"/>
                      <a:pt x="33" y="65"/>
                    </a:cubicBezTo>
                    <a:cubicBezTo>
                      <a:pt x="33" y="65"/>
                      <a:pt x="33" y="65"/>
                      <a:pt x="33" y="65"/>
                    </a:cubicBezTo>
                    <a:cubicBezTo>
                      <a:pt x="33" y="65"/>
                      <a:pt x="32" y="65"/>
                      <a:pt x="32" y="65"/>
                    </a:cubicBezTo>
                    <a:cubicBezTo>
                      <a:pt x="31" y="65"/>
                      <a:pt x="31" y="66"/>
                      <a:pt x="31" y="66"/>
                    </a:cubicBezTo>
                    <a:cubicBezTo>
                      <a:pt x="31" y="66"/>
                      <a:pt x="31" y="66"/>
                      <a:pt x="31" y="66"/>
                    </a:cubicBezTo>
                    <a:cubicBezTo>
                      <a:pt x="31" y="66"/>
                      <a:pt x="30" y="65"/>
                      <a:pt x="30" y="65"/>
                    </a:cubicBezTo>
                    <a:cubicBezTo>
                      <a:pt x="30" y="65"/>
                      <a:pt x="30" y="64"/>
                      <a:pt x="30" y="64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4"/>
                      <a:pt x="30" y="64"/>
                      <a:pt x="30" y="64"/>
                    </a:cubicBezTo>
                    <a:close/>
                    <a:moveTo>
                      <a:pt x="47" y="72"/>
                    </a:moveTo>
                    <a:cubicBezTo>
                      <a:pt x="47" y="72"/>
                      <a:pt x="47" y="71"/>
                      <a:pt x="47" y="70"/>
                    </a:cubicBezTo>
                    <a:cubicBezTo>
                      <a:pt x="47" y="70"/>
                      <a:pt x="47" y="69"/>
                      <a:pt x="47" y="69"/>
                    </a:cubicBezTo>
                    <a:cubicBezTo>
                      <a:pt x="47" y="69"/>
                      <a:pt x="47" y="69"/>
                      <a:pt x="47" y="69"/>
                    </a:cubicBezTo>
                    <a:cubicBezTo>
                      <a:pt x="47" y="69"/>
                      <a:pt x="47" y="69"/>
                      <a:pt x="48" y="69"/>
                    </a:cubicBezTo>
                    <a:cubicBezTo>
                      <a:pt x="48" y="69"/>
                      <a:pt x="48" y="69"/>
                      <a:pt x="48" y="69"/>
                    </a:cubicBezTo>
                    <a:cubicBezTo>
                      <a:pt x="48" y="69"/>
                      <a:pt x="48" y="69"/>
                      <a:pt x="48" y="70"/>
                    </a:cubicBezTo>
                    <a:cubicBezTo>
                      <a:pt x="49" y="70"/>
                      <a:pt x="49" y="70"/>
                      <a:pt x="49" y="70"/>
                    </a:cubicBezTo>
                    <a:cubicBezTo>
                      <a:pt x="49" y="70"/>
                      <a:pt x="49" y="71"/>
                      <a:pt x="49" y="71"/>
                    </a:cubicBezTo>
                    <a:cubicBezTo>
                      <a:pt x="49" y="72"/>
                      <a:pt x="49" y="72"/>
                      <a:pt x="49" y="72"/>
                    </a:cubicBezTo>
                    <a:cubicBezTo>
                      <a:pt x="49" y="73"/>
                      <a:pt x="49" y="73"/>
                      <a:pt x="49" y="73"/>
                    </a:cubicBezTo>
                    <a:cubicBezTo>
                      <a:pt x="49" y="73"/>
                      <a:pt x="48" y="73"/>
                      <a:pt x="48" y="73"/>
                    </a:cubicBezTo>
                    <a:cubicBezTo>
                      <a:pt x="48" y="73"/>
                      <a:pt x="48" y="73"/>
                      <a:pt x="48" y="73"/>
                    </a:cubicBezTo>
                    <a:cubicBezTo>
                      <a:pt x="48" y="73"/>
                      <a:pt x="47" y="72"/>
                      <a:pt x="47" y="72"/>
                    </a:cubicBezTo>
                    <a:close/>
                    <a:moveTo>
                      <a:pt x="55" y="69"/>
                    </a:moveTo>
                    <a:cubicBezTo>
                      <a:pt x="55" y="69"/>
                      <a:pt x="55" y="69"/>
                      <a:pt x="55" y="68"/>
                    </a:cubicBezTo>
                    <a:cubicBezTo>
                      <a:pt x="55" y="68"/>
                      <a:pt x="55" y="67"/>
                      <a:pt x="55" y="67"/>
                    </a:cubicBezTo>
                    <a:cubicBezTo>
                      <a:pt x="55" y="67"/>
                      <a:pt x="55" y="66"/>
                      <a:pt x="55" y="66"/>
                    </a:cubicBezTo>
                    <a:cubicBezTo>
                      <a:pt x="55" y="66"/>
                      <a:pt x="56" y="65"/>
                      <a:pt x="56" y="65"/>
                    </a:cubicBezTo>
                    <a:cubicBezTo>
                      <a:pt x="55" y="65"/>
                      <a:pt x="55" y="65"/>
                      <a:pt x="55" y="65"/>
                    </a:cubicBezTo>
                    <a:cubicBezTo>
                      <a:pt x="55" y="65"/>
                      <a:pt x="55" y="65"/>
                      <a:pt x="55" y="65"/>
                    </a:cubicBezTo>
                    <a:cubicBezTo>
                      <a:pt x="55" y="65"/>
                      <a:pt x="55" y="65"/>
                      <a:pt x="55" y="65"/>
                    </a:cubicBezTo>
                    <a:cubicBezTo>
                      <a:pt x="54" y="65"/>
                      <a:pt x="54" y="65"/>
                      <a:pt x="54" y="65"/>
                    </a:cubicBezTo>
                    <a:cubicBezTo>
                      <a:pt x="54" y="65"/>
                      <a:pt x="54" y="66"/>
                      <a:pt x="53" y="66"/>
                    </a:cubicBezTo>
                    <a:cubicBezTo>
                      <a:pt x="53" y="66"/>
                      <a:pt x="53" y="67"/>
                      <a:pt x="53" y="67"/>
                    </a:cubicBezTo>
                    <a:cubicBezTo>
                      <a:pt x="53" y="67"/>
                      <a:pt x="53" y="67"/>
                      <a:pt x="53" y="67"/>
                    </a:cubicBezTo>
                    <a:cubicBezTo>
                      <a:pt x="53" y="67"/>
                      <a:pt x="52" y="67"/>
                      <a:pt x="52" y="68"/>
                    </a:cubicBezTo>
                    <a:cubicBezTo>
                      <a:pt x="51" y="68"/>
                      <a:pt x="51" y="68"/>
                      <a:pt x="51" y="69"/>
                    </a:cubicBezTo>
                    <a:cubicBezTo>
                      <a:pt x="50" y="69"/>
                      <a:pt x="49" y="69"/>
                      <a:pt x="49" y="69"/>
                    </a:cubicBezTo>
                    <a:cubicBezTo>
                      <a:pt x="49" y="69"/>
                      <a:pt x="49" y="68"/>
                      <a:pt x="48" y="68"/>
                    </a:cubicBezTo>
                    <a:cubicBezTo>
                      <a:pt x="48" y="68"/>
                      <a:pt x="48" y="68"/>
                      <a:pt x="48" y="68"/>
                    </a:cubicBezTo>
                    <a:cubicBezTo>
                      <a:pt x="48" y="68"/>
                      <a:pt x="48" y="67"/>
                      <a:pt x="48" y="67"/>
                    </a:cubicBezTo>
                    <a:cubicBezTo>
                      <a:pt x="49" y="67"/>
                      <a:pt x="49" y="67"/>
                      <a:pt x="49" y="67"/>
                    </a:cubicBezTo>
                    <a:cubicBezTo>
                      <a:pt x="49" y="67"/>
                      <a:pt x="49" y="67"/>
                      <a:pt x="50" y="67"/>
                    </a:cubicBezTo>
                    <a:cubicBezTo>
                      <a:pt x="50" y="67"/>
                      <a:pt x="50" y="67"/>
                      <a:pt x="51" y="67"/>
                    </a:cubicBezTo>
                    <a:cubicBezTo>
                      <a:pt x="51" y="67"/>
                      <a:pt x="51" y="66"/>
                      <a:pt x="51" y="66"/>
                    </a:cubicBezTo>
                    <a:cubicBezTo>
                      <a:pt x="51" y="66"/>
                      <a:pt x="51" y="66"/>
                      <a:pt x="51" y="66"/>
                    </a:cubicBezTo>
                    <a:cubicBezTo>
                      <a:pt x="51" y="66"/>
                      <a:pt x="51" y="66"/>
                      <a:pt x="51" y="65"/>
                    </a:cubicBezTo>
                    <a:cubicBezTo>
                      <a:pt x="50" y="65"/>
                      <a:pt x="50" y="66"/>
                      <a:pt x="50" y="66"/>
                    </a:cubicBezTo>
                    <a:cubicBezTo>
                      <a:pt x="50" y="66"/>
                      <a:pt x="50" y="66"/>
                      <a:pt x="50" y="66"/>
                    </a:cubicBezTo>
                    <a:cubicBezTo>
                      <a:pt x="49" y="66"/>
                      <a:pt x="49" y="66"/>
                      <a:pt x="49" y="65"/>
                    </a:cubicBezTo>
                    <a:cubicBezTo>
                      <a:pt x="49" y="65"/>
                      <a:pt x="48" y="65"/>
                      <a:pt x="48" y="65"/>
                    </a:cubicBezTo>
                    <a:cubicBezTo>
                      <a:pt x="48" y="65"/>
                      <a:pt x="48" y="65"/>
                      <a:pt x="48" y="65"/>
                    </a:cubicBezTo>
                    <a:cubicBezTo>
                      <a:pt x="48" y="65"/>
                      <a:pt x="48" y="65"/>
                      <a:pt x="48" y="65"/>
                    </a:cubicBezTo>
                    <a:cubicBezTo>
                      <a:pt x="48" y="65"/>
                      <a:pt x="48" y="65"/>
                      <a:pt x="48" y="64"/>
                    </a:cubicBezTo>
                    <a:cubicBezTo>
                      <a:pt x="49" y="64"/>
                      <a:pt x="48" y="64"/>
                      <a:pt x="49" y="64"/>
                    </a:cubicBezTo>
                    <a:cubicBezTo>
                      <a:pt x="49" y="64"/>
                      <a:pt x="50" y="64"/>
                      <a:pt x="50" y="64"/>
                    </a:cubicBezTo>
                    <a:cubicBezTo>
                      <a:pt x="50" y="64"/>
                      <a:pt x="50" y="64"/>
                      <a:pt x="50" y="64"/>
                    </a:cubicBezTo>
                    <a:cubicBezTo>
                      <a:pt x="50" y="64"/>
                      <a:pt x="50" y="64"/>
                      <a:pt x="51" y="64"/>
                    </a:cubicBezTo>
                    <a:cubicBezTo>
                      <a:pt x="51" y="64"/>
                      <a:pt x="52" y="64"/>
                      <a:pt x="52" y="63"/>
                    </a:cubicBezTo>
                    <a:cubicBezTo>
                      <a:pt x="52" y="63"/>
                      <a:pt x="52" y="63"/>
                      <a:pt x="52" y="62"/>
                    </a:cubicBezTo>
                    <a:cubicBezTo>
                      <a:pt x="53" y="62"/>
                      <a:pt x="53" y="62"/>
                      <a:pt x="53" y="61"/>
                    </a:cubicBezTo>
                    <a:cubicBezTo>
                      <a:pt x="53" y="61"/>
                      <a:pt x="53" y="61"/>
                      <a:pt x="53" y="61"/>
                    </a:cubicBezTo>
                    <a:cubicBezTo>
                      <a:pt x="53" y="61"/>
                      <a:pt x="53" y="60"/>
                      <a:pt x="53" y="60"/>
                    </a:cubicBezTo>
                    <a:cubicBezTo>
                      <a:pt x="53" y="60"/>
                      <a:pt x="53" y="60"/>
                      <a:pt x="53" y="60"/>
                    </a:cubicBezTo>
                    <a:cubicBezTo>
                      <a:pt x="53" y="59"/>
                      <a:pt x="53" y="59"/>
                      <a:pt x="54" y="59"/>
                    </a:cubicBezTo>
                    <a:cubicBezTo>
                      <a:pt x="54" y="59"/>
                      <a:pt x="54" y="59"/>
                      <a:pt x="54" y="59"/>
                    </a:cubicBezTo>
                    <a:cubicBezTo>
                      <a:pt x="54" y="59"/>
                      <a:pt x="54" y="59"/>
                      <a:pt x="54" y="59"/>
                    </a:cubicBezTo>
                    <a:cubicBezTo>
                      <a:pt x="55" y="60"/>
                      <a:pt x="55" y="60"/>
                      <a:pt x="55" y="60"/>
                    </a:cubicBezTo>
                    <a:cubicBezTo>
                      <a:pt x="55" y="60"/>
                      <a:pt x="55" y="61"/>
                      <a:pt x="55" y="62"/>
                    </a:cubicBezTo>
                    <a:cubicBezTo>
                      <a:pt x="54" y="62"/>
                      <a:pt x="55" y="62"/>
                      <a:pt x="55" y="62"/>
                    </a:cubicBezTo>
                    <a:cubicBezTo>
                      <a:pt x="55" y="61"/>
                      <a:pt x="55" y="61"/>
                      <a:pt x="55" y="61"/>
                    </a:cubicBezTo>
                    <a:cubicBezTo>
                      <a:pt x="55" y="62"/>
                      <a:pt x="56" y="61"/>
                      <a:pt x="56" y="61"/>
                    </a:cubicBezTo>
                    <a:cubicBezTo>
                      <a:pt x="56" y="61"/>
                      <a:pt x="56" y="61"/>
                      <a:pt x="56" y="61"/>
                    </a:cubicBezTo>
                    <a:cubicBezTo>
                      <a:pt x="56" y="61"/>
                      <a:pt x="57" y="60"/>
                      <a:pt x="57" y="61"/>
                    </a:cubicBezTo>
                    <a:cubicBezTo>
                      <a:pt x="57" y="61"/>
                      <a:pt x="57" y="61"/>
                      <a:pt x="57" y="61"/>
                    </a:cubicBezTo>
                    <a:cubicBezTo>
                      <a:pt x="57" y="62"/>
                      <a:pt x="57" y="62"/>
                      <a:pt x="56" y="62"/>
                    </a:cubicBezTo>
                    <a:cubicBezTo>
                      <a:pt x="55" y="63"/>
                      <a:pt x="54" y="63"/>
                      <a:pt x="54" y="63"/>
                    </a:cubicBezTo>
                    <a:cubicBezTo>
                      <a:pt x="53" y="63"/>
                      <a:pt x="53" y="64"/>
                      <a:pt x="53" y="64"/>
                    </a:cubicBezTo>
                    <a:cubicBezTo>
                      <a:pt x="52" y="65"/>
                      <a:pt x="52" y="65"/>
                      <a:pt x="52" y="65"/>
                    </a:cubicBezTo>
                    <a:cubicBezTo>
                      <a:pt x="52" y="65"/>
                      <a:pt x="52" y="66"/>
                      <a:pt x="52" y="66"/>
                    </a:cubicBezTo>
                    <a:cubicBezTo>
                      <a:pt x="53" y="66"/>
                      <a:pt x="53" y="65"/>
                      <a:pt x="54" y="65"/>
                    </a:cubicBezTo>
                    <a:cubicBezTo>
                      <a:pt x="54" y="65"/>
                      <a:pt x="54" y="64"/>
                      <a:pt x="55" y="64"/>
                    </a:cubicBezTo>
                    <a:cubicBezTo>
                      <a:pt x="55" y="64"/>
                      <a:pt x="55" y="64"/>
                      <a:pt x="55" y="64"/>
                    </a:cubicBezTo>
                    <a:cubicBezTo>
                      <a:pt x="56" y="64"/>
                      <a:pt x="56" y="64"/>
                      <a:pt x="56" y="63"/>
                    </a:cubicBezTo>
                    <a:cubicBezTo>
                      <a:pt x="56" y="63"/>
                      <a:pt x="56" y="63"/>
                      <a:pt x="56" y="63"/>
                    </a:cubicBezTo>
                    <a:cubicBezTo>
                      <a:pt x="56" y="63"/>
                      <a:pt x="57" y="63"/>
                      <a:pt x="57" y="64"/>
                    </a:cubicBezTo>
                    <a:cubicBezTo>
                      <a:pt x="57" y="64"/>
                      <a:pt x="57" y="64"/>
                      <a:pt x="57" y="64"/>
                    </a:cubicBezTo>
                    <a:cubicBezTo>
                      <a:pt x="57" y="65"/>
                      <a:pt x="57" y="65"/>
                      <a:pt x="57" y="66"/>
                    </a:cubicBezTo>
                    <a:cubicBezTo>
                      <a:pt x="57" y="66"/>
                      <a:pt x="57" y="67"/>
                      <a:pt x="56" y="67"/>
                    </a:cubicBezTo>
                    <a:cubicBezTo>
                      <a:pt x="56" y="69"/>
                      <a:pt x="56" y="71"/>
                      <a:pt x="55" y="72"/>
                    </a:cubicBezTo>
                    <a:cubicBezTo>
                      <a:pt x="55" y="72"/>
                      <a:pt x="55" y="72"/>
                      <a:pt x="55" y="72"/>
                    </a:cubicBezTo>
                    <a:cubicBezTo>
                      <a:pt x="55" y="72"/>
                      <a:pt x="54" y="72"/>
                      <a:pt x="54" y="72"/>
                    </a:cubicBezTo>
                    <a:cubicBezTo>
                      <a:pt x="54" y="72"/>
                      <a:pt x="54" y="71"/>
                      <a:pt x="54" y="71"/>
                    </a:cubicBezTo>
                    <a:cubicBezTo>
                      <a:pt x="53" y="71"/>
                      <a:pt x="53" y="71"/>
                      <a:pt x="53" y="71"/>
                    </a:cubicBezTo>
                    <a:cubicBezTo>
                      <a:pt x="53" y="71"/>
                      <a:pt x="53" y="71"/>
                      <a:pt x="53" y="71"/>
                    </a:cubicBezTo>
                    <a:cubicBezTo>
                      <a:pt x="53" y="71"/>
                      <a:pt x="53" y="71"/>
                      <a:pt x="52" y="71"/>
                    </a:cubicBezTo>
                    <a:cubicBezTo>
                      <a:pt x="52" y="71"/>
                      <a:pt x="52" y="71"/>
                      <a:pt x="52" y="72"/>
                    </a:cubicBezTo>
                    <a:cubicBezTo>
                      <a:pt x="52" y="72"/>
                      <a:pt x="52" y="72"/>
                      <a:pt x="52" y="72"/>
                    </a:cubicBezTo>
                    <a:cubicBezTo>
                      <a:pt x="52" y="73"/>
                      <a:pt x="52" y="73"/>
                      <a:pt x="52" y="73"/>
                    </a:cubicBezTo>
                    <a:cubicBezTo>
                      <a:pt x="51" y="73"/>
                      <a:pt x="51" y="73"/>
                      <a:pt x="51" y="73"/>
                    </a:cubicBezTo>
                    <a:cubicBezTo>
                      <a:pt x="51" y="73"/>
                      <a:pt x="51" y="73"/>
                      <a:pt x="51" y="73"/>
                    </a:cubicBezTo>
                    <a:cubicBezTo>
                      <a:pt x="51" y="72"/>
                      <a:pt x="51" y="72"/>
                      <a:pt x="51" y="71"/>
                    </a:cubicBezTo>
                    <a:cubicBezTo>
                      <a:pt x="51" y="71"/>
                      <a:pt x="50" y="71"/>
                      <a:pt x="50" y="71"/>
                    </a:cubicBezTo>
                    <a:cubicBezTo>
                      <a:pt x="50" y="71"/>
                      <a:pt x="50" y="71"/>
                      <a:pt x="50" y="71"/>
                    </a:cubicBezTo>
                    <a:cubicBezTo>
                      <a:pt x="50" y="70"/>
                      <a:pt x="50" y="71"/>
                      <a:pt x="51" y="71"/>
                    </a:cubicBezTo>
                    <a:cubicBezTo>
                      <a:pt x="51" y="70"/>
                      <a:pt x="51" y="70"/>
                      <a:pt x="51" y="70"/>
                    </a:cubicBezTo>
                    <a:cubicBezTo>
                      <a:pt x="51" y="70"/>
                      <a:pt x="51" y="70"/>
                      <a:pt x="50" y="70"/>
                    </a:cubicBezTo>
                    <a:cubicBezTo>
                      <a:pt x="50" y="70"/>
                      <a:pt x="50" y="69"/>
                      <a:pt x="50" y="69"/>
                    </a:cubicBezTo>
                    <a:cubicBezTo>
                      <a:pt x="51" y="69"/>
                      <a:pt x="51" y="69"/>
                      <a:pt x="51" y="69"/>
                    </a:cubicBezTo>
                    <a:cubicBezTo>
                      <a:pt x="52" y="69"/>
                      <a:pt x="53" y="69"/>
                      <a:pt x="53" y="69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53" y="69"/>
                      <a:pt x="53" y="69"/>
                      <a:pt x="53" y="70"/>
                    </a:cubicBezTo>
                    <a:cubicBezTo>
                      <a:pt x="53" y="70"/>
                      <a:pt x="53" y="70"/>
                      <a:pt x="53" y="70"/>
                    </a:cubicBezTo>
                    <a:cubicBezTo>
                      <a:pt x="54" y="71"/>
                      <a:pt x="54" y="70"/>
                      <a:pt x="55" y="70"/>
                    </a:cubicBezTo>
                    <a:cubicBezTo>
                      <a:pt x="55" y="70"/>
                      <a:pt x="55" y="70"/>
                      <a:pt x="55" y="69"/>
                    </a:cubicBezTo>
                    <a:close/>
                    <a:moveTo>
                      <a:pt x="84" y="65"/>
                    </a:moveTo>
                    <a:cubicBezTo>
                      <a:pt x="84" y="65"/>
                      <a:pt x="84" y="66"/>
                      <a:pt x="84" y="66"/>
                    </a:cubicBezTo>
                    <a:cubicBezTo>
                      <a:pt x="84" y="66"/>
                      <a:pt x="84" y="66"/>
                      <a:pt x="84" y="66"/>
                    </a:cubicBezTo>
                    <a:cubicBezTo>
                      <a:pt x="85" y="66"/>
                      <a:pt x="85" y="65"/>
                      <a:pt x="85" y="65"/>
                    </a:cubicBezTo>
                    <a:cubicBezTo>
                      <a:pt x="86" y="64"/>
                      <a:pt x="87" y="63"/>
                      <a:pt x="87" y="63"/>
                    </a:cubicBezTo>
                    <a:cubicBezTo>
                      <a:pt x="88" y="63"/>
                      <a:pt x="89" y="62"/>
                      <a:pt x="89" y="63"/>
                    </a:cubicBezTo>
                    <a:cubicBezTo>
                      <a:pt x="90" y="63"/>
                      <a:pt x="89" y="64"/>
                      <a:pt x="88" y="66"/>
                    </a:cubicBezTo>
                    <a:cubicBezTo>
                      <a:pt x="88" y="66"/>
                      <a:pt x="88" y="67"/>
                      <a:pt x="88" y="67"/>
                    </a:cubicBezTo>
                    <a:cubicBezTo>
                      <a:pt x="88" y="68"/>
                      <a:pt x="88" y="68"/>
                      <a:pt x="88" y="69"/>
                    </a:cubicBezTo>
                    <a:cubicBezTo>
                      <a:pt x="88" y="70"/>
                      <a:pt x="88" y="71"/>
                      <a:pt x="87" y="71"/>
                    </a:cubicBezTo>
                    <a:cubicBezTo>
                      <a:pt x="87" y="71"/>
                      <a:pt x="87" y="71"/>
                      <a:pt x="87" y="71"/>
                    </a:cubicBezTo>
                    <a:cubicBezTo>
                      <a:pt x="87" y="70"/>
                      <a:pt x="87" y="70"/>
                      <a:pt x="86" y="70"/>
                    </a:cubicBezTo>
                    <a:cubicBezTo>
                      <a:pt x="86" y="70"/>
                      <a:pt x="86" y="70"/>
                      <a:pt x="85" y="70"/>
                    </a:cubicBezTo>
                    <a:cubicBezTo>
                      <a:pt x="85" y="70"/>
                      <a:pt x="85" y="70"/>
                      <a:pt x="85" y="70"/>
                    </a:cubicBezTo>
                    <a:cubicBezTo>
                      <a:pt x="86" y="70"/>
                      <a:pt x="86" y="69"/>
                      <a:pt x="86" y="68"/>
                    </a:cubicBezTo>
                    <a:cubicBezTo>
                      <a:pt x="86" y="68"/>
                      <a:pt x="85" y="68"/>
                      <a:pt x="85" y="68"/>
                    </a:cubicBezTo>
                    <a:cubicBezTo>
                      <a:pt x="85" y="68"/>
                      <a:pt x="85" y="68"/>
                      <a:pt x="85" y="68"/>
                    </a:cubicBezTo>
                    <a:cubicBezTo>
                      <a:pt x="85" y="68"/>
                      <a:pt x="85" y="68"/>
                      <a:pt x="85" y="68"/>
                    </a:cubicBezTo>
                    <a:cubicBezTo>
                      <a:pt x="85" y="68"/>
                      <a:pt x="86" y="66"/>
                      <a:pt x="86" y="66"/>
                    </a:cubicBezTo>
                    <a:cubicBezTo>
                      <a:pt x="85" y="66"/>
                      <a:pt x="85" y="66"/>
                      <a:pt x="86" y="66"/>
                    </a:cubicBezTo>
                    <a:cubicBezTo>
                      <a:pt x="86" y="66"/>
                      <a:pt x="86" y="65"/>
                      <a:pt x="86" y="65"/>
                    </a:cubicBezTo>
                    <a:cubicBezTo>
                      <a:pt x="86" y="65"/>
                      <a:pt x="86" y="65"/>
                      <a:pt x="86" y="65"/>
                    </a:cubicBezTo>
                    <a:cubicBezTo>
                      <a:pt x="85" y="66"/>
                      <a:pt x="85" y="67"/>
                      <a:pt x="84" y="68"/>
                    </a:cubicBezTo>
                    <a:cubicBezTo>
                      <a:pt x="84" y="68"/>
                      <a:pt x="85" y="69"/>
                      <a:pt x="84" y="69"/>
                    </a:cubicBezTo>
                    <a:cubicBezTo>
                      <a:pt x="84" y="70"/>
                      <a:pt x="84" y="70"/>
                      <a:pt x="84" y="70"/>
                    </a:cubicBezTo>
                    <a:cubicBezTo>
                      <a:pt x="84" y="69"/>
                      <a:pt x="83" y="69"/>
                      <a:pt x="83" y="69"/>
                    </a:cubicBezTo>
                    <a:cubicBezTo>
                      <a:pt x="83" y="68"/>
                      <a:pt x="83" y="67"/>
                      <a:pt x="84" y="66"/>
                    </a:cubicBezTo>
                    <a:cubicBezTo>
                      <a:pt x="84" y="66"/>
                      <a:pt x="84" y="65"/>
                      <a:pt x="84" y="65"/>
                    </a:cubicBezTo>
                    <a:close/>
                    <a:moveTo>
                      <a:pt x="88" y="63"/>
                    </a:moveTo>
                    <a:cubicBezTo>
                      <a:pt x="88" y="63"/>
                      <a:pt x="88" y="63"/>
                      <a:pt x="88" y="63"/>
                    </a:cubicBezTo>
                    <a:cubicBezTo>
                      <a:pt x="88" y="63"/>
                      <a:pt x="88" y="64"/>
                      <a:pt x="88" y="64"/>
                    </a:cubicBezTo>
                    <a:cubicBezTo>
                      <a:pt x="88" y="65"/>
                      <a:pt x="88" y="66"/>
                      <a:pt x="87" y="67"/>
                    </a:cubicBezTo>
                    <a:cubicBezTo>
                      <a:pt x="87" y="66"/>
                      <a:pt x="87" y="66"/>
                      <a:pt x="87" y="66"/>
                    </a:cubicBezTo>
                    <a:cubicBezTo>
                      <a:pt x="87" y="66"/>
                      <a:pt x="87" y="65"/>
                      <a:pt x="86" y="65"/>
                    </a:cubicBezTo>
                    <a:cubicBezTo>
                      <a:pt x="86" y="64"/>
                      <a:pt x="86" y="64"/>
                      <a:pt x="86" y="64"/>
                    </a:cubicBezTo>
                    <a:cubicBezTo>
                      <a:pt x="87" y="64"/>
                      <a:pt x="87" y="64"/>
                      <a:pt x="87" y="63"/>
                    </a:cubicBezTo>
                    <a:cubicBezTo>
                      <a:pt x="88" y="63"/>
                      <a:pt x="88" y="63"/>
                      <a:pt x="88" y="63"/>
                    </a:cubicBezTo>
                    <a:close/>
                    <a:moveTo>
                      <a:pt x="87" y="67"/>
                    </a:moveTo>
                    <a:cubicBezTo>
                      <a:pt x="87" y="67"/>
                      <a:pt x="87" y="69"/>
                      <a:pt x="87" y="69"/>
                    </a:cubicBezTo>
                    <a:cubicBezTo>
                      <a:pt x="87" y="69"/>
                      <a:pt x="87" y="70"/>
                      <a:pt x="87" y="70"/>
                    </a:cubicBezTo>
                    <a:cubicBezTo>
                      <a:pt x="87" y="70"/>
                      <a:pt x="87" y="70"/>
                      <a:pt x="86" y="70"/>
                    </a:cubicBezTo>
                    <a:cubicBezTo>
                      <a:pt x="86" y="69"/>
                      <a:pt x="87" y="68"/>
                      <a:pt x="87" y="68"/>
                    </a:cubicBezTo>
                    <a:cubicBezTo>
                      <a:pt x="87" y="68"/>
                      <a:pt x="87" y="67"/>
                      <a:pt x="87" y="67"/>
                    </a:cubicBezTo>
                    <a:close/>
                    <a:moveTo>
                      <a:pt x="80" y="70"/>
                    </a:moveTo>
                    <a:cubicBezTo>
                      <a:pt x="80" y="70"/>
                      <a:pt x="81" y="70"/>
                      <a:pt x="82" y="71"/>
                    </a:cubicBezTo>
                    <a:cubicBezTo>
                      <a:pt x="82" y="71"/>
                      <a:pt x="83" y="71"/>
                      <a:pt x="83" y="71"/>
                    </a:cubicBezTo>
                    <a:cubicBezTo>
                      <a:pt x="85" y="72"/>
                      <a:pt x="86" y="72"/>
                      <a:pt x="88" y="72"/>
                    </a:cubicBezTo>
                    <a:cubicBezTo>
                      <a:pt x="88" y="73"/>
                      <a:pt x="90" y="72"/>
                      <a:pt x="91" y="72"/>
                    </a:cubicBezTo>
                    <a:cubicBezTo>
                      <a:pt x="91" y="72"/>
                      <a:pt x="91" y="72"/>
                      <a:pt x="91" y="72"/>
                    </a:cubicBezTo>
                    <a:cubicBezTo>
                      <a:pt x="91" y="72"/>
                      <a:pt x="91" y="72"/>
                      <a:pt x="91" y="73"/>
                    </a:cubicBezTo>
                    <a:cubicBezTo>
                      <a:pt x="90" y="73"/>
                      <a:pt x="90" y="73"/>
                      <a:pt x="90" y="73"/>
                    </a:cubicBezTo>
                    <a:cubicBezTo>
                      <a:pt x="89" y="73"/>
                      <a:pt x="89" y="73"/>
                      <a:pt x="89" y="73"/>
                    </a:cubicBezTo>
                    <a:cubicBezTo>
                      <a:pt x="89" y="73"/>
                      <a:pt x="88" y="74"/>
                      <a:pt x="88" y="74"/>
                    </a:cubicBezTo>
                    <a:cubicBezTo>
                      <a:pt x="86" y="74"/>
                      <a:pt x="86" y="74"/>
                      <a:pt x="85" y="73"/>
                    </a:cubicBezTo>
                    <a:cubicBezTo>
                      <a:pt x="84" y="72"/>
                      <a:pt x="83" y="72"/>
                      <a:pt x="82" y="71"/>
                    </a:cubicBezTo>
                    <a:cubicBezTo>
                      <a:pt x="81" y="71"/>
                      <a:pt x="80" y="71"/>
                      <a:pt x="80" y="70"/>
                    </a:cubicBezTo>
                    <a:close/>
                    <a:moveTo>
                      <a:pt x="82" y="69"/>
                    </a:moveTo>
                    <a:cubicBezTo>
                      <a:pt x="82" y="69"/>
                      <a:pt x="82" y="69"/>
                      <a:pt x="82" y="69"/>
                    </a:cubicBezTo>
                    <a:cubicBezTo>
                      <a:pt x="82" y="69"/>
                      <a:pt x="83" y="70"/>
                      <a:pt x="83" y="70"/>
                    </a:cubicBezTo>
                    <a:cubicBezTo>
                      <a:pt x="83" y="70"/>
                      <a:pt x="83" y="70"/>
                      <a:pt x="83" y="71"/>
                    </a:cubicBezTo>
                    <a:cubicBezTo>
                      <a:pt x="82" y="71"/>
                      <a:pt x="82" y="71"/>
                      <a:pt x="82" y="71"/>
                    </a:cubicBezTo>
                    <a:cubicBezTo>
                      <a:pt x="82" y="70"/>
                      <a:pt x="82" y="70"/>
                      <a:pt x="82" y="70"/>
                    </a:cubicBezTo>
                    <a:cubicBezTo>
                      <a:pt x="82" y="70"/>
                      <a:pt x="82" y="69"/>
                      <a:pt x="82" y="69"/>
                    </a:cubicBezTo>
                    <a:close/>
                    <a:moveTo>
                      <a:pt x="81" y="66"/>
                    </a:moveTo>
                    <a:cubicBezTo>
                      <a:pt x="82" y="66"/>
                      <a:pt x="83" y="67"/>
                      <a:pt x="83" y="68"/>
                    </a:cubicBezTo>
                    <a:cubicBezTo>
                      <a:pt x="82" y="68"/>
                      <a:pt x="82" y="68"/>
                      <a:pt x="82" y="68"/>
                    </a:cubicBezTo>
                    <a:cubicBezTo>
                      <a:pt x="82" y="68"/>
                      <a:pt x="82" y="68"/>
                      <a:pt x="81" y="68"/>
                    </a:cubicBezTo>
                    <a:cubicBezTo>
                      <a:pt x="81" y="68"/>
                      <a:pt x="81" y="67"/>
                      <a:pt x="81" y="67"/>
                    </a:cubicBezTo>
                    <a:cubicBezTo>
                      <a:pt x="81" y="67"/>
                      <a:pt x="81" y="66"/>
                      <a:pt x="81" y="66"/>
                    </a:cubicBezTo>
                    <a:close/>
                    <a:moveTo>
                      <a:pt x="86" y="63"/>
                    </a:moveTo>
                    <a:cubicBezTo>
                      <a:pt x="86" y="63"/>
                      <a:pt x="86" y="63"/>
                      <a:pt x="86" y="63"/>
                    </a:cubicBezTo>
                    <a:cubicBezTo>
                      <a:pt x="87" y="62"/>
                      <a:pt x="87" y="62"/>
                      <a:pt x="87" y="61"/>
                    </a:cubicBezTo>
                    <a:cubicBezTo>
                      <a:pt x="87" y="61"/>
                      <a:pt x="87" y="61"/>
                      <a:pt x="87" y="61"/>
                    </a:cubicBezTo>
                    <a:cubicBezTo>
                      <a:pt x="87" y="61"/>
                      <a:pt x="87" y="61"/>
                      <a:pt x="87" y="60"/>
                    </a:cubicBezTo>
                    <a:cubicBezTo>
                      <a:pt x="88" y="60"/>
                      <a:pt x="88" y="60"/>
                      <a:pt x="88" y="59"/>
                    </a:cubicBezTo>
                    <a:cubicBezTo>
                      <a:pt x="88" y="59"/>
                      <a:pt x="88" y="59"/>
                      <a:pt x="88" y="59"/>
                    </a:cubicBezTo>
                    <a:cubicBezTo>
                      <a:pt x="88" y="59"/>
                      <a:pt x="88" y="59"/>
                      <a:pt x="87" y="60"/>
                    </a:cubicBezTo>
                    <a:cubicBezTo>
                      <a:pt x="87" y="60"/>
                      <a:pt x="86" y="61"/>
                      <a:pt x="86" y="61"/>
                    </a:cubicBezTo>
                    <a:cubicBezTo>
                      <a:pt x="85" y="61"/>
                      <a:pt x="85" y="62"/>
                      <a:pt x="85" y="62"/>
                    </a:cubicBezTo>
                    <a:cubicBezTo>
                      <a:pt x="84" y="62"/>
                      <a:pt x="82" y="62"/>
                      <a:pt x="82" y="62"/>
                    </a:cubicBezTo>
                    <a:cubicBezTo>
                      <a:pt x="83" y="62"/>
                      <a:pt x="84" y="61"/>
                      <a:pt x="85" y="60"/>
                    </a:cubicBezTo>
                    <a:cubicBezTo>
                      <a:pt x="85" y="60"/>
                      <a:pt x="86" y="59"/>
                      <a:pt x="87" y="58"/>
                    </a:cubicBezTo>
                    <a:cubicBezTo>
                      <a:pt x="87" y="58"/>
                      <a:pt x="88" y="58"/>
                      <a:pt x="88" y="58"/>
                    </a:cubicBezTo>
                    <a:cubicBezTo>
                      <a:pt x="88" y="58"/>
                      <a:pt x="88" y="58"/>
                      <a:pt x="89" y="58"/>
                    </a:cubicBezTo>
                    <a:cubicBezTo>
                      <a:pt x="89" y="58"/>
                      <a:pt x="89" y="57"/>
                      <a:pt x="89" y="57"/>
                    </a:cubicBezTo>
                    <a:cubicBezTo>
                      <a:pt x="89" y="57"/>
                      <a:pt x="89" y="57"/>
                      <a:pt x="90" y="57"/>
                    </a:cubicBezTo>
                    <a:cubicBezTo>
                      <a:pt x="90" y="57"/>
                      <a:pt x="90" y="57"/>
                      <a:pt x="90" y="57"/>
                    </a:cubicBezTo>
                    <a:cubicBezTo>
                      <a:pt x="90" y="58"/>
                      <a:pt x="90" y="58"/>
                      <a:pt x="90" y="58"/>
                    </a:cubicBezTo>
                    <a:cubicBezTo>
                      <a:pt x="90" y="58"/>
                      <a:pt x="90" y="59"/>
                      <a:pt x="90" y="59"/>
                    </a:cubicBezTo>
                    <a:cubicBezTo>
                      <a:pt x="89" y="59"/>
                      <a:pt x="89" y="59"/>
                      <a:pt x="89" y="59"/>
                    </a:cubicBezTo>
                    <a:cubicBezTo>
                      <a:pt x="89" y="60"/>
                      <a:pt x="89" y="60"/>
                      <a:pt x="88" y="61"/>
                    </a:cubicBezTo>
                    <a:cubicBezTo>
                      <a:pt x="88" y="61"/>
                      <a:pt x="88" y="61"/>
                      <a:pt x="88" y="61"/>
                    </a:cubicBezTo>
                    <a:cubicBezTo>
                      <a:pt x="88" y="61"/>
                      <a:pt x="89" y="61"/>
                      <a:pt x="89" y="61"/>
                    </a:cubicBezTo>
                    <a:cubicBezTo>
                      <a:pt x="89" y="61"/>
                      <a:pt x="89" y="61"/>
                      <a:pt x="89" y="62"/>
                    </a:cubicBezTo>
                    <a:cubicBezTo>
                      <a:pt x="88" y="62"/>
                      <a:pt x="87" y="63"/>
                      <a:pt x="86" y="63"/>
                    </a:cubicBezTo>
                    <a:close/>
                    <a:moveTo>
                      <a:pt x="70" y="65"/>
                    </a:moveTo>
                    <a:cubicBezTo>
                      <a:pt x="70" y="65"/>
                      <a:pt x="70" y="65"/>
                      <a:pt x="70" y="65"/>
                    </a:cubicBezTo>
                    <a:cubicBezTo>
                      <a:pt x="70" y="66"/>
                      <a:pt x="70" y="66"/>
                      <a:pt x="71" y="66"/>
                    </a:cubicBezTo>
                    <a:cubicBezTo>
                      <a:pt x="71" y="66"/>
                      <a:pt x="71" y="66"/>
                      <a:pt x="71" y="67"/>
                    </a:cubicBezTo>
                    <a:cubicBezTo>
                      <a:pt x="71" y="67"/>
                      <a:pt x="71" y="67"/>
                      <a:pt x="71" y="68"/>
                    </a:cubicBezTo>
                    <a:cubicBezTo>
                      <a:pt x="71" y="68"/>
                      <a:pt x="70" y="68"/>
                      <a:pt x="70" y="68"/>
                    </a:cubicBezTo>
                    <a:cubicBezTo>
                      <a:pt x="71" y="69"/>
                      <a:pt x="71" y="69"/>
                      <a:pt x="71" y="69"/>
                    </a:cubicBezTo>
                    <a:cubicBezTo>
                      <a:pt x="71" y="70"/>
                      <a:pt x="72" y="71"/>
                      <a:pt x="73" y="71"/>
                    </a:cubicBezTo>
                    <a:cubicBezTo>
                      <a:pt x="73" y="71"/>
                      <a:pt x="73" y="72"/>
                      <a:pt x="73" y="72"/>
                    </a:cubicBezTo>
                    <a:cubicBezTo>
                      <a:pt x="74" y="72"/>
                      <a:pt x="75" y="72"/>
                      <a:pt x="75" y="73"/>
                    </a:cubicBezTo>
                    <a:cubicBezTo>
                      <a:pt x="75" y="73"/>
                      <a:pt x="75" y="73"/>
                      <a:pt x="75" y="73"/>
                    </a:cubicBezTo>
                    <a:cubicBezTo>
                      <a:pt x="75" y="73"/>
                      <a:pt x="74" y="73"/>
                      <a:pt x="74" y="73"/>
                    </a:cubicBezTo>
                    <a:cubicBezTo>
                      <a:pt x="74" y="73"/>
                      <a:pt x="73" y="73"/>
                      <a:pt x="73" y="73"/>
                    </a:cubicBezTo>
                    <a:cubicBezTo>
                      <a:pt x="73" y="74"/>
                      <a:pt x="72" y="73"/>
                      <a:pt x="72" y="73"/>
                    </a:cubicBezTo>
                    <a:cubicBezTo>
                      <a:pt x="71" y="72"/>
                      <a:pt x="71" y="72"/>
                      <a:pt x="70" y="71"/>
                    </a:cubicBezTo>
                    <a:cubicBezTo>
                      <a:pt x="70" y="71"/>
                      <a:pt x="70" y="70"/>
                      <a:pt x="69" y="69"/>
                    </a:cubicBezTo>
                    <a:cubicBezTo>
                      <a:pt x="69" y="69"/>
                      <a:pt x="69" y="69"/>
                      <a:pt x="69" y="69"/>
                    </a:cubicBezTo>
                    <a:cubicBezTo>
                      <a:pt x="68" y="71"/>
                      <a:pt x="67" y="71"/>
                      <a:pt x="66" y="72"/>
                    </a:cubicBezTo>
                    <a:cubicBezTo>
                      <a:pt x="65" y="73"/>
                      <a:pt x="64" y="73"/>
                      <a:pt x="63" y="73"/>
                    </a:cubicBezTo>
                    <a:cubicBezTo>
                      <a:pt x="63" y="73"/>
                      <a:pt x="63" y="73"/>
                      <a:pt x="63" y="73"/>
                    </a:cubicBezTo>
                    <a:cubicBezTo>
                      <a:pt x="63" y="73"/>
                      <a:pt x="63" y="73"/>
                      <a:pt x="63" y="73"/>
                    </a:cubicBezTo>
                    <a:cubicBezTo>
                      <a:pt x="63" y="73"/>
                      <a:pt x="64" y="73"/>
                      <a:pt x="64" y="73"/>
                    </a:cubicBezTo>
                    <a:cubicBezTo>
                      <a:pt x="64" y="73"/>
                      <a:pt x="65" y="72"/>
                      <a:pt x="65" y="72"/>
                    </a:cubicBezTo>
                    <a:cubicBezTo>
                      <a:pt x="66" y="72"/>
                      <a:pt x="66" y="71"/>
                      <a:pt x="66" y="71"/>
                    </a:cubicBezTo>
                    <a:cubicBezTo>
                      <a:pt x="67" y="70"/>
                      <a:pt x="67" y="70"/>
                      <a:pt x="67" y="70"/>
                    </a:cubicBezTo>
                    <a:cubicBezTo>
                      <a:pt x="68" y="69"/>
                      <a:pt x="68" y="68"/>
                      <a:pt x="68" y="68"/>
                    </a:cubicBezTo>
                    <a:cubicBezTo>
                      <a:pt x="68" y="67"/>
                      <a:pt x="67" y="66"/>
                      <a:pt x="67" y="66"/>
                    </a:cubicBezTo>
                    <a:cubicBezTo>
                      <a:pt x="68" y="66"/>
                      <a:pt x="69" y="67"/>
                      <a:pt x="69" y="67"/>
                    </a:cubicBezTo>
                    <a:cubicBezTo>
                      <a:pt x="69" y="67"/>
                      <a:pt x="69" y="67"/>
                      <a:pt x="69" y="67"/>
                    </a:cubicBezTo>
                    <a:cubicBezTo>
                      <a:pt x="69" y="67"/>
                      <a:pt x="69" y="67"/>
                      <a:pt x="69" y="67"/>
                    </a:cubicBezTo>
                    <a:cubicBezTo>
                      <a:pt x="69" y="67"/>
                      <a:pt x="70" y="66"/>
                      <a:pt x="70" y="65"/>
                    </a:cubicBezTo>
                    <a:close/>
                    <a:moveTo>
                      <a:pt x="71" y="64"/>
                    </a:moveTo>
                    <a:cubicBezTo>
                      <a:pt x="71" y="64"/>
                      <a:pt x="71" y="63"/>
                      <a:pt x="71" y="63"/>
                    </a:cubicBezTo>
                    <a:cubicBezTo>
                      <a:pt x="71" y="63"/>
                      <a:pt x="71" y="63"/>
                      <a:pt x="71" y="63"/>
                    </a:cubicBezTo>
                    <a:cubicBezTo>
                      <a:pt x="71" y="63"/>
                      <a:pt x="71" y="63"/>
                      <a:pt x="71" y="63"/>
                    </a:cubicBezTo>
                    <a:cubicBezTo>
                      <a:pt x="70" y="63"/>
                      <a:pt x="70" y="64"/>
                      <a:pt x="69" y="64"/>
                    </a:cubicBezTo>
                    <a:cubicBezTo>
                      <a:pt x="69" y="65"/>
                      <a:pt x="68" y="65"/>
                      <a:pt x="67" y="65"/>
                    </a:cubicBezTo>
                    <a:cubicBezTo>
                      <a:pt x="67" y="65"/>
                      <a:pt x="66" y="66"/>
                      <a:pt x="66" y="65"/>
                    </a:cubicBezTo>
                    <a:cubicBezTo>
                      <a:pt x="66" y="65"/>
                      <a:pt x="66" y="65"/>
                      <a:pt x="66" y="65"/>
                    </a:cubicBezTo>
                    <a:cubicBezTo>
                      <a:pt x="66" y="64"/>
                      <a:pt x="67" y="64"/>
                      <a:pt x="67" y="64"/>
                    </a:cubicBezTo>
                    <a:cubicBezTo>
                      <a:pt x="67" y="64"/>
                      <a:pt x="68" y="63"/>
                      <a:pt x="68" y="63"/>
                    </a:cubicBezTo>
                    <a:cubicBezTo>
                      <a:pt x="68" y="63"/>
                      <a:pt x="68" y="63"/>
                      <a:pt x="68" y="63"/>
                    </a:cubicBezTo>
                    <a:cubicBezTo>
                      <a:pt x="68" y="63"/>
                      <a:pt x="68" y="63"/>
                      <a:pt x="68" y="63"/>
                    </a:cubicBezTo>
                    <a:cubicBezTo>
                      <a:pt x="69" y="63"/>
                      <a:pt x="69" y="63"/>
                      <a:pt x="69" y="63"/>
                    </a:cubicBezTo>
                    <a:cubicBezTo>
                      <a:pt x="70" y="63"/>
                      <a:pt x="71" y="62"/>
                      <a:pt x="72" y="62"/>
                    </a:cubicBezTo>
                    <a:cubicBezTo>
                      <a:pt x="72" y="62"/>
                      <a:pt x="72" y="63"/>
                      <a:pt x="72" y="63"/>
                    </a:cubicBezTo>
                    <a:cubicBezTo>
                      <a:pt x="72" y="63"/>
                      <a:pt x="72" y="63"/>
                      <a:pt x="73" y="63"/>
                    </a:cubicBezTo>
                    <a:cubicBezTo>
                      <a:pt x="73" y="63"/>
                      <a:pt x="72" y="64"/>
                      <a:pt x="72" y="64"/>
                    </a:cubicBezTo>
                    <a:cubicBezTo>
                      <a:pt x="72" y="64"/>
                      <a:pt x="71" y="64"/>
                      <a:pt x="71" y="64"/>
                    </a:cubicBezTo>
                    <a:close/>
                    <a:moveTo>
                      <a:pt x="69" y="58"/>
                    </a:moveTo>
                    <a:cubicBezTo>
                      <a:pt x="69" y="58"/>
                      <a:pt x="71" y="58"/>
                      <a:pt x="71" y="59"/>
                    </a:cubicBezTo>
                    <a:cubicBezTo>
                      <a:pt x="71" y="59"/>
                      <a:pt x="71" y="59"/>
                      <a:pt x="71" y="60"/>
                    </a:cubicBezTo>
                    <a:cubicBezTo>
                      <a:pt x="71" y="60"/>
                      <a:pt x="72" y="60"/>
                      <a:pt x="73" y="59"/>
                    </a:cubicBezTo>
                    <a:cubicBezTo>
                      <a:pt x="73" y="59"/>
                      <a:pt x="73" y="59"/>
                      <a:pt x="73" y="59"/>
                    </a:cubicBezTo>
                    <a:cubicBezTo>
                      <a:pt x="73" y="59"/>
                      <a:pt x="74" y="59"/>
                      <a:pt x="74" y="59"/>
                    </a:cubicBezTo>
                    <a:cubicBezTo>
                      <a:pt x="74" y="59"/>
                      <a:pt x="74" y="59"/>
                      <a:pt x="74" y="60"/>
                    </a:cubicBezTo>
                    <a:cubicBezTo>
                      <a:pt x="74" y="60"/>
                      <a:pt x="74" y="60"/>
                      <a:pt x="74" y="60"/>
                    </a:cubicBezTo>
                    <a:cubicBezTo>
                      <a:pt x="73" y="60"/>
                      <a:pt x="72" y="61"/>
                      <a:pt x="70" y="61"/>
                    </a:cubicBezTo>
                    <a:cubicBezTo>
                      <a:pt x="70" y="61"/>
                      <a:pt x="70" y="61"/>
                      <a:pt x="70" y="61"/>
                    </a:cubicBezTo>
                    <a:cubicBezTo>
                      <a:pt x="71" y="61"/>
                      <a:pt x="71" y="61"/>
                      <a:pt x="71" y="61"/>
                    </a:cubicBezTo>
                    <a:cubicBezTo>
                      <a:pt x="71" y="61"/>
                      <a:pt x="71" y="61"/>
                      <a:pt x="71" y="61"/>
                    </a:cubicBezTo>
                    <a:cubicBezTo>
                      <a:pt x="71" y="61"/>
                      <a:pt x="71" y="61"/>
                      <a:pt x="71" y="61"/>
                    </a:cubicBezTo>
                    <a:cubicBezTo>
                      <a:pt x="71" y="61"/>
                      <a:pt x="70" y="61"/>
                      <a:pt x="70" y="61"/>
                    </a:cubicBezTo>
                    <a:cubicBezTo>
                      <a:pt x="69" y="61"/>
                      <a:pt x="68" y="62"/>
                      <a:pt x="67" y="62"/>
                    </a:cubicBezTo>
                    <a:cubicBezTo>
                      <a:pt x="67" y="61"/>
                      <a:pt x="67" y="61"/>
                      <a:pt x="67" y="61"/>
                    </a:cubicBezTo>
                    <a:cubicBezTo>
                      <a:pt x="68" y="61"/>
                      <a:pt x="69" y="60"/>
                      <a:pt x="69" y="59"/>
                    </a:cubicBezTo>
                    <a:cubicBezTo>
                      <a:pt x="69" y="59"/>
                      <a:pt x="69" y="58"/>
                      <a:pt x="69" y="58"/>
                    </a:cubicBezTo>
                    <a:close/>
                    <a:moveTo>
                      <a:pt x="104" y="59"/>
                    </a:moveTo>
                    <a:cubicBezTo>
                      <a:pt x="105" y="59"/>
                      <a:pt x="105" y="59"/>
                      <a:pt x="105" y="60"/>
                    </a:cubicBezTo>
                    <a:cubicBezTo>
                      <a:pt x="105" y="60"/>
                      <a:pt x="105" y="60"/>
                      <a:pt x="105" y="60"/>
                    </a:cubicBezTo>
                    <a:cubicBezTo>
                      <a:pt x="105" y="61"/>
                      <a:pt x="105" y="61"/>
                      <a:pt x="105" y="61"/>
                    </a:cubicBezTo>
                    <a:cubicBezTo>
                      <a:pt x="105" y="61"/>
                      <a:pt x="104" y="62"/>
                      <a:pt x="104" y="62"/>
                    </a:cubicBezTo>
                    <a:cubicBezTo>
                      <a:pt x="104" y="63"/>
                      <a:pt x="104" y="63"/>
                      <a:pt x="104" y="63"/>
                    </a:cubicBezTo>
                    <a:cubicBezTo>
                      <a:pt x="104" y="63"/>
                      <a:pt x="104" y="63"/>
                      <a:pt x="105" y="63"/>
                    </a:cubicBezTo>
                    <a:cubicBezTo>
                      <a:pt x="105" y="63"/>
                      <a:pt x="105" y="63"/>
                      <a:pt x="105" y="63"/>
                    </a:cubicBezTo>
                    <a:cubicBezTo>
                      <a:pt x="105" y="63"/>
                      <a:pt x="106" y="63"/>
                      <a:pt x="106" y="63"/>
                    </a:cubicBezTo>
                    <a:cubicBezTo>
                      <a:pt x="106" y="63"/>
                      <a:pt x="106" y="63"/>
                      <a:pt x="106" y="63"/>
                    </a:cubicBezTo>
                    <a:cubicBezTo>
                      <a:pt x="106" y="64"/>
                      <a:pt x="106" y="64"/>
                      <a:pt x="106" y="64"/>
                    </a:cubicBezTo>
                    <a:cubicBezTo>
                      <a:pt x="106" y="64"/>
                      <a:pt x="105" y="64"/>
                      <a:pt x="105" y="65"/>
                    </a:cubicBezTo>
                    <a:cubicBezTo>
                      <a:pt x="104" y="65"/>
                      <a:pt x="104" y="65"/>
                      <a:pt x="103" y="65"/>
                    </a:cubicBezTo>
                    <a:cubicBezTo>
                      <a:pt x="103" y="65"/>
                      <a:pt x="102" y="67"/>
                      <a:pt x="102" y="68"/>
                    </a:cubicBezTo>
                    <a:cubicBezTo>
                      <a:pt x="103" y="68"/>
                      <a:pt x="103" y="69"/>
                      <a:pt x="105" y="70"/>
                    </a:cubicBezTo>
                    <a:cubicBezTo>
                      <a:pt x="105" y="70"/>
                      <a:pt x="106" y="70"/>
                      <a:pt x="107" y="70"/>
                    </a:cubicBezTo>
                    <a:cubicBezTo>
                      <a:pt x="107" y="70"/>
                      <a:pt x="107" y="70"/>
                      <a:pt x="107" y="70"/>
                    </a:cubicBezTo>
                    <a:cubicBezTo>
                      <a:pt x="107" y="70"/>
                      <a:pt x="107" y="70"/>
                      <a:pt x="107" y="70"/>
                    </a:cubicBezTo>
                    <a:cubicBezTo>
                      <a:pt x="107" y="71"/>
                      <a:pt x="106" y="71"/>
                      <a:pt x="106" y="71"/>
                    </a:cubicBezTo>
                    <a:cubicBezTo>
                      <a:pt x="106" y="71"/>
                      <a:pt x="106" y="71"/>
                      <a:pt x="106" y="72"/>
                    </a:cubicBezTo>
                    <a:cubicBezTo>
                      <a:pt x="105" y="72"/>
                      <a:pt x="105" y="72"/>
                      <a:pt x="104" y="72"/>
                    </a:cubicBezTo>
                    <a:cubicBezTo>
                      <a:pt x="104" y="71"/>
                      <a:pt x="103" y="71"/>
                      <a:pt x="103" y="71"/>
                    </a:cubicBezTo>
                    <a:cubicBezTo>
                      <a:pt x="103" y="71"/>
                      <a:pt x="103" y="70"/>
                      <a:pt x="102" y="69"/>
                    </a:cubicBezTo>
                    <a:cubicBezTo>
                      <a:pt x="102" y="69"/>
                      <a:pt x="102" y="69"/>
                      <a:pt x="102" y="69"/>
                    </a:cubicBezTo>
                    <a:cubicBezTo>
                      <a:pt x="102" y="68"/>
                      <a:pt x="101" y="68"/>
                      <a:pt x="101" y="68"/>
                    </a:cubicBezTo>
                    <a:cubicBezTo>
                      <a:pt x="101" y="69"/>
                      <a:pt x="100" y="69"/>
                      <a:pt x="100" y="70"/>
                    </a:cubicBezTo>
                    <a:cubicBezTo>
                      <a:pt x="99" y="71"/>
                      <a:pt x="98" y="71"/>
                      <a:pt x="96" y="72"/>
                    </a:cubicBezTo>
                    <a:cubicBezTo>
                      <a:pt x="96" y="73"/>
                      <a:pt x="95" y="73"/>
                      <a:pt x="93" y="73"/>
                    </a:cubicBezTo>
                    <a:cubicBezTo>
                      <a:pt x="93" y="73"/>
                      <a:pt x="93" y="73"/>
                      <a:pt x="93" y="73"/>
                    </a:cubicBezTo>
                    <a:cubicBezTo>
                      <a:pt x="94" y="73"/>
                      <a:pt x="95" y="72"/>
                      <a:pt x="95" y="72"/>
                    </a:cubicBezTo>
                    <a:cubicBezTo>
                      <a:pt x="97" y="71"/>
                      <a:pt x="98" y="69"/>
                      <a:pt x="99" y="68"/>
                    </a:cubicBezTo>
                    <a:cubicBezTo>
                      <a:pt x="100" y="67"/>
                      <a:pt x="100" y="66"/>
                      <a:pt x="100" y="65"/>
                    </a:cubicBezTo>
                    <a:cubicBezTo>
                      <a:pt x="100" y="65"/>
                      <a:pt x="99" y="64"/>
                      <a:pt x="99" y="64"/>
                    </a:cubicBezTo>
                    <a:cubicBezTo>
                      <a:pt x="99" y="64"/>
                      <a:pt x="99" y="64"/>
                      <a:pt x="99" y="64"/>
                    </a:cubicBezTo>
                    <a:cubicBezTo>
                      <a:pt x="100" y="64"/>
                      <a:pt x="101" y="64"/>
                      <a:pt x="102" y="64"/>
                    </a:cubicBezTo>
                    <a:cubicBezTo>
                      <a:pt x="102" y="63"/>
                      <a:pt x="102" y="63"/>
                      <a:pt x="103" y="62"/>
                    </a:cubicBezTo>
                    <a:cubicBezTo>
                      <a:pt x="103" y="62"/>
                      <a:pt x="103" y="61"/>
                      <a:pt x="103" y="61"/>
                    </a:cubicBezTo>
                    <a:cubicBezTo>
                      <a:pt x="103" y="60"/>
                      <a:pt x="104" y="60"/>
                      <a:pt x="104" y="59"/>
                    </a:cubicBezTo>
                    <a:close/>
                    <a:moveTo>
                      <a:pt x="102" y="94"/>
                    </a:moveTo>
                    <a:cubicBezTo>
                      <a:pt x="102" y="89"/>
                      <a:pt x="102" y="89"/>
                      <a:pt x="102" y="89"/>
                    </a:cubicBezTo>
                    <a:cubicBezTo>
                      <a:pt x="127" y="89"/>
                      <a:pt x="127" y="89"/>
                      <a:pt x="127" y="89"/>
                    </a:cubicBezTo>
                    <a:cubicBezTo>
                      <a:pt x="127" y="94"/>
                      <a:pt x="127" y="94"/>
                      <a:pt x="127" y="94"/>
                    </a:cubicBezTo>
                    <a:cubicBezTo>
                      <a:pt x="102" y="94"/>
                      <a:pt x="102" y="94"/>
                      <a:pt x="102" y="94"/>
                    </a:cubicBezTo>
                    <a:close/>
                    <a:moveTo>
                      <a:pt x="112" y="102"/>
                    </a:moveTo>
                    <a:cubicBezTo>
                      <a:pt x="112" y="98"/>
                      <a:pt x="112" y="98"/>
                      <a:pt x="112" y="98"/>
                    </a:cubicBezTo>
                    <a:cubicBezTo>
                      <a:pt x="118" y="98"/>
                      <a:pt x="118" y="98"/>
                      <a:pt x="118" y="98"/>
                    </a:cubicBezTo>
                    <a:cubicBezTo>
                      <a:pt x="118" y="102"/>
                      <a:pt x="118" y="102"/>
                      <a:pt x="118" y="102"/>
                    </a:cubicBezTo>
                    <a:cubicBezTo>
                      <a:pt x="112" y="102"/>
                      <a:pt x="112" y="102"/>
                      <a:pt x="112" y="102"/>
                    </a:cubicBezTo>
                    <a:close/>
                    <a:moveTo>
                      <a:pt x="113" y="20"/>
                    </a:moveTo>
                    <a:cubicBezTo>
                      <a:pt x="113" y="20"/>
                      <a:pt x="113" y="20"/>
                      <a:pt x="113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1"/>
                    </a:cubicBezTo>
                    <a:cubicBezTo>
                      <a:pt x="112" y="21"/>
                      <a:pt x="112" y="21"/>
                      <a:pt x="112" y="21"/>
                    </a:cubicBezTo>
                    <a:cubicBezTo>
                      <a:pt x="112" y="21"/>
                      <a:pt x="111" y="21"/>
                      <a:pt x="111" y="21"/>
                    </a:cubicBezTo>
                    <a:cubicBezTo>
                      <a:pt x="111" y="21"/>
                      <a:pt x="111" y="21"/>
                      <a:pt x="111" y="21"/>
                    </a:cubicBezTo>
                    <a:cubicBezTo>
                      <a:pt x="111" y="21"/>
                      <a:pt x="111" y="21"/>
                      <a:pt x="111" y="21"/>
                    </a:cubicBezTo>
                    <a:cubicBezTo>
                      <a:pt x="111" y="19"/>
                      <a:pt x="111" y="19"/>
                      <a:pt x="111" y="19"/>
                    </a:cubicBezTo>
                    <a:cubicBezTo>
                      <a:pt x="111" y="19"/>
                      <a:pt x="111" y="19"/>
                      <a:pt x="111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lose/>
                    <a:moveTo>
                      <a:pt x="113" y="18"/>
                    </a:move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9"/>
                      <a:pt x="113" y="19"/>
                    </a:cubicBezTo>
                    <a:cubicBezTo>
                      <a:pt x="113" y="19"/>
                      <a:pt x="113" y="19"/>
                      <a:pt x="113" y="19"/>
                    </a:cubicBezTo>
                    <a:cubicBezTo>
                      <a:pt x="113" y="19"/>
                      <a:pt x="113" y="19"/>
                      <a:pt x="113" y="19"/>
                    </a:cubicBezTo>
                    <a:cubicBezTo>
                      <a:pt x="113" y="19"/>
                      <a:pt x="113" y="19"/>
                      <a:pt x="113" y="19"/>
                    </a:cubicBezTo>
                    <a:cubicBezTo>
                      <a:pt x="113" y="19"/>
                      <a:pt x="113" y="19"/>
                      <a:pt x="113" y="19"/>
                    </a:cubicBezTo>
                    <a:cubicBezTo>
                      <a:pt x="113" y="19"/>
                      <a:pt x="113" y="19"/>
                      <a:pt x="113" y="19"/>
                    </a:cubicBezTo>
                    <a:cubicBezTo>
                      <a:pt x="113" y="19"/>
                      <a:pt x="113" y="19"/>
                      <a:pt x="113" y="19"/>
                    </a:cubicBezTo>
                    <a:cubicBezTo>
                      <a:pt x="113" y="19"/>
                      <a:pt x="113" y="19"/>
                      <a:pt x="113" y="19"/>
                    </a:cubicBezTo>
                    <a:cubicBezTo>
                      <a:pt x="113" y="19"/>
                      <a:pt x="113" y="19"/>
                      <a:pt x="113" y="19"/>
                    </a:cubicBezTo>
                    <a:cubicBezTo>
                      <a:pt x="113" y="19"/>
                      <a:pt x="113" y="19"/>
                      <a:pt x="113" y="19"/>
                    </a:cubicBezTo>
                    <a:cubicBezTo>
                      <a:pt x="113" y="19"/>
                      <a:pt x="112" y="19"/>
                      <a:pt x="112" y="19"/>
                    </a:cubicBezTo>
                    <a:cubicBezTo>
                      <a:pt x="112" y="18"/>
                      <a:pt x="112" y="18"/>
                      <a:pt x="111" y="18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7"/>
                      <a:pt x="111" y="17"/>
                      <a:pt x="111" y="17"/>
                    </a:cubicBezTo>
                    <a:cubicBezTo>
                      <a:pt x="111" y="17"/>
                      <a:pt x="112" y="17"/>
                      <a:pt x="112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8"/>
                      <a:pt x="113" y="18"/>
                    </a:cubicBezTo>
                    <a:close/>
                    <a:moveTo>
                      <a:pt x="92" y="11"/>
                    </a:moveTo>
                    <a:cubicBezTo>
                      <a:pt x="92" y="11"/>
                      <a:pt x="92" y="11"/>
                      <a:pt x="92" y="11"/>
                    </a:cubicBezTo>
                    <a:cubicBezTo>
                      <a:pt x="92" y="11"/>
                      <a:pt x="92" y="11"/>
                      <a:pt x="92" y="11"/>
                    </a:cubicBezTo>
                    <a:cubicBezTo>
                      <a:pt x="92" y="11"/>
                      <a:pt x="92" y="11"/>
                      <a:pt x="92" y="11"/>
                    </a:cubicBezTo>
                    <a:close/>
                    <a:moveTo>
                      <a:pt x="88" y="29"/>
                    </a:move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7" y="29"/>
                      <a:pt x="87" y="29"/>
                      <a:pt x="87" y="29"/>
                    </a:cubicBezTo>
                    <a:cubicBezTo>
                      <a:pt x="87" y="28"/>
                      <a:pt x="87" y="28"/>
                      <a:pt x="87" y="28"/>
                    </a:cubicBezTo>
                    <a:cubicBezTo>
                      <a:pt x="87" y="28"/>
                      <a:pt x="87" y="28"/>
                      <a:pt x="87" y="28"/>
                    </a:cubicBezTo>
                    <a:cubicBezTo>
                      <a:pt x="87" y="28"/>
                      <a:pt x="87" y="27"/>
                      <a:pt x="87" y="27"/>
                    </a:cubicBezTo>
                    <a:cubicBezTo>
                      <a:pt x="87" y="27"/>
                      <a:pt x="87" y="26"/>
                      <a:pt x="87" y="26"/>
                    </a:cubicBezTo>
                    <a:cubicBezTo>
                      <a:pt x="87" y="26"/>
                      <a:pt x="87" y="26"/>
                      <a:pt x="87" y="26"/>
                    </a:cubicBezTo>
                    <a:cubicBezTo>
                      <a:pt x="87" y="26"/>
                      <a:pt x="87" y="25"/>
                      <a:pt x="86" y="25"/>
                    </a:cubicBezTo>
                    <a:cubicBezTo>
                      <a:pt x="86" y="25"/>
                      <a:pt x="86" y="24"/>
                      <a:pt x="86" y="24"/>
                    </a:cubicBezTo>
                    <a:cubicBezTo>
                      <a:pt x="86" y="23"/>
                      <a:pt x="86" y="23"/>
                      <a:pt x="86" y="22"/>
                    </a:cubicBezTo>
                    <a:cubicBezTo>
                      <a:pt x="86" y="22"/>
                      <a:pt x="86" y="21"/>
                      <a:pt x="86" y="21"/>
                    </a:cubicBezTo>
                    <a:cubicBezTo>
                      <a:pt x="86" y="18"/>
                      <a:pt x="86" y="18"/>
                      <a:pt x="86" y="18"/>
                    </a:cubicBezTo>
                    <a:cubicBezTo>
                      <a:pt x="86" y="17"/>
                      <a:pt x="86" y="17"/>
                      <a:pt x="86" y="17"/>
                    </a:cubicBezTo>
                    <a:cubicBezTo>
                      <a:pt x="86" y="16"/>
                      <a:pt x="86" y="16"/>
                      <a:pt x="86" y="16"/>
                    </a:cubicBezTo>
                    <a:cubicBezTo>
                      <a:pt x="86" y="16"/>
                      <a:pt x="86" y="16"/>
                      <a:pt x="86" y="16"/>
                    </a:cubicBezTo>
                    <a:cubicBezTo>
                      <a:pt x="86" y="15"/>
                      <a:pt x="86" y="15"/>
                      <a:pt x="86" y="15"/>
                    </a:cubicBezTo>
                    <a:cubicBezTo>
                      <a:pt x="86" y="14"/>
                      <a:pt x="86" y="14"/>
                      <a:pt x="86" y="14"/>
                    </a:cubicBezTo>
                    <a:cubicBezTo>
                      <a:pt x="86" y="14"/>
                      <a:pt x="86" y="14"/>
                      <a:pt x="86" y="14"/>
                    </a:cubicBezTo>
                    <a:cubicBezTo>
                      <a:pt x="86" y="14"/>
                      <a:pt x="86" y="14"/>
                      <a:pt x="86" y="14"/>
                    </a:cubicBezTo>
                    <a:cubicBezTo>
                      <a:pt x="86" y="14"/>
                      <a:pt x="86" y="14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8" y="13"/>
                    </a:cubicBezTo>
                    <a:cubicBezTo>
                      <a:pt x="88" y="13"/>
                      <a:pt x="88" y="13"/>
                      <a:pt x="88" y="13"/>
                    </a:cubicBezTo>
                    <a:cubicBezTo>
                      <a:pt x="88" y="13"/>
                      <a:pt x="88" y="13"/>
                      <a:pt x="88" y="13"/>
                    </a:cubicBezTo>
                    <a:cubicBezTo>
                      <a:pt x="88" y="13"/>
                      <a:pt x="88" y="13"/>
                      <a:pt x="88" y="13"/>
                    </a:cubicBezTo>
                    <a:cubicBezTo>
                      <a:pt x="88" y="13"/>
                      <a:pt x="88" y="13"/>
                      <a:pt x="88" y="13"/>
                    </a:cubicBezTo>
                    <a:cubicBezTo>
                      <a:pt x="88" y="13"/>
                      <a:pt x="88" y="14"/>
                      <a:pt x="88" y="14"/>
                    </a:cubicBezTo>
                    <a:cubicBezTo>
                      <a:pt x="88" y="14"/>
                      <a:pt x="88" y="14"/>
                      <a:pt x="88" y="14"/>
                    </a:cubicBezTo>
                    <a:cubicBezTo>
                      <a:pt x="88" y="14"/>
                      <a:pt x="88" y="14"/>
                      <a:pt x="88" y="14"/>
                    </a:cubicBezTo>
                    <a:cubicBezTo>
                      <a:pt x="88" y="14"/>
                      <a:pt x="88" y="14"/>
                      <a:pt x="88" y="14"/>
                    </a:cubicBezTo>
                    <a:cubicBezTo>
                      <a:pt x="88" y="14"/>
                      <a:pt x="88" y="15"/>
                      <a:pt x="88" y="16"/>
                    </a:cubicBezTo>
                    <a:cubicBezTo>
                      <a:pt x="88" y="16"/>
                      <a:pt x="88" y="17"/>
                      <a:pt x="88" y="18"/>
                    </a:cubicBezTo>
                    <a:cubicBezTo>
                      <a:pt x="88" y="18"/>
                      <a:pt x="88" y="18"/>
                      <a:pt x="88" y="18"/>
                    </a:cubicBezTo>
                    <a:cubicBezTo>
                      <a:pt x="88" y="20"/>
                      <a:pt x="88" y="20"/>
                      <a:pt x="88" y="20"/>
                    </a:cubicBezTo>
                    <a:cubicBezTo>
                      <a:pt x="88" y="21"/>
                      <a:pt x="88" y="21"/>
                      <a:pt x="88" y="22"/>
                    </a:cubicBezTo>
                    <a:cubicBezTo>
                      <a:pt x="88" y="23"/>
                      <a:pt x="88" y="23"/>
                      <a:pt x="88" y="24"/>
                    </a:cubicBezTo>
                    <a:cubicBezTo>
                      <a:pt x="88" y="24"/>
                      <a:pt x="88" y="24"/>
                      <a:pt x="88" y="25"/>
                    </a:cubicBezTo>
                    <a:cubicBezTo>
                      <a:pt x="88" y="25"/>
                      <a:pt x="88" y="26"/>
                      <a:pt x="88" y="26"/>
                    </a:cubicBezTo>
                    <a:cubicBezTo>
                      <a:pt x="88" y="26"/>
                      <a:pt x="88" y="26"/>
                      <a:pt x="88" y="26"/>
                    </a:cubicBezTo>
                    <a:cubicBezTo>
                      <a:pt x="88" y="26"/>
                      <a:pt x="88" y="27"/>
                      <a:pt x="88" y="27"/>
                    </a:cubicBezTo>
                    <a:cubicBezTo>
                      <a:pt x="88" y="27"/>
                      <a:pt x="88" y="27"/>
                      <a:pt x="88" y="27"/>
                    </a:cubicBezTo>
                    <a:cubicBezTo>
                      <a:pt x="88" y="27"/>
                      <a:pt x="88" y="27"/>
                      <a:pt x="88" y="27"/>
                    </a:cubicBezTo>
                    <a:cubicBezTo>
                      <a:pt x="89" y="28"/>
                      <a:pt x="89" y="28"/>
                      <a:pt x="89" y="28"/>
                    </a:cubicBezTo>
                    <a:cubicBezTo>
                      <a:pt x="89" y="27"/>
                      <a:pt x="90" y="27"/>
                      <a:pt x="90" y="26"/>
                    </a:cubicBezTo>
                    <a:cubicBezTo>
                      <a:pt x="90" y="26"/>
                      <a:pt x="90" y="25"/>
                      <a:pt x="91" y="25"/>
                    </a:cubicBezTo>
                    <a:cubicBezTo>
                      <a:pt x="91" y="25"/>
                      <a:pt x="91" y="25"/>
                      <a:pt x="91" y="25"/>
                    </a:cubicBezTo>
                    <a:cubicBezTo>
                      <a:pt x="91" y="25"/>
                      <a:pt x="91" y="25"/>
                      <a:pt x="91" y="25"/>
                    </a:cubicBezTo>
                    <a:cubicBezTo>
                      <a:pt x="91" y="25"/>
                      <a:pt x="91" y="25"/>
                      <a:pt x="91" y="25"/>
                    </a:cubicBezTo>
                    <a:cubicBezTo>
                      <a:pt x="91" y="24"/>
                      <a:pt x="91" y="24"/>
                      <a:pt x="91" y="24"/>
                    </a:cubicBezTo>
                    <a:cubicBezTo>
                      <a:pt x="91" y="24"/>
                      <a:pt x="91" y="24"/>
                      <a:pt x="91" y="24"/>
                    </a:cubicBezTo>
                    <a:cubicBezTo>
                      <a:pt x="91" y="24"/>
                      <a:pt x="91" y="24"/>
                      <a:pt x="91" y="24"/>
                    </a:cubicBezTo>
                    <a:cubicBezTo>
                      <a:pt x="91" y="23"/>
                      <a:pt x="91" y="23"/>
                      <a:pt x="91" y="23"/>
                    </a:cubicBezTo>
                    <a:cubicBezTo>
                      <a:pt x="91" y="23"/>
                      <a:pt x="91" y="23"/>
                      <a:pt x="91" y="23"/>
                    </a:cubicBezTo>
                    <a:cubicBezTo>
                      <a:pt x="91" y="23"/>
                      <a:pt x="91" y="23"/>
                      <a:pt x="91" y="23"/>
                    </a:cubicBezTo>
                    <a:cubicBezTo>
                      <a:pt x="91" y="22"/>
                      <a:pt x="91" y="22"/>
                      <a:pt x="91" y="22"/>
                    </a:cubicBezTo>
                    <a:cubicBezTo>
                      <a:pt x="91" y="19"/>
                      <a:pt x="91" y="19"/>
                      <a:pt x="91" y="19"/>
                    </a:cubicBezTo>
                    <a:cubicBezTo>
                      <a:pt x="91" y="19"/>
                      <a:pt x="91" y="19"/>
                      <a:pt x="91" y="19"/>
                    </a:cubicBezTo>
                    <a:cubicBezTo>
                      <a:pt x="91" y="15"/>
                      <a:pt x="91" y="15"/>
                      <a:pt x="91" y="15"/>
                    </a:cubicBezTo>
                    <a:cubicBezTo>
                      <a:pt x="91" y="14"/>
                      <a:pt x="91" y="14"/>
                      <a:pt x="91" y="13"/>
                    </a:cubicBezTo>
                    <a:cubicBezTo>
                      <a:pt x="91" y="13"/>
                      <a:pt x="91" y="13"/>
                      <a:pt x="91" y="12"/>
                    </a:cubicBezTo>
                    <a:cubicBezTo>
                      <a:pt x="91" y="12"/>
                      <a:pt x="91" y="12"/>
                      <a:pt x="91" y="12"/>
                    </a:cubicBezTo>
                    <a:cubicBezTo>
                      <a:pt x="91" y="12"/>
                      <a:pt x="91" y="12"/>
                      <a:pt x="91" y="12"/>
                    </a:cubicBezTo>
                    <a:cubicBezTo>
                      <a:pt x="91" y="12"/>
                      <a:pt x="91" y="12"/>
                      <a:pt x="91" y="12"/>
                    </a:cubicBezTo>
                    <a:cubicBezTo>
                      <a:pt x="91" y="12"/>
                      <a:pt x="91" y="12"/>
                      <a:pt x="91" y="12"/>
                    </a:cubicBezTo>
                    <a:cubicBezTo>
                      <a:pt x="91" y="12"/>
                      <a:pt x="91" y="11"/>
                      <a:pt x="91" y="11"/>
                    </a:cubicBezTo>
                    <a:cubicBezTo>
                      <a:pt x="92" y="11"/>
                      <a:pt x="92" y="11"/>
                      <a:pt x="92" y="11"/>
                    </a:cubicBezTo>
                    <a:cubicBezTo>
                      <a:pt x="92" y="11"/>
                      <a:pt x="92" y="11"/>
                      <a:pt x="92" y="11"/>
                    </a:cubicBezTo>
                    <a:cubicBezTo>
                      <a:pt x="92" y="11"/>
                      <a:pt x="92" y="11"/>
                      <a:pt x="92" y="11"/>
                    </a:cubicBezTo>
                    <a:cubicBezTo>
                      <a:pt x="92" y="11"/>
                      <a:pt x="92" y="11"/>
                      <a:pt x="92" y="11"/>
                    </a:cubicBezTo>
                    <a:cubicBezTo>
                      <a:pt x="92" y="11"/>
                      <a:pt x="92" y="11"/>
                      <a:pt x="92" y="11"/>
                    </a:cubicBezTo>
                    <a:cubicBezTo>
                      <a:pt x="92" y="11"/>
                      <a:pt x="92" y="11"/>
                      <a:pt x="92" y="11"/>
                    </a:cubicBezTo>
                    <a:cubicBezTo>
                      <a:pt x="92" y="11"/>
                      <a:pt x="93" y="11"/>
                      <a:pt x="93" y="11"/>
                    </a:cubicBezTo>
                    <a:cubicBezTo>
                      <a:pt x="93" y="11"/>
                      <a:pt x="93" y="11"/>
                      <a:pt x="93" y="11"/>
                    </a:cubicBezTo>
                    <a:cubicBezTo>
                      <a:pt x="93" y="11"/>
                      <a:pt x="93" y="12"/>
                      <a:pt x="93" y="12"/>
                    </a:cubicBezTo>
                    <a:cubicBezTo>
                      <a:pt x="93" y="12"/>
                      <a:pt x="93" y="12"/>
                      <a:pt x="93" y="12"/>
                    </a:cubicBezTo>
                    <a:cubicBezTo>
                      <a:pt x="93" y="12"/>
                      <a:pt x="93" y="13"/>
                      <a:pt x="93" y="13"/>
                    </a:cubicBezTo>
                    <a:cubicBezTo>
                      <a:pt x="93" y="13"/>
                      <a:pt x="93" y="13"/>
                      <a:pt x="93" y="14"/>
                    </a:cubicBezTo>
                    <a:cubicBezTo>
                      <a:pt x="93" y="14"/>
                      <a:pt x="93" y="14"/>
                      <a:pt x="93" y="14"/>
                    </a:cubicBezTo>
                    <a:cubicBezTo>
                      <a:pt x="93" y="18"/>
                      <a:pt x="93" y="18"/>
                      <a:pt x="93" y="18"/>
                    </a:cubicBezTo>
                    <a:cubicBezTo>
                      <a:pt x="93" y="20"/>
                      <a:pt x="93" y="20"/>
                      <a:pt x="93" y="20"/>
                    </a:cubicBezTo>
                    <a:cubicBezTo>
                      <a:pt x="93" y="20"/>
                      <a:pt x="93" y="20"/>
                      <a:pt x="93" y="20"/>
                    </a:cubicBezTo>
                    <a:cubicBezTo>
                      <a:pt x="93" y="21"/>
                      <a:pt x="93" y="21"/>
                      <a:pt x="93" y="21"/>
                    </a:cubicBezTo>
                    <a:cubicBezTo>
                      <a:pt x="93" y="22"/>
                      <a:pt x="93" y="22"/>
                      <a:pt x="93" y="22"/>
                    </a:cubicBezTo>
                    <a:cubicBezTo>
                      <a:pt x="93" y="23"/>
                      <a:pt x="93" y="23"/>
                      <a:pt x="93" y="23"/>
                    </a:cubicBezTo>
                    <a:cubicBezTo>
                      <a:pt x="93" y="23"/>
                      <a:pt x="93" y="23"/>
                      <a:pt x="93" y="23"/>
                    </a:cubicBezTo>
                    <a:cubicBezTo>
                      <a:pt x="93" y="23"/>
                      <a:pt x="93" y="23"/>
                      <a:pt x="93" y="23"/>
                    </a:cubicBezTo>
                    <a:cubicBezTo>
                      <a:pt x="93" y="23"/>
                      <a:pt x="93" y="24"/>
                      <a:pt x="93" y="24"/>
                    </a:cubicBezTo>
                    <a:cubicBezTo>
                      <a:pt x="93" y="24"/>
                      <a:pt x="93" y="24"/>
                      <a:pt x="93" y="24"/>
                    </a:cubicBezTo>
                    <a:cubicBezTo>
                      <a:pt x="93" y="24"/>
                      <a:pt x="93" y="24"/>
                      <a:pt x="93" y="24"/>
                    </a:cubicBezTo>
                    <a:cubicBezTo>
                      <a:pt x="93" y="25"/>
                      <a:pt x="94" y="25"/>
                      <a:pt x="94" y="25"/>
                    </a:cubicBezTo>
                    <a:cubicBezTo>
                      <a:pt x="94" y="25"/>
                      <a:pt x="94" y="26"/>
                      <a:pt x="94" y="26"/>
                    </a:cubicBezTo>
                    <a:cubicBezTo>
                      <a:pt x="94" y="26"/>
                      <a:pt x="94" y="26"/>
                      <a:pt x="95" y="27"/>
                    </a:cubicBezTo>
                    <a:cubicBezTo>
                      <a:pt x="95" y="27"/>
                      <a:pt x="95" y="27"/>
                      <a:pt x="95" y="28"/>
                    </a:cubicBezTo>
                    <a:cubicBezTo>
                      <a:pt x="96" y="28"/>
                      <a:pt x="96" y="28"/>
                      <a:pt x="96" y="28"/>
                    </a:cubicBezTo>
                    <a:cubicBezTo>
                      <a:pt x="96" y="28"/>
                      <a:pt x="96" y="28"/>
                      <a:pt x="96" y="28"/>
                    </a:cubicBezTo>
                    <a:cubicBezTo>
                      <a:pt x="96" y="28"/>
                      <a:pt x="96" y="28"/>
                      <a:pt x="96" y="27"/>
                    </a:cubicBezTo>
                    <a:cubicBezTo>
                      <a:pt x="96" y="27"/>
                      <a:pt x="96" y="27"/>
                      <a:pt x="96" y="27"/>
                    </a:cubicBezTo>
                    <a:cubicBezTo>
                      <a:pt x="96" y="27"/>
                      <a:pt x="96" y="27"/>
                      <a:pt x="96" y="26"/>
                    </a:cubicBezTo>
                    <a:cubicBezTo>
                      <a:pt x="96" y="26"/>
                      <a:pt x="96" y="26"/>
                      <a:pt x="96" y="26"/>
                    </a:cubicBezTo>
                    <a:cubicBezTo>
                      <a:pt x="96" y="26"/>
                      <a:pt x="96" y="26"/>
                      <a:pt x="96" y="25"/>
                    </a:cubicBezTo>
                    <a:cubicBezTo>
                      <a:pt x="96" y="25"/>
                      <a:pt x="96" y="24"/>
                      <a:pt x="96" y="24"/>
                    </a:cubicBezTo>
                    <a:cubicBezTo>
                      <a:pt x="96" y="24"/>
                      <a:pt x="96" y="24"/>
                      <a:pt x="96" y="24"/>
                    </a:cubicBezTo>
                    <a:cubicBezTo>
                      <a:pt x="96" y="18"/>
                      <a:pt x="96" y="18"/>
                      <a:pt x="96" y="18"/>
                    </a:cubicBezTo>
                    <a:cubicBezTo>
                      <a:pt x="96" y="17"/>
                      <a:pt x="96" y="17"/>
                      <a:pt x="96" y="17"/>
                    </a:cubicBezTo>
                    <a:cubicBezTo>
                      <a:pt x="96" y="17"/>
                      <a:pt x="96" y="16"/>
                      <a:pt x="96" y="16"/>
                    </a:cubicBezTo>
                    <a:cubicBezTo>
                      <a:pt x="96" y="14"/>
                      <a:pt x="96" y="14"/>
                      <a:pt x="96" y="14"/>
                    </a:cubicBezTo>
                    <a:cubicBezTo>
                      <a:pt x="96" y="14"/>
                      <a:pt x="96" y="14"/>
                      <a:pt x="96" y="14"/>
                    </a:cubicBezTo>
                    <a:cubicBezTo>
                      <a:pt x="96" y="14"/>
                      <a:pt x="96" y="14"/>
                      <a:pt x="96" y="14"/>
                    </a:cubicBezTo>
                    <a:cubicBezTo>
                      <a:pt x="96" y="14"/>
                      <a:pt x="96" y="13"/>
                      <a:pt x="96" y="13"/>
                    </a:cubicBezTo>
                    <a:cubicBezTo>
                      <a:pt x="96" y="13"/>
                      <a:pt x="96" y="13"/>
                      <a:pt x="96" y="13"/>
                    </a:cubicBezTo>
                    <a:cubicBezTo>
                      <a:pt x="96" y="13"/>
                      <a:pt x="96" y="13"/>
                      <a:pt x="96" y="12"/>
                    </a:cubicBezTo>
                    <a:cubicBezTo>
                      <a:pt x="96" y="12"/>
                      <a:pt x="96" y="12"/>
                      <a:pt x="96" y="12"/>
                    </a:cubicBezTo>
                    <a:cubicBezTo>
                      <a:pt x="96" y="12"/>
                      <a:pt x="97" y="12"/>
                      <a:pt x="97" y="12"/>
                    </a:cubicBezTo>
                    <a:cubicBezTo>
                      <a:pt x="97" y="12"/>
                      <a:pt x="97" y="12"/>
                      <a:pt x="97" y="12"/>
                    </a:cubicBezTo>
                    <a:cubicBezTo>
                      <a:pt x="97" y="12"/>
                      <a:pt x="97" y="12"/>
                      <a:pt x="97" y="12"/>
                    </a:cubicBezTo>
                    <a:cubicBezTo>
                      <a:pt x="97" y="12"/>
                      <a:pt x="97" y="12"/>
                      <a:pt x="97" y="12"/>
                    </a:cubicBezTo>
                    <a:cubicBezTo>
                      <a:pt x="97" y="12"/>
                      <a:pt x="97" y="12"/>
                      <a:pt x="97" y="12"/>
                    </a:cubicBezTo>
                    <a:cubicBezTo>
                      <a:pt x="97" y="12"/>
                      <a:pt x="97" y="12"/>
                      <a:pt x="97" y="12"/>
                    </a:cubicBezTo>
                    <a:cubicBezTo>
                      <a:pt x="97" y="13"/>
                      <a:pt x="97" y="13"/>
                      <a:pt x="97" y="13"/>
                    </a:cubicBezTo>
                    <a:cubicBezTo>
                      <a:pt x="97" y="13"/>
                      <a:pt x="97" y="13"/>
                      <a:pt x="97" y="13"/>
                    </a:cubicBezTo>
                    <a:cubicBezTo>
                      <a:pt x="97" y="14"/>
                      <a:pt x="97" y="14"/>
                      <a:pt x="97" y="14"/>
                    </a:cubicBezTo>
                    <a:cubicBezTo>
                      <a:pt x="97" y="14"/>
                      <a:pt x="97" y="14"/>
                      <a:pt x="97" y="14"/>
                    </a:cubicBezTo>
                    <a:cubicBezTo>
                      <a:pt x="97" y="15"/>
                      <a:pt x="97" y="15"/>
                      <a:pt x="97" y="15"/>
                    </a:cubicBezTo>
                    <a:cubicBezTo>
                      <a:pt x="97" y="17"/>
                      <a:pt x="97" y="17"/>
                      <a:pt x="97" y="17"/>
                    </a:cubicBezTo>
                    <a:cubicBezTo>
                      <a:pt x="97" y="17"/>
                      <a:pt x="97" y="17"/>
                      <a:pt x="97" y="17"/>
                    </a:cubicBezTo>
                    <a:cubicBezTo>
                      <a:pt x="97" y="17"/>
                      <a:pt x="97" y="17"/>
                      <a:pt x="97" y="18"/>
                    </a:cubicBezTo>
                    <a:cubicBezTo>
                      <a:pt x="97" y="19"/>
                      <a:pt x="97" y="19"/>
                      <a:pt x="97" y="20"/>
                    </a:cubicBezTo>
                    <a:cubicBezTo>
                      <a:pt x="97" y="20"/>
                      <a:pt x="97" y="20"/>
                      <a:pt x="97" y="20"/>
                    </a:cubicBezTo>
                    <a:cubicBezTo>
                      <a:pt x="97" y="20"/>
                      <a:pt x="97" y="20"/>
                      <a:pt x="97" y="20"/>
                    </a:cubicBezTo>
                    <a:cubicBezTo>
                      <a:pt x="97" y="20"/>
                      <a:pt x="97" y="20"/>
                      <a:pt x="97" y="20"/>
                    </a:cubicBezTo>
                    <a:cubicBezTo>
                      <a:pt x="97" y="22"/>
                      <a:pt x="97" y="23"/>
                      <a:pt x="97" y="24"/>
                    </a:cubicBezTo>
                    <a:cubicBezTo>
                      <a:pt x="97" y="24"/>
                      <a:pt x="97" y="24"/>
                      <a:pt x="97" y="24"/>
                    </a:cubicBezTo>
                    <a:cubicBezTo>
                      <a:pt x="97" y="24"/>
                      <a:pt x="97" y="24"/>
                      <a:pt x="97" y="25"/>
                    </a:cubicBezTo>
                    <a:cubicBezTo>
                      <a:pt x="97" y="25"/>
                      <a:pt x="97" y="26"/>
                      <a:pt x="97" y="26"/>
                    </a:cubicBezTo>
                    <a:cubicBezTo>
                      <a:pt x="97" y="27"/>
                      <a:pt x="97" y="27"/>
                      <a:pt x="97" y="28"/>
                    </a:cubicBezTo>
                    <a:cubicBezTo>
                      <a:pt x="97" y="28"/>
                      <a:pt x="96" y="29"/>
                      <a:pt x="96" y="29"/>
                    </a:cubicBezTo>
                    <a:cubicBezTo>
                      <a:pt x="96" y="29"/>
                      <a:pt x="95" y="30"/>
                      <a:pt x="94" y="30"/>
                    </a:cubicBezTo>
                    <a:cubicBezTo>
                      <a:pt x="94" y="30"/>
                      <a:pt x="93" y="30"/>
                      <a:pt x="92" y="30"/>
                    </a:cubicBezTo>
                    <a:cubicBezTo>
                      <a:pt x="91" y="30"/>
                      <a:pt x="91" y="30"/>
                      <a:pt x="90" y="30"/>
                    </a:cubicBezTo>
                    <a:cubicBezTo>
                      <a:pt x="90" y="30"/>
                      <a:pt x="90" y="30"/>
                      <a:pt x="90" y="30"/>
                    </a:cubicBezTo>
                    <a:cubicBezTo>
                      <a:pt x="90" y="30"/>
                      <a:pt x="89" y="30"/>
                      <a:pt x="89" y="30"/>
                    </a:cubicBezTo>
                    <a:cubicBezTo>
                      <a:pt x="89" y="30"/>
                      <a:pt x="89" y="30"/>
                      <a:pt x="89" y="30"/>
                    </a:cubicBezTo>
                    <a:cubicBezTo>
                      <a:pt x="89" y="30"/>
                      <a:pt x="89" y="30"/>
                      <a:pt x="88" y="30"/>
                    </a:cubicBezTo>
                    <a:cubicBezTo>
                      <a:pt x="88" y="30"/>
                      <a:pt x="88" y="30"/>
                      <a:pt x="88" y="30"/>
                    </a:cubicBezTo>
                    <a:cubicBezTo>
                      <a:pt x="88" y="29"/>
                      <a:pt x="88" y="29"/>
                      <a:pt x="88" y="29"/>
                    </a:cubicBezTo>
                    <a:close/>
                    <a:moveTo>
                      <a:pt x="94" y="28"/>
                    </a:moveTo>
                    <a:cubicBezTo>
                      <a:pt x="94" y="29"/>
                      <a:pt x="94" y="29"/>
                      <a:pt x="93" y="29"/>
                    </a:cubicBezTo>
                    <a:cubicBezTo>
                      <a:pt x="93" y="29"/>
                      <a:pt x="92" y="29"/>
                      <a:pt x="92" y="29"/>
                    </a:cubicBezTo>
                    <a:cubicBezTo>
                      <a:pt x="91" y="29"/>
                      <a:pt x="91" y="29"/>
                      <a:pt x="91" y="29"/>
                    </a:cubicBezTo>
                    <a:cubicBezTo>
                      <a:pt x="90" y="29"/>
                      <a:pt x="90" y="29"/>
                      <a:pt x="90" y="29"/>
                    </a:cubicBezTo>
                    <a:cubicBezTo>
                      <a:pt x="90" y="29"/>
                      <a:pt x="90" y="29"/>
                      <a:pt x="90" y="29"/>
                    </a:cubicBezTo>
                    <a:cubicBezTo>
                      <a:pt x="90" y="29"/>
                      <a:pt x="90" y="29"/>
                      <a:pt x="90" y="29"/>
                    </a:cubicBezTo>
                    <a:cubicBezTo>
                      <a:pt x="90" y="29"/>
                      <a:pt x="90" y="29"/>
                      <a:pt x="90" y="29"/>
                    </a:cubicBezTo>
                    <a:cubicBezTo>
                      <a:pt x="90" y="28"/>
                      <a:pt x="90" y="27"/>
                      <a:pt x="91" y="27"/>
                    </a:cubicBezTo>
                    <a:cubicBezTo>
                      <a:pt x="91" y="27"/>
                      <a:pt x="91" y="26"/>
                      <a:pt x="91" y="26"/>
                    </a:cubicBezTo>
                    <a:cubicBezTo>
                      <a:pt x="92" y="26"/>
                      <a:pt x="92" y="26"/>
                      <a:pt x="92" y="25"/>
                    </a:cubicBezTo>
                    <a:cubicBezTo>
                      <a:pt x="92" y="25"/>
                      <a:pt x="92" y="25"/>
                      <a:pt x="92" y="25"/>
                    </a:cubicBezTo>
                    <a:cubicBezTo>
                      <a:pt x="92" y="25"/>
                      <a:pt x="92" y="25"/>
                      <a:pt x="92" y="25"/>
                    </a:cubicBezTo>
                    <a:cubicBezTo>
                      <a:pt x="92" y="25"/>
                      <a:pt x="92" y="25"/>
                      <a:pt x="92" y="25"/>
                    </a:cubicBezTo>
                    <a:cubicBezTo>
                      <a:pt x="92" y="25"/>
                      <a:pt x="92" y="25"/>
                      <a:pt x="92" y="25"/>
                    </a:cubicBezTo>
                    <a:cubicBezTo>
                      <a:pt x="93" y="26"/>
                      <a:pt x="93" y="26"/>
                      <a:pt x="93" y="26"/>
                    </a:cubicBezTo>
                    <a:cubicBezTo>
                      <a:pt x="93" y="27"/>
                      <a:pt x="93" y="27"/>
                      <a:pt x="94" y="27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8"/>
                      <a:pt x="94" y="28"/>
                      <a:pt x="94" y="28"/>
                    </a:cubicBezTo>
                    <a:close/>
                    <a:moveTo>
                      <a:pt x="17" y="113"/>
                    </a:moveTo>
                    <a:cubicBezTo>
                      <a:pt x="15" y="112"/>
                      <a:pt x="17" y="108"/>
                      <a:pt x="20" y="108"/>
                    </a:cubicBezTo>
                    <a:cubicBezTo>
                      <a:pt x="21" y="108"/>
                      <a:pt x="21" y="108"/>
                      <a:pt x="22" y="108"/>
                    </a:cubicBezTo>
                    <a:cubicBezTo>
                      <a:pt x="22" y="107"/>
                      <a:pt x="22" y="106"/>
                      <a:pt x="21" y="106"/>
                    </a:cubicBezTo>
                    <a:cubicBezTo>
                      <a:pt x="15" y="105"/>
                      <a:pt x="16" y="90"/>
                      <a:pt x="23" y="89"/>
                    </a:cubicBezTo>
                    <a:cubicBezTo>
                      <a:pt x="25" y="89"/>
                      <a:pt x="26" y="89"/>
                      <a:pt x="27" y="90"/>
                    </a:cubicBezTo>
                    <a:cubicBezTo>
                      <a:pt x="28" y="91"/>
                      <a:pt x="27" y="92"/>
                      <a:pt x="26" y="91"/>
                    </a:cubicBezTo>
                    <a:cubicBezTo>
                      <a:pt x="25" y="90"/>
                      <a:pt x="25" y="90"/>
                      <a:pt x="24" y="90"/>
                    </a:cubicBezTo>
                    <a:cubicBezTo>
                      <a:pt x="23" y="91"/>
                      <a:pt x="22" y="91"/>
                      <a:pt x="21" y="92"/>
                    </a:cubicBezTo>
                    <a:cubicBezTo>
                      <a:pt x="21" y="92"/>
                      <a:pt x="20" y="94"/>
                      <a:pt x="20" y="94"/>
                    </a:cubicBezTo>
                    <a:cubicBezTo>
                      <a:pt x="20" y="95"/>
                      <a:pt x="20" y="95"/>
                      <a:pt x="21" y="96"/>
                    </a:cubicBezTo>
                    <a:cubicBezTo>
                      <a:pt x="23" y="97"/>
                      <a:pt x="27" y="96"/>
                      <a:pt x="26" y="98"/>
                    </a:cubicBezTo>
                    <a:cubicBezTo>
                      <a:pt x="26" y="99"/>
                      <a:pt x="24" y="99"/>
                      <a:pt x="23" y="98"/>
                    </a:cubicBezTo>
                    <a:cubicBezTo>
                      <a:pt x="21" y="97"/>
                      <a:pt x="20" y="98"/>
                      <a:pt x="19" y="100"/>
                    </a:cubicBezTo>
                    <a:cubicBezTo>
                      <a:pt x="19" y="102"/>
                      <a:pt x="20" y="102"/>
                      <a:pt x="20" y="102"/>
                    </a:cubicBezTo>
                    <a:cubicBezTo>
                      <a:pt x="21" y="102"/>
                      <a:pt x="21" y="102"/>
                      <a:pt x="22" y="102"/>
                    </a:cubicBezTo>
                    <a:cubicBezTo>
                      <a:pt x="22" y="101"/>
                      <a:pt x="23" y="101"/>
                      <a:pt x="24" y="101"/>
                    </a:cubicBezTo>
                    <a:cubicBezTo>
                      <a:pt x="24" y="101"/>
                      <a:pt x="25" y="101"/>
                      <a:pt x="24" y="102"/>
                    </a:cubicBezTo>
                    <a:cubicBezTo>
                      <a:pt x="24" y="103"/>
                      <a:pt x="24" y="104"/>
                      <a:pt x="27" y="105"/>
                    </a:cubicBezTo>
                    <a:cubicBezTo>
                      <a:pt x="27" y="105"/>
                      <a:pt x="27" y="105"/>
                      <a:pt x="27" y="106"/>
                    </a:cubicBezTo>
                    <a:cubicBezTo>
                      <a:pt x="27" y="107"/>
                      <a:pt x="26" y="107"/>
                      <a:pt x="25" y="107"/>
                    </a:cubicBezTo>
                    <a:cubicBezTo>
                      <a:pt x="26" y="110"/>
                      <a:pt x="22" y="111"/>
                      <a:pt x="20" y="110"/>
                    </a:cubicBezTo>
                    <a:cubicBezTo>
                      <a:pt x="18" y="110"/>
                      <a:pt x="18" y="112"/>
                      <a:pt x="17" y="113"/>
                    </a:cubicBezTo>
                    <a:close/>
                    <a:moveTo>
                      <a:pt x="45" y="108"/>
                    </a:moveTo>
                    <a:cubicBezTo>
                      <a:pt x="46" y="107"/>
                      <a:pt x="50" y="109"/>
                      <a:pt x="51" y="110"/>
                    </a:cubicBezTo>
                    <a:cubicBezTo>
                      <a:pt x="51" y="110"/>
                      <a:pt x="51" y="110"/>
                      <a:pt x="51" y="110"/>
                    </a:cubicBezTo>
                    <a:cubicBezTo>
                      <a:pt x="50" y="112"/>
                      <a:pt x="47" y="109"/>
                      <a:pt x="46" y="109"/>
                    </a:cubicBezTo>
                    <a:cubicBezTo>
                      <a:pt x="45" y="110"/>
                      <a:pt x="44" y="109"/>
                      <a:pt x="45" y="108"/>
                    </a:cubicBezTo>
                    <a:close/>
                    <a:moveTo>
                      <a:pt x="25" y="127"/>
                    </a:moveTo>
                    <a:cubicBezTo>
                      <a:pt x="24" y="128"/>
                      <a:pt x="24" y="128"/>
                      <a:pt x="24" y="128"/>
                    </a:cubicBezTo>
                    <a:cubicBezTo>
                      <a:pt x="20" y="129"/>
                      <a:pt x="18" y="126"/>
                      <a:pt x="17" y="125"/>
                    </a:cubicBezTo>
                    <a:cubicBezTo>
                      <a:pt x="16" y="123"/>
                      <a:pt x="18" y="123"/>
                      <a:pt x="17" y="122"/>
                    </a:cubicBezTo>
                    <a:cubicBezTo>
                      <a:pt x="15" y="120"/>
                      <a:pt x="12" y="116"/>
                      <a:pt x="16" y="114"/>
                    </a:cubicBezTo>
                    <a:cubicBezTo>
                      <a:pt x="16" y="114"/>
                      <a:pt x="17" y="115"/>
                      <a:pt x="17" y="116"/>
                    </a:cubicBezTo>
                    <a:cubicBezTo>
                      <a:pt x="17" y="116"/>
                      <a:pt x="16" y="118"/>
                      <a:pt x="17" y="119"/>
                    </a:cubicBezTo>
                    <a:cubicBezTo>
                      <a:pt x="18" y="119"/>
                      <a:pt x="19" y="120"/>
                      <a:pt x="20" y="121"/>
                    </a:cubicBezTo>
                    <a:cubicBezTo>
                      <a:pt x="22" y="122"/>
                      <a:pt x="21" y="123"/>
                      <a:pt x="21" y="124"/>
                    </a:cubicBezTo>
                    <a:cubicBezTo>
                      <a:pt x="22" y="126"/>
                      <a:pt x="23" y="126"/>
                      <a:pt x="25" y="126"/>
                    </a:cubicBezTo>
                    <a:cubicBezTo>
                      <a:pt x="26" y="126"/>
                      <a:pt x="26" y="127"/>
                      <a:pt x="25" y="127"/>
                    </a:cubicBezTo>
                    <a:close/>
                    <a:moveTo>
                      <a:pt x="41" y="96"/>
                    </a:moveTo>
                    <a:cubicBezTo>
                      <a:pt x="41" y="95"/>
                      <a:pt x="42" y="95"/>
                      <a:pt x="41" y="94"/>
                    </a:cubicBezTo>
                    <a:cubicBezTo>
                      <a:pt x="38" y="88"/>
                      <a:pt x="42" y="89"/>
                      <a:pt x="42" y="86"/>
                    </a:cubicBezTo>
                    <a:cubicBezTo>
                      <a:pt x="42" y="85"/>
                      <a:pt x="42" y="85"/>
                      <a:pt x="41" y="85"/>
                    </a:cubicBezTo>
                    <a:cubicBezTo>
                      <a:pt x="40" y="84"/>
                      <a:pt x="39" y="85"/>
                      <a:pt x="38" y="85"/>
                    </a:cubicBezTo>
                    <a:cubicBezTo>
                      <a:pt x="37" y="85"/>
                      <a:pt x="37" y="83"/>
                      <a:pt x="36" y="83"/>
                    </a:cubicBezTo>
                    <a:cubicBezTo>
                      <a:pt x="35" y="83"/>
                      <a:pt x="34" y="84"/>
                      <a:pt x="33" y="83"/>
                    </a:cubicBezTo>
                    <a:cubicBezTo>
                      <a:pt x="31" y="82"/>
                      <a:pt x="32" y="83"/>
                      <a:pt x="29" y="83"/>
                    </a:cubicBezTo>
                    <a:cubicBezTo>
                      <a:pt x="27" y="83"/>
                      <a:pt x="26" y="84"/>
                      <a:pt x="25" y="87"/>
                    </a:cubicBezTo>
                    <a:cubicBezTo>
                      <a:pt x="25" y="88"/>
                      <a:pt x="24" y="88"/>
                      <a:pt x="24" y="88"/>
                    </a:cubicBezTo>
                    <a:cubicBezTo>
                      <a:pt x="24" y="87"/>
                      <a:pt x="23" y="85"/>
                      <a:pt x="25" y="83"/>
                    </a:cubicBezTo>
                    <a:cubicBezTo>
                      <a:pt x="26" y="82"/>
                      <a:pt x="28" y="82"/>
                      <a:pt x="29" y="81"/>
                    </a:cubicBezTo>
                    <a:cubicBezTo>
                      <a:pt x="31" y="80"/>
                      <a:pt x="33" y="80"/>
                      <a:pt x="35" y="81"/>
                    </a:cubicBezTo>
                    <a:cubicBezTo>
                      <a:pt x="37" y="81"/>
                      <a:pt x="38" y="82"/>
                      <a:pt x="39" y="84"/>
                    </a:cubicBezTo>
                    <a:cubicBezTo>
                      <a:pt x="39" y="85"/>
                      <a:pt x="41" y="83"/>
                      <a:pt x="42" y="84"/>
                    </a:cubicBezTo>
                    <a:cubicBezTo>
                      <a:pt x="43" y="84"/>
                      <a:pt x="44" y="84"/>
                      <a:pt x="44" y="86"/>
                    </a:cubicBezTo>
                    <a:cubicBezTo>
                      <a:pt x="45" y="87"/>
                      <a:pt x="44" y="89"/>
                      <a:pt x="43" y="90"/>
                    </a:cubicBezTo>
                    <a:cubicBezTo>
                      <a:pt x="43" y="91"/>
                      <a:pt x="43" y="91"/>
                      <a:pt x="43" y="91"/>
                    </a:cubicBezTo>
                    <a:cubicBezTo>
                      <a:pt x="44" y="93"/>
                      <a:pt x="46" y="90"/>
                      <a:pt x="48" y="88"/>
                    </a:cubicBezTo>
                    <a:cubicBezTo>
                      <a:pt x="49" y="86"/>
                      <a:pt x="50" y="86"/>
                      <a:pt x="51" y="86"/>
                    </a:cubicBezTo>
                    <a:cubicBezTo>
                      <a:pt x="52" y="86"/>
                      <a:pt x="53" y="87"/>
                      <a:pt x="54" y="88"/>
                    </a:cubicBezTo>
                    <a:cubicBezTo>
                      <a:pt x="55" y="89"/>
                      <a:pt x="55" y="90"/>
                      <a:pt x="54" y="90"/>
                    </a:cubicBezTo>
                    <a:cubicBezTo>
                      <a:pt x="52" y="90"/>
                      <a:pt x="51" y="90"/>
                      <a:pt x="49" y="88"/>
                    </a:cubicBezTo>
                    <a:cubicBezTo>
                      <a:pt x="48" y="88"/>
                      <a:pt x="48" y="90"/>
                      <a:pt x="47" y="91"/>
                    </a:cubicBezTo>
                    <a:cubicBezTo>
                      <a:pt x="47" y="94"/>
                      <a:pt x="43" y="94"/>
                      <a:pt x="42" y="98"/>
                    </a:cubicBezTo>
                    <a:cubicBezTo>
                      <a:pt x="42" y="98"/>
                      <a:pt x="42" y="98"/>
                      <a:pt x="41" y="99"/>
                    </a:cubicBezTo>
                    <a:cubicBezTo>
                      <a:pt x="41" y="100"/>
                      <a:pt x="40" y="100"/>
                      <a:pt x="41" y="99"/>
                    </a:cubicBezTo>
                    <a:cubicBezTo>
                      <a:pt x="41" y="97"/>
                      <a:pt x="41" y="98"/>
                      <a:pt x="41" y="97"/>
                    </a:cubicBezTo>
                    <a:cubicBezTo>
                      <a:pt x="41" y="97"/>
                      <a:pt x="41" y="96"/>
                      <a:pt x="41" y="96"/>
                    </a:cubicBezTo>
                    <a:close/>
                    <a:moveTo>
                      <a:pt x="39" y="111"/>
                    </a:moveTo>
                    <a:cubicBezTo>
                      <a:pt x="38" y="111"/>
                      <a:pt x="36" y="110"/>
                      <a:pt x="35" y="109"/>
                    </a:cubicBezTo>
                    <a:cubicBezTo>
                      <a:pt x="35" y="108"/>
                      <a:pt x="34" y="107"/>
                      <a:pt x="34" y="106"/>
                    </a:cubicBezTo>
                    <a:cubicBezTo>
                      <a:pt x="29" y="105"/>
                      <a:pt x="27" y="102"/>
                      <a:pt x="27" y="101"/>
                    </a:cubicBezTo>
                    <a:cubicBezTo>
                      <a:pt x="27" y="101"/>
                      <a:pt x="28" y="101"/>
                      <a:pt x="29" y="102"/>
                    </a:cubicBezTo>
                    <a:cubicBezTo>
                      <a:pt x="30" y="104"/>
                      <a:pt x="34" y="104"/>
                      <a:pt x="34" y="104"/>
                    </a:cubicBezTo>
                    <a:cubicBezTo>
                      <a:pt x="33" y="103"/>
                      <a:pt x="33" y="101"/>
                      <a:pt x="34" y="100"/>
                    </a:cubicBezTo>
                    <a:cubicBezTo>
                      <a:pt x="34" y="99"/>
                      <a:pt x="34" y="99"/>
                      <a:pt x="33" y="99"/>
                    </a:cubicBezTo>
                    <a:cubicBezTo>
                      <a:pt x="31" y="97"/>
                      <a:pt x="29" y="98"/>
                      <a:pt x="28" y="97"/>
                    </a:cubicBezTo>
                    <a:cubicBezTo>
                      <a:pt x="27" y="96"/>
                      <a:pt x="28" y="94"/>
                      <a:pt x="30" y="95"/>
                    </a:cubicBezTo>
                    <a:cubicBezTo>
                      <a:pt x="30" y="95"/>
                      <a:pt x="31" y="96"/>
                      <a:pt x="32" y="96"/>
                    </a:cubicBezTo>
                    <a:cubicBezTo>
                      <a:pt x="33" y="97"/>
                      <a:pt x="33" y="96"/>
                      <a:pt x="33" y="95"/>
                    </a:cubicBezTo>
                    <a:cubicBezTo>
                      <a:pt x="33" y="93"/>
                      <a:pt x="34" y="89"/>
                      <a:pt x="34" y="88"/>
                    </a:cubicBezTo>
                    <a:cubicBezTo>
                      <a:pt x="34" y="87"/>
                      <a:pt x="34" y="87"/>
                      <a:pt x="35" y="87"/>
                    </a:cubicBezTo>
                    <a:cubicBezTo>
                      <a:pt x="36" y="87"/>
                      <a:pt x="37" y="88"/>
                      <a:pt x="38" y="89"/>
                    </a:cubicBezTo>
                    <a:cubicBezTo>
                      <a:pt x="38" y="89"/>
                      <a:pt x="38" y="90"/>
                      <a:pt x="38" y="90"/>
                    </a:cubicBezTo>
                    <a:cubicBezTo>
                      <a:pt x="36" y="93"/>
                      <a:pt x="35" y="94"/>
                      <a:pt x="36" y="96"/>
                    </a:cubicBezTo>
                    <a:cubicBezTo>
                      <a:pt x="36" y="96"/>
                      <a:pt x="36" y="98"/>
                      <a:pt x="36" y="99"/>
                    </a:cubicBezTo>
                    <a:cubicBezTo>
                      <a:pt x="37" y="99"/>
                      <a:pt x="38" y="99"/>
                      <a:pt x="39" y="98"/>
                    </a:cubicBezTo>
                    <a:cubicBezTo>
                      <a:pt x="39" y="97"/>
                      <a:pt x="40" y="98"/>
                      <a:pt x="39" y="99"/>
                    </a:cubicBezTo>
                    <a:cubicBezTo>
                      <a:pt x="39" y="100"/>
                      <a:pt x="37" y="101"/>
                      <a:pt x="37" y="101"/>
                    </a:cubicBezTo>
                    <a:cubicBezTo>
                      <a:pt x="36" y="103"/>
                      <a:pt x="37" y="109"/>
                      <a:pt x="38" y="107"/>
                    </a:cubicBezTo>
                    <a:cubicBezTo>
                      <a:pt x="40" y="105"/>
                      <a:pt x="41" y="103"/>
                      <a:pt x="45" y="104"/>
                    </a:cubicBezTo>
                    <a:cubicBezTo>
                      <a:pt x="45" y="104"/>
                      <a:pt x="45" y="104"/>
                      <a:pt x="45" y="104"/>
                    </a:cubicBezTo>
                    <a:cubicBezTo>
                      <a:pt x="43" y="104"/>
                      <a:pt x="39" y="106"/>
                      <a:pt x="40" y="108"/>
                    </a:cubicBezTo>
                    <a:cubicBezTo>
                      <a:pt x="40" y="109"/>
                      <a:pt x="41" y="109"/>
                      <a:pt x="41" y="110"/>
                    </a:cubicBezTo>
                    <a:cubicBezTo>
                      <a:pt x="40" y="111"/>
                      <a:pt x="40" y="112"/>
                      <a:pt x="39" y="111"/>
                    </a:cubicBezTo>
                    <a:close/>
                    <a:moveTo>
                      <a:pt x="55" y="122"/>
                    </a:moveTo>
                    <a:cubicBezTo>
                      <a:pt x="54" y="121"/>
                      <a:pt x="54" y="121"/>
                      <a:pt x="55" y="120"/>
                    </a:cubicBezTo>
                    <a:cubicBezTo>
                      <a:pt x="55" y="119"/>
                      <a:pt x="57" y="120"/>
                      <a:pt x="58" y="120"/>
                    </a:cubicBezTo>
                    <a:cubicBezTo>
                      <a:pt x="61" y="120"/>
                      <a:pt x="60" y="117"/>
                      <a:pt x="61" y="117"/>
                    </a:cubicBezTo>
                    <a:cubicBezTo>
                      <a:pt x="63" y="114"/>
                      <a:pt x="61" y="125"/>
                      <a:pt x="55" y="122"/>
                    </a:cubicBezTo>
                    <a:close/>
                    <a:moveTo>
                      <a:pt x="58" y="115"/>
                    </a:moveTo>
                    <a:cubicBezTo>
                      <a:pt x="59" y="113"/>
                      <a:pt x="61" y="110"/>
                      <a:pt x="59" y="108"/>
                    </a:cubicBezTo>
                    <a:cubicBezTo>
                      <a:pt x="58" y="108"/>
                      <a:pt x="58" y="106"/>
                      <a:pt x="59" y="106"/>
                    </a:cubicBezTo>
                    <a:cubicBezTo>
                      <a:pt x="61" y="106"/>
                      <a:pt x="64" y="107"/>
                      <a:pt x="64" y="109"/>
                    </a:cubicBezTo>
                    <a:cubicBezTo>
                      <a:pt x="64" y="113"/>
                      <a:pt x="60" y="114"/>
                      <a:pt x="60" y="115"/>
                    </a:cubicBezTo>
                    <a:cubicBezTo>
                      <a:pt x="60" y="116"/>
                      <a:pt x="59" y="116"/>
                      <a:pt x="58" y="116"/>
                    </a:cubicBezTo>
                    <a:cubicBezTo>
                      <a:pt x="57" y="115"/>
                      <a:pt x="57" y="115"/>
                      <a:pt x="58" y="115"/>
                    </a:cubicBezTo>
                    <a:close/>
                    <a:moveTo>
                      <a:pt x="52" y="111"/>
                    </a:moveTo>
                    <a:cubicBezTo>
                      <a:pt x="54" y="106"/>
                      <a:pt x="48" y="101"/>
                      <a:pt x="47" y="101"/>
                    </a:cubicBezTo>
                    <a:cubicBezTo>
                      <a:pt x="46" y="101"/>
                      <a:pt x="47" y="100"/>
                      <a:pt x="47" y="100"/>
                    </a:cubicBezTo>
                    <a:cubicBezTo>
                      <a:pt x="53" y="103"/>
                      <a:pt x="51" y="101"/>
                      <a:pt x="51" y="97"/>
                    </a:cubicBezTo>
                    <a:cubicBezTo>
                      <a:pt x="51" y="95"/>
                      <a:pt x="51" y="92"/>
                      <a:pt x="52" y="92"/>
                    </a:cubicBezTo>
                    <a:cubicBezTo>
                      <a:pt x="52" y="92"/>
                      <a:pt x="51" y="97"/>
                      <a:pt x="53" y="98"/>
                    </a:cubicBezTo>
                    <a:cubicBezTo>
                      <a:pt x="53" y="99"/>
                      <a:pt x="54" y="96"/>
                      <a:pt x="54" y="96"/>
                    </a:cubicBezTo>
                    <a:cubicBezTo>
                      <a:pt x="55" y="95"/>
                      <a:pt x="55" y="96"/>
                      <a:pt x="55" y="97"/>
                    </a:cubicBezTo>
                    <a:cubicBezTo>
                      <a:pt x="54" y="101"/>
                      <a:pt x="56" y="109"/>
                      <a:pt x="54" y="113"/>
                    </a:cubicBezTo>
                    <a:cubicBezTo>
                      <a:pt x="53" y="114"/>
                      <a:pt x="51" y="114"/>
                      <a:pt x="52" y="111"/>
                    </a:cubicBezTo>
                    <a:close/>
                    <a:moveTo>
                      <a:pt x="56" y="107"/>
                    </a:moveTo>
                    <a:cubicBezTo>
                      <a:pt x="55" y="107"/>
                      <a:pt x="55" y="106"/>
                      <a:pt x="55" y="106"/>
                    </a:cubicBezTo>
                    <a:cubicBezTo>
                      <a:pt x="56" y="105"/>
                      <a:pt x="58" y="104"/>
                      <a:pt x="58" y="104"/>
                    </a:cubicBezTo>
                    <a:cubicBezTo>
                      <a:pt x="59" y="103"/>
                      <a:pt x="58" y="103"/>
                      <a:pt x="58" y="102"/>
                    </a:cubicBezTo>
                    <a:cubicBezTo>
                      <a:pt x="58" y="102"/>
                      <a:pt x="57" y="102"/>
                      <a:pt x="57" y="101"/>
                    </a:cubicBezTo>
                    <a:cubicBezTo>
                      <a:pt x="57" y="100"/>
                      <a:pt x="59" y="100"/>
                      <a:pt x="59" y="99"/>
                    </a:cubicBezTo>
                    <a:cubicBezTo>
                      <a:pt x="59" y="96"/>
                      <a:pt x="58" y="97"/>
                      <a:pt x="58" y="95"/>
                    </a:cubicBezTo>
                    <a:cubicBezTo>
                      <a:pt x="58" y="93"/>
                      <a:pt x="56" y="92"/>
                      <a:pt x="56" y="92"/>
                    </a:cubicBezTo>
                    <a:cubicBezTo>
                      <a:pt x="55" y="91"/>
                      <a:pt x="56" y="90"/>
                      <a:pt x="57" y="91"/>
                    </a:cubicBezTo>
                    <a:cubicBezTo>
                      <a:pt x="62" y="92"/>
                      <a:pt x="63" y="96"/>
                      <a:pt x="60" y="99"/>
                    </a:cubicBezTo>
                    <a:cubicBezTo>
                      <a:pt x="62" y="102"/>
                      <a:pt x="59" y="106"/>
                      <a:pt x="56" y="107"/>
                    </a:cubicBezTo>
                    <a:close/>
                    <a:moveTo>
                      <a:pt x="76" y="8"/>
                    </a:moveTo>
                    <a:cubicBezTo>
                      <a:pt x="76" y="54"/>
                      <a:pt x="76" y="54"/>
                      <a:pt x="76" y="54"/>
                    </a:cubicBezTo>
                    <a:cubicBezTo>
                      <a:pt x="76" y="54"/>
                      <a:pt x="76" y="54"/>
                      <a:pt x="76" y="54"/>
                    </a:cubicBezTo>
                    <a:cubicBezTo>
                      <a:pt x="4" y="54"/>
                      <a:pt x="4" y="54"/>
                      <a:pt x="4" y="54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11" y="20"/>
                      <a:pt x="22" y="12"/>
                      <a:pt x="26" y="4"/>
                    </a:cubicBezTo>
                    <a:cubicBezTo>
                      <a:pt x="76" y="4"/>
                      <a:pt x="76" y="4"/>
                      <a:pt x="76" y="4"/>
                    </a:cubicBezTo>
                    <a:cubicBezTo>
                      <a:pt x="125" y="4"/>
                      <a:pt x="125" y="4"/>
                      <a:pt x="125" y="4"/>
                    </a:cubicBezTo>
                    <a:cubicBezTo>
                      <a:pt x="130" y="12"/>
                      <a:pt x="140" y="21"/>
                      <a:pt x="147" y="24"/>
                    </a:cubicBezTo>
                    <a:cubicBezTo>
                      <a:pt x="147" y="39"/>
                      <a:pt x="147" y="39"/>
                      <a:pt x="147" y="39"/>
                    </a:cubicBezTo>
                    <a:cubicBezTo>
                      <a:pt x="131" y="39"/>
                      <a:pt x="131" y="39"/>
                      <a:pt x="131" y="39"/>
                    </a:cubicBezTo>
                    <a:cubicBezTo>
                      <a:pt x="131" y="46"/>
                      <a:pt x="131" y="46"/>
                      <a:pt x="131" y="46"/>
                    </a:cubicBezTo>
                    <a:cubicBezTo>
                      <a:pt x="147" y="46"/>
                      <a:pt x="147" y="46"/>
                      <a:pt x="147" y="46"/>
                    </a:cubicBezTo>
                    <a:cubicBezTo>
                      <a:pt x="147" y="54"/>
                      <a:pt x="147" y="54"/>
                      <a:pt x="147" y="54"/>
                    </a:cubicBezTo>
                    <a:cubicBezTo>
                      <a:pt x="86" y="54"/>
                      <a:pt x="86" y="54"/>
                      <a:pt x="86" y="54"/>
                    </a:cubicBezTo>
                    <a:cubicBezTo>
                      <a:pt x="86" y="46"/>
                      <a:pt x="86" y="46"/>
                      <a:pt x="86" y="46"/>
                    </a:cubicBezTo>
                    <a:cubicBezTo>
                      <a:pt x="102" y="46"/>
                      <a:pt x="102" y="46"/>
                      <a:pt x="102" y="46"/>
                    </a:cubicBezTo>
                    <a:cubicBezTo>
                      <a:pt x="102" y="39"/>
                      <a:pt x="102" y="39"/>
                      <a:pt x="102" y="39"/>
                    </a:cubicBezTo>
                    <a:cubicBezTo>
                      <a:pt x="86" y="39"/>
                      <a:pt x="86" y="39"/>
                      <a:pt x="86" y="39"/>
                    </a:cubicBezTo>
                    <a:cubicBezTo>
                      <a:pt x="86" y="33"/>
                      <a:pt x="86" y="33"/>
                      <a:pt x="86" y="33"/>
                    </a:cubicBezTo>
                    <a:cubicBezTo>
                      <a:pt x="143" y="33"/>
                      <a:pt x="143" y="33"/>
                      <a:pt x="143" y="33"/>
                    </a:cubicBezTo>
                    <a:cubicBezTo>
                      <a:pt x="136" y="30"/>
                      <a:pt x="122" y="20"/>
                      <a:pt x="118" y="8"/>
                    </a:cubicBezTo>
                    <a:cubicBezTo>
                      <a:pt x="76" y="8"/>
                      <a:pt x="76" y="8"/>
                      <a:pt x="76" y="8"/>
                    </a:cubicBezTo>
                    <a:close/>
                    <a:moveTo>
                      <a:pt x="49" y="141"/>
                    </a:moveTo>
                    <a:cubicBezTo>
                      <a:pt x="48" y="142"/>
                      <a:pt x="50" y="143"/>
                      <a:pt x="51" y="143"/>
                    </a:cubicBezTo>
                    <a:cubicBezTo>
                      <a:pt x="54" y="142"/>
                      <a:pt x="60" y="144"/>
                      <a:pt x="59" y="142"/>
                    </a:cubicBezTo>
                    <a:cubicBezTo>
                      <a:pt x="54" y="141"/>
                      <a:pt x="52" y="133"/>
                      <a:pt x="54" y="130"/>
                    </a:cubicBezTo>
                    <a:cubicBezTo>
                      <a:pt x="55" y="127"/>
                      <a:pt x="61" y="127"/>
                      <a:pt x="62" y="123"/>
                    </a:cubicBezTo>
                    <a:cubicBezTo>
                      <a:pt x="62" y="123"/>
                      <a:pt x="62" y="122"/>
                      <a:pt x="61" y="123"/>
                    </a:cubicBezTo>
                    <a:cubicBezTo>
                      <a:pt x="59" y="123"/>
                      <a:pt x="57" y="125"/>
                      <a:pt x="56" y="125"/>
                    </a:cubicBezTo>
                    <a:cubicBezTo>
                      <a:pt x="53" y="125"/>
                      <a:pt x="54" y="122"/>
                      <a:pt x="55" y="118"/>
                    </a:cubicBezTo>
                    <a:cubicBezTo>
                      <a:pt x="55" y="117"/>
                      <a:pt x="56" y="114"/>
                      <a:pt x="56" y="114"/>
                    </a:cubicBezTo>
                    <a:cubicBezTo>
                      <a:pt x="55" y="112"/>
                      <a:pt x="54" y="112"/>
                      <a:pt x="54" y="114"/>
                    </a:cubicBezTo>
                    <a:cubicBezTo>
                      <a:pt x="54" y="115"/>
                      <a:pt x="52" y="120"/>
                      <a:pt x="50" y="119"/>
                    </a:cubicBezTo>
                    <a:cubicBezTo>
                      <a:pt x="47" y="118"/>
                      <a:pt x="47" y="118"/>
                      <a:pt x="47" y="117"/>
                    </a:cubicBezTo>
                    <a:cubicBezTo>
                      <a:pt x="45" y="114"/>
                      <a:pt x="44" y="114"/>
                      <a:pt x="44" y="114"/>
                    </a:cubicBezTo>
                    <a:cubicBezTo>
                      <a:pt x="42" y="114"/>
                      <a:pt x="44" y="116"/>
                      <a:pt x="44" y="117"/>
                    </a:cubicBezTo>
                    <a:cubicBezTo>
                      <a:pt x="44" y="118"/>
                      <a:pt x="42" y="119"/>
                      <a:pt x="41" y="118"/>
                    </a:cubicBezTo>
                    <a:cubicBezTo>
                      <a:pt x="40" y="117"/>
                      <a:pt x="39" y="116"/>
                      <a:pt x="39" y="113"/>
                    </a:cubicBezTo>
                    <a:cubicBezTo>
                      <a:pt x="37" y="111"/>
                      <a:pt x="37" y="111"/>
                      <a:pt x="35" y="112"/>
                    </a:cubicBezTo>
                    <a:cubicBezTo>
                      <a:pt x="33" y="109"/>
                      <a:pt x="29" y="114"/>
                      <a:pt x="30" y="114"/>
                    </a:cubicBezTo>
                    <a:cubicBezTo>
                      <a:pt x="29" y="114"/>
                      <a:pt x="27" y="112"/>
                      <a:pt x="27" y="113"/>
                    </a:cubicBezTo>
                    <a:cubicBezTo>
                      <a:pt x="26" y="113"/>
                      <a:pt x="25" y="113"/>
                      <a:pt x="24" y="111"/>
                    </a:cubicBezTo>
                    <a:cubicBezTo>
                      <a:pt x="24" y="111"/>
                      <a:pt x="24" y="111"/>
                      <a:pt x="24" y="111"/>
                    </a:cubicBezTo>
                    <a:cubicBezTo>
                      <a:pt x="23" y="112"/>
                      <a:pt x="24" y="113"/>
                      <a:pt x="24" y="113"/>
                    </a:cubicBezTo>
                    <a:cubicBezTo>
                      <a:pt x="21" y="114"/>
                      <a:pt x="18" y="115"/>
                      <a:pt x="20" y="119"/>
                    </a:cubicBezTo>
                    <a:cubicBezTo>
                      <a:pt x="24" y="121"/>
                      <a:pt x="24" y="117"/>
                      <a:pt x="24" y="116"/>
                    </a:cubicBezTo>
                    <a:cubicBezTo>
                      <a:pt x="27" y="111"/>
                      <a:pt x="28" y="118"/>
                      <a:pt x="31" y="116"/>
                    </a:cubicBezTo>
                    <a:cubicBezTo>
                      <a:pt x="31" y="116"/>
                      <a:pt x="31" y="116"/>
                      <a:pt x="31" y="115"/>
                    </a:cubicBezTo>
                    <a:cubicBezTo>
                      <a:pt x="30" y="114"/>
                      <a:pt x="33" y="112"/>
                      <a:pt x="34" y="113"/>
                    </a:cubicBezTo>
                    <a:cubicBezTo>
                      <a:pt x="36" y="114"/>
                      <a:pt x="36" y="118"/>
                      <a:pt x="36" y="120"/>
                    </a:cubicBezTo>
                    <a:cubicBezTo>
                      <a:pt x="36" y="121"/>
                      <a:pt x="32" y="120"/>
                      <a:pt x="31" y="118"/>
                    </a:cubicBezTo>
                    <a:cubicBezTo>
                      <a:pt x="30" y="117"/>
                      <a:pt x="31" y="118"/>
                      <a:pt x="31" y="120"/>
                    </a:cubicBezTo>
                    <a:cubicBezTo>
                      <a:pt x="32" y="120"/>
                      <a:pt x="31" y="120"/>
                      <a:pt x="27" y="119"/>
                    </a:cubicBezTo>
                    <a:cubicBezTo>
                      <a:pt x="26" y="119"/>
                      <a:pt x="26" y="120"/>
                      <a:pt x="26" y="120"/>
                    </a:cubicBezTo>
                    <a:cubicBezTo>
                      <a:pt x="28" y="122"/>
                      <a:pt x="33" y="121"/>
                      <a:pt x="33" y="121"/>
                    </a:cubicBezTo>
                    <a:cubicBezTo>
                      <a:pt x="34" y="121"/>
                      <a:pt x="34" y="122"/>
                      <a:pt x="36" y="123"/>
                    </a:cubicBezTo>
                    <a:cubicBezTo>
                      <a:pt x="36" y="124"/>
                      <a:pt x="36" y="124"/>
                      <a:pt x="36" y="125"/>
                    </a:cubicBezTo>
                    <a:cubicBezTo>
                      <a:pt x="35" y="126"/>
                      <a:pt x="34" y="126"/>
                      <a:pt x="34" y="125"/>
                    </a:cubicBezTo>
                    <a:cubicBezTo>
                      <a:pt x="33" y="124"/>
                      <a:pt x="33" y="124"/>
                      <a:pt x="31" y="124"/>
                    </a:cubicBezTo>
                    <a:cubicBezTo>
                      <a:pt x="30" y="124"/>
                      <a:pt x="28" y="124"/>
                      <a:pt x="27" y="125"/>
                    </a:cubicBezTo>
                    <a:cubicBezTo>
                      <a:pt x="25" y="126"/>
                      <a:pt x="26" y="129"/>
                      <a:pt x="27" y="128"/>
                    </a:cubicBezTo>
                    <a:cubicBezTo>
                      <a:pt x="29" y="126"/>
                      <a:pt x="30" y="128"/>
                      <a:pt x="34" y="128"/>
                    </a:cubicBezTo>
                    <a:cubicBezTo>
                      <a:pt x="35" y="128"/>
                      <a:pt x="36" y="132"/>
                      <a:pt x="35" y="137"/>
                    </a:cubicBezTo>
                    <a:cubicBezTo>
                      <a:pt x="35" y="138"/>
                      <a:pt x="35" y="138"/>
                      <a:pt x="35" y="138"/>
                    </a:cubicBezTo>
                    <a:cubicBezTo>
                      <a:pt x="34" y="138"/>
                      <a:pt x="33" y="139"/>
                      <a:pt x="32" y="139"/>
                    </a:cubicBezTo>
                    <a:cubicBezTo>
                      <a:pt x="30" y="140"/>
                      <a:pt x="29" y="142"/>
                      <a:pt x="27" y="141"/>
                    </a:cubicBezTo>
                    <a:cubicBezTo>
                      <a:pt x="17" y="131"/>
                      <a:pt x="8" y="117"/>
                      <a:pt x="5" y="103"/>
                    </a:cubicBezTo>
                    <a:cubicBezTo>
                      <a:pt x="4" y="100"/>
                      <a:pt x="4" y="97"/>
                      <a:pt x="4" y="93"/>
                    </a:cubicBezTo>
                    <a:cubicBezTo>
                      <a:pt x="4" y="76"/>
                      <a:pt x="4" y="76"/>
                      <a:pt x="4" y="76"/>
                    </a:cubicBezTo>
                    <a:cubicBezTo>
                      <a:pt x="66" y="76"/>
                      <a:pt x="66" y="76"/>
                      <a:pt x="66" y="76"/>
                    </a:cubicBezTo>
                    <a:cubicBezTo>
                      <a:pt x="66" y="164"/>
                      <a:pt x="66" y="164"/>
                      <a:pt x="66" y="164"/>
                    </a:cubicBezTo>
                    <a:cubicBezTo>
                      <a:pt x="55" y="162"/>
                      <a:pt x="42" y="155"/>
                      <a:pt x="31" y="144"/>
                    </a:cubicBezTo>
                    <a:cubicBezTo>
                      <a:pt x="30" y="144"/>
                      <a:pt x="29" y="143"/>
                      <a:pt x="29" y="143"/>
                    </a:cubicBezTo>
                    <a:cubicBezTo>
                      <a:pt x="32" y="140"/>
                      <a:pt x="31" y="143"/>
                      <a:pt x="34" y="142"/>
                    </a:cubicBezTo>
                    <a:cubicBezTo>
                      <a:pt x="35" y="142"/>
                      <a:pt x="35" y="142"/>
                      <a:pt x="36" y="143"/>
                    </a:cubicBezTo>
                    <a:cubicBezTo>
                      <a:pt x="36" y="143"/>
                      <a:pt x="38" y="144"/>
                      <a:pt x="38" y="143"/>
                    </a:cubicBezTo>
                    <a:cubicBezTo>
                      <a:pt x="38" y="142"/>
                      <a:pt x="39" y="142"/>
                      <a:pt x="39" y="142"/>
                    </a:cubicBezTo>
                    <a:cubicBezTo>
                      <a:pt x="43" y="144"/>
                      <a:pt x="43" y="140"/>
                      <a:pt x="46" y="141"/>
                    </a:cubicBezTo>
                    <a:cubicBezTo>
                      <a:pt x="48" y="141"/>
                      <a:pt x="50" y="141"/>
                      <a:pt x="48" y="140"/>
                    </a:cubicBezTo>
                    <a:cubicBezTo>
                      <a:pt x="46" y="139"/>
                      <a:pt x="45" y="138"/>
                      <a:pt x="44" y="138"/>
                    </a:cubicBezTo>
                    <a:cubicBezTo>
                      <a:pt x="42" y="138"/>
                      <a:pt x="41" y="139"/>
                      <a:pt x="40" y="136"/>
                    </a:cubicBezTo>
                    <a:cubicBezTo>
                      <a:pt x="40" y="135"/>
                      <a:pt x="40" y="132"/>
                      <a:pt x="40" y="131"/>
                    </a:cubicBezTo>
                    <a:cubicBezTo>
                      <a:pt x="40" y="128"/>
                      <a:pt x="41" y="129"/>
                      <a:pt x="43" y="129"/>
                    </a:cubicBezTo>
                    <a:cubicBezTo>
                      <a:pt x="46" y="129"/>
                      <a:pt x="46" y="129"/>
                      <a:pt x="49" y="128"/>
                    </a:cubicBezTo>
                    <a:cubicBezTo>
                      <a:pt x="49" y="128"/>
                      <a:pt x="49" y="128"/>
                      <a:pt x="50" y="128"/>
                    </a:cubicBezTo>
                    <a:cubicBezTo>
                      <a:pt x="50" y="130"/>
                      <a:pt x="50" y="139"/>
                      <a:pt x="49" y="141"/>
                    </a:cubicBezTo>
                    <a:close/>
                    <a:moveTo>
                      <a:pt x="46" y="127"/>
                    </a:moveTo>
                    <a:cubicBezTo>
                      <a:pt x="43" y="127"/>
                      <a:pt x="44" y="124"/>
                      <a:pt x="44" y="124"/>
                    </a:cubicBezTo>
                    <a:cubicBezTo>
                      <a:pt x="43" y="123"/>
                      <a:pt x="42" y="125"/>
                      <a:pt x="41" y="124"/>
                    </a:cubicBezTo>
                    <a:cubicBezTo>
                      <a:pt x="39" y="124"/>
                      <a:pt x="40" y="123"/>
                      <a:pt x="40" y="122"/>
                    </a:cubicBezTo>
                    <a:cubicBezTo>
                      <a:pt x="39" y="120"/>
                      <a:pt x="39" y="120"/>
                      <a:pt x="41" y="121"/>
                    </a:cubicBezTo>
                    <a:cubicBezTo>
                      <a:pt x="42" y="121"/>
                      <a:pt x="43" y="120"/>
                      <a:pt x="44" y="119"/>
                    </a:cubicBezTo>
                    <a:cubicBezTo>
                      <a:pt x="45" y="118"/>
                      <a:pt x="47" y="119"/>
                      <a:pt x="48" y="121"/>
                    </a:cubicBezTo>
                    <a:cubicBezTo>
                      <a:pt x="49" y="123"/>
                      <a:pt x="48" y="123"/>
                      <a:pt x="47" y="123"/>
                    </a:cubicBezTo>
                    <a:cubicBezTo>
                      <a:pt x="47" y="123"/>
                      <a:pt x="47" y="124"/>
                      <a:pt x="48" y="124"/>
                    </a:cubicBezTo>
                    <a:cubicBezTo>
                      <a:pt x="48" y="124"/>
                      <a:pt x="49" y="124"/>
                      <a:pt x="50" y="125"/>
                    </a:cubicBezTo>
                    <a:cubicBezTo>
                      <a:pt x="50" y="126"/>
                      <a:pt x="49" y="126"/>
                      <a:pt x="49" y="126"/>
                    </a:cubicBezTo>
                    <a:cubicBezTo>
                      <a:pt x="48" y="127"/>
                      <a:pt x="47" y="127"/>
                      <a:pt x="46" y="127"/>
                    </a:cubicBezTo>
                    <a:close/>
                    <a:moveTo>
                      <a:pt x="118" y="143"/>
                    </a:moveTo>
                    <a:cubicBezTo>
                      <a:pt x="117" y="143"/>
                      <a:pt x="117" y="143"/>
                      <a:pt x="117" y="143"/>
                    </a:cubicBezTo>
                    <a:cubicBezTo>
                      <a:pt x="113" y="109"/>
                      <a:pt x="113" y="109"/>
                      <a:pt x="113" y="109"/>
                    </a:cubicBezTo>
                    <a:cubicBezTo>
                      <a:pt x="101" y="138"/>
                      <a:pt x="101" y="138"/>
                      <a:pt x="101" y="138"/>
                    </a:cubicBezTo>
                    <a:cubicBezTo>
                      <a:pt x="100" y="138"/>
                      <a:pt x="100" y="138"/>
                      <a:pt x="100" y="138"/>
                    </a:cubicBezTo>
                    <a:cubicBezTo>
                      <a:pt x="111" y="105"/>
                      <a:pt x="111" y="105"/>
                      <a:pt x="111" y="105"/>
                    </a:cubicBezTo>
                    <a:cubicBezTo>
                      <a:pt x="108" y="105"/>
                      <a:pt x="108" y="105"/>
                      <a:pt x="108" y="105"/>
                    </a:cubicBezTo>
                    <a:cubicBezTo>
                      <a:pt x="108" y="98"/>
                      <a:pt x="108" y="98"/>
                      <a:pt x="108" y="98"/>
                    </a:cubicBezTo>
                    <a:cubicBezTo>
                      <a:pt x="100" y="98"/>
                      <a:pt x="100" y="98"/>
                      <a:pt x="100" y="98"/>
                    </a:cubicBezTo>
                    <a:cubicBezTo>
                      <a:pt x="98" y="96"/>
                      <a:pt x="98" y="96"/>
                      <a:pt x="98" y="96"/>
                    </a:cubicBezTo>
                    <a:cubicBezTo>
                      <a:pt x="98" y="89"/>
                      <a:pt x="98" y="89"/>
                      <a:pt x="98" y="89"/>
                    </a:cubicBezTo>
                    <a:cubicBezTo>
                      <a:pt x="92" y="89"/>
                      <a:pt x="92" y="89"/>
                      <a:pt x="92" y="89"/>
                    </a:cubicBezTo>
                    <a:cubicBezTo>
                      <a:pt x="92" y="85"/>
                      <a:pt x="92" y="85"/>
                      <a:pt x="92" y="85"/>
                    </a:cubicBezTo>
                    <a:cubicBezTo>
                      <a:pt x="138" y="85"/>
                      <a:pt x="138" y="85"/>
                      <a:pt x="138" y="85"/>
                    </a:cubicBezTo>
                    <a:cubicBezTo>
                      <a:pt x="138" y="89"/>
                      <a:pt x="138" y="89"/>
                      <a:pt x="138" y="89"/>
                    </a:cubicBezTo>
                    <a:cubicBezTo>
                      <a:pt x="132" y="89"/>
                      <a:pt x="132" y="89"/>
                      <a:pt x="132" y="89"/>
                    </a:cubicBezTo>
                    <a:cubicBezTo>
                      <a:pt x="132" y="96"/>
                      <a:pt x="132" y="96"/>
                      <a:pt x="132" y="96"/>
                    </a:cubicBezTo>
                    <a:cubicBezTo>
                      <a:pt x="130" y="98"/>
                      <a:pt x="130" y="98"/>
                      <a:pt x="130" y="98"/>
                    </a:cubicBezTo>
                    <a:cubicBezTo>
                      <a:pt x="122" y="98"/>
                      <a:pt x="122" y="98"/>
                      <a:pt x="122" y="98"/>
                    </a:cubicBezTo>
                    <a:cubicBezTo>
                      <a:pt x="122" y="105"/>
                      <a:pt x="122" y="105"/>
                      <a:pt x="122" y="105"/>
                    </a:cubicBezTo>
                    <a:cubicBezTo>
                      <a:pt x="119" y="105"/>
                      <a:pt x="119" y="105"/>
                      <a:pt x="119" y="105"/>
                    </a:cubicBezTo>
                    <a:cubicBezTo>
                      <a:pt x="126" y="134"/>
                      <a:pt x="126" y="134"/>
                      <a:pt x="126" y="134"/>
                    </a:cubicBezTo>
                    <a:cubicBezTo>
                      <a:pt x="125" y="134"/>
                      <a:pt x="125" y="134"/>
                      <a:pt x="125" y="134"/>
                    </a:cubicBezTo>
                    <a:cubicBezTo>
                      <a:pt x="117" y="109"/>
                      <a:pt x="117" y="109"/>
                      <a:pt x="117" y="109"/>
                    </a:cubicBezTo>
                    <a:cubicBezTo>
                      <a:pt x="118" y="143"/>
                      <a:pt x="118" y="143"/>
                      <a:pt x="118" y="143"/>
                    </a:cubicBezTo>
                    <a:close/>
                    <a:moveTo>
                      <a:pt x="86" y="164"/>
                    </a:moveTo>
                    <a:cubicBezTo>
                      <a:pt x="86" y="76"/>
                      <a:pt x="86" y="76"/>
                      <a:pt x="86" y="76"/>
                    </a:cubicBezTo>
                    <a:cubicBezTo>
                      <a:pt x="147" y="76"/>
                      <a:pt x="147" y="76"/>
                      <a:pt x="147" y="76"/>
                    </a:cubicBezTo>
                    <a:cubicBezTo>
                      <a:pt x="147" y="97"/>
                      <a:pt x="147" y="97"/>
                      <a:pt x="147" y="97"/>
                    </a:cubicBezTo>
                    <a:cubicBezTo>
                      <a:pt x="147" y="102"/>
                      <a:pt x="147" y="104"/>
                      <a:pt x="146" y="109"/>
                    </a:cubicBezTo>
                    <a:cubicBezTo>
                      <a:pt x="139" y="135"/>
                      <a:pt x="112" y="158"/>
                      <a:pt x="86" y="164"/>
                    </a:cubicBezTo>
                    <a:close/>
                    <a:moveTo>
                      <a:pt x="11" y="53"/>
                    </a:moveTo>
                    <a:cubicBezTo>
                      <a:pt x="10" y="52"/>
                      <a:pt x="9" y="50"/>
                      <a:pt x="9" y="49"/>
                    </a:cubicBezTo>
                    <a:cubicBezTo>
                      <a:pt x="9" y="48"/>
                      <a:pt x="9" y="47"/>
                      <a:pt x="9" y="47"/>
                    </a:cubicBezTo>
                    <a:cubicBezTo>
                      <a:pt x="17" y="43"/>
                      <a:pt x="31" y="34"/>
                      <a:pt x="39" y="30"/>
                    </a:cubicBezTo>
                    <a:cubicBezTo>
                      <a:pt x="39" y="30"/>
                      <a:pt x="40" y="29"/>
                      <a:pt x="40" y="28"/>
                    </a:cubicBezTo>
                    <a:cubicBezTo>
                      <a:pt x="42" y="27"/>
                      <a:pt x="52" y="21"/>
                      <a:pt x="52" y="20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0"/>
                      <a:pt x="46" y="10"/>
                      <a:pt x="46" y="10"/>
                    </a:cubicBezTo>
                    <a:cubicBezTo>
                      <a:pt x="52" y="7"/>
                      <a:pt x="52" y="7"/>
                      <a:pt x="52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8" y="15"/>
                      <a:pt x="58" y="15"/>
                      <a:pt x="58" y="15"/>
                    </a:cubicBezTo>
                    <a:cubicBezTo>
                      <a:pt x="62" y="15"/>
                      <a:pt x="62" y="15"/>
                      <a:pt x="62" y="15"/>
                    </a:cubicBezTo>
                    <a:cubicBezTo>
                      <a:pt x="66" y="21"/>
                      <a:pt x="66" y="21"/>
                      <a:pt x="66" y="21"/>
                    </a:cubicBezTo>
                    <a:cubicBezTo>
                      <a:pt x="65" y="21"/>
                      <a:pt x="64" y="22"/>
                      <a:pt x="64" y="23"/>
                    </a:cubicBezTo>
                    <a:cubicBezTo>
                      <a:pt x="66" y="27"/>
                      <a:pt x="69" y="33"/>
                      <a:pt x="70" y="38"/>
                    </a:cubicBezTo>
                    <a:cubicBezTo>
                      <a:pt x="70" y="40"/>
                      <a:pt x="69" y="48"/>
                      <a:pt x="66" y="50"/>
                    </a:cubicBezTo>
                    <a:cubicBezTo>
                      <a:pt x="66" y="50"/>
                      <a:pt x="65" y="50"/>
                      <a:pt x="65" y="49"/>
                    </a:cubicBezTo>
                    <a:cubicBezTo>
                      <a:pt x="65" y="42"/>
                      <a:pt x="63" y="35"/>
                      <a:pt x="57" y="27"/>
                    </a:cubicBezTo>
                    <a:cubicBezTo>
                      <a:pt x="56" y="27"/>
                      <a:pt x="35" y="39"/>
                      <a:pt x="34" y="40"/>
                    </a:cubicBezTo>
                    <a:cubicBezTo>
                      <a:pt x="27" y="44"/>
                      <a:pt x="20" y="47"/>
                      <a:pt x="15" y="51"/>
                    </a:cubicBezTo>
                    <a:cubicBezTo>
                      <a:pt x="13" y="52"/>
                      <a:pt x="12" y="52"/>
                      <a:pt x="11" y="53"/>
                    </a:cubicBezTo>
                    <a:close/>
                    <a:moveTo>
                      <a:pt x="114" y="61"/>
                    </a:moveTo>
                    <a:cubicBezTo>
                      <a:pt x="114" y="61"/>
                      <a:pt x="115" y="61"/>
                      <a:pt x="115" y="61"/>
                    </a:cubicBezTo>
                    <a:cubicBezTo>
                      <a:pt x="115" y="62"/>
                      <a:pt x="116" y="62"/>
                      <a:pt x="116" y="62"/>
                    </a:cubicBezTo>
                    <a:cubicBezTo>
                      <a:pt x="116" y="63"/>
                      <a:pt x="116" y="63"/>
                      <a:pt x="116" y="63"/>
                    </a:cubicBezTo>
                    <a:cubicBezTo>
                      <a:pt x="116" y="64"/>
                      <a:pt x="116" y="64"/>
                      <a:pt x="116" y="64"/>
                    </a:cubicBezTo>
                    <a:cubicBezTo>
                      <a:pt x="115" y="64"/>
                      <a:pt x="115" y="64"/>
                      <a:pt x="115" y="64"/>
                    </a:cubicBezTo>
                    <a:cubicBezTo>
                      <a:pt x="115" y="63"/>
                      <a:pt x="114" y="62"/>
                      <a:pt x="114" y="61"/>
                    </a:cubicBezTo>
                    <a:close/>
                    <a:moveTo>
                      <a:pt x="117" y="67"/>
                    </a:moveTo>
                    <a:cubicBezTo>
                      <a:pt x="118" y="67"/>
                      <a:pt x="118" y="67"/>
                      <a:pt x="119" y="67"/>
                    </a:cubicBezTo>
                    <a:cubicBezTo>
                      <a:pt x="119" y="67"/>
                      <a:pt x="119" y="67"/>
                      <a:pt x="120" y="66"/>
                    </a:cubicBezTo>
                    <a:cubicBezTo>
                      <a:pt x="120" y="66"/>
                      <a:pt x="120" y="67"/>
                      <a:pt x="120" y="67"/>
                    </a:cubicBezTo>
                    <a:cubicBezTo>
                      <a:pt x="120" y="67"/>
                      <a:pt x="121" y="67"/>
                      <a:pt x="120" y="67"/>
                    </a:cubicBezTo>
                    <a:cubicBezTo>
                      <a:pt x="120" y="67"/>
                      <a:pt x="120" y="67"/>
                      <a:pt x="120" y="67"/>
                    </a:cubicBezTo>
                    <a:cubicBezTo>
                      <a:pt x="120" y="68"/>
                      <a:pt x="120" y="68"/>
                      <a:pt x="119" y="68"/>
                    </a:cubicBezTo>
                    <a:cubicBezTo>
                      <a:pt x="119" y="68"/>
                      <a:pt x="119" y="68"/>
                      <a:pt x="119" y="68"/>
                    </a:cubicBezTo>
                    <a:cubicBezTo>
                      <a:pt x="119" y="68"/>
                      <a:pt x="119" y="68"/>
                      <a:pt x="119" y="68"/>
                    </a:cubicBezTo>
                    <a:cubicBezTo>
                      <a:pt x="119" y="68"/>
                      <a:pt x="119" y="68"/>
                      <a:pt x="119" y="68"/>
                    </a:cubicBezTo>
                    <a:cubicBezTo>
                      <a:pt x="119" y="68"/>
                      <a:pt x="119" y="68"/>
                      <a:pt x="119" y="68"/>
                    </a:cubicBezTo>
                    <a:cubicBezTo>
                      <a:pt x="119" y="68"/>
                      <a:pt x="119" y="68"/>
                      <a:pt x="119" y="68"/>
                    </a:cubicBezTo>
                    <a:cubicBezTo>
                      <a:pt x="118" y="68"/>
                      <a:pt x="117" y="68"/>
                      <a:pt x="117" y="67"/>
                    </a:cubicBezTo>
                    <a:close/>
                    <a:moveTo>
                      <a:pt x="120" y="69"/>
                    </a:moveTo>
                    <a:cubicBezTo>
                      <a:pt x="120" y="69"/>
                      <a:pt x="120" y="69"/>
                      <a:pt x="120" y="69"/>
                    </a:cubicBezTo>
                    <a:cubicBezTo>
                      <a:pt x="120" y="69"/>
                      <a:pt x="120" y="69"/>
                      <a:pt x="121" y="69"/>
                    </a:cubicBezTo>
                    <a:cubicBezTo>
                      <a:pt x="121" y="69"/>
                      <a:pt x="121" y="69"/>
                      <a:pt x="121" y="69"/>
                    </a:cubicBezTo>
                    <a:cubicBezTo>
                      <a:pt x="120" y="69"/>
                      <a:pt x="120" y="69"/>
                      <a:pt x="120" y="69"/>
                    </a:cubicBezTo>
                    <a:cubicBezTo>
                      <a:pt x="120" y="69"/>
                      <a:pt x="120" y="69"/>
                      <a:pt x="120" y="69"/>
                    </a:cubicBezTo>
                    <a:cubicBezTo>
                      <a:pt x="120" y="69"/>
                      <a:pt x="120" y="70"/>
                      <a:pt x="120" y="70"/>
                    </a:cubicBezTo>
                    <a:cubicBezTo>
                      <a:pt x="120" y="71"/>
                      <a:pt x="120" y="72"/>
                      <a:pt x="120" y="73"/>
                    </a:cubicBezTo>
                    <a:cubicBezTo>
                      <a:pt x="120" y="73"/>
                      <a:pt x="120" y="74"/>
                      <a:pt x="120" y="75"/>
                    </a:cubicBezTo>
                    <a:cubicBezTo>
                      <a:pt x="120" y="75"/>
                      <a:pt x="120" y="75"/>
                      <a:pt x="120" y="75"/>
                    </a:cubicBezTo>
                    <a:cubicBezTo>
                      <a:pt x="120" y="75"/>
                      <a:pt x="119" y="75"/>
                      <a:pt x="119" y="75"/>
                    </a:cubicBezTo>
                    <a:cubicBezTo>
                      <a:pt x="119" y="75"/>
                      <a:pt x="119" y="75"/>
                      <a:pt x="118" y="74"/>
                    </a:cubicBezTo>
                    <a:cubicBezTo>
                      <a:pt x="117" y="74"/>
                      <a:pt x="116" y="73"/>
                      <a:pt x="116" y="73"/>
                    </a:cubicBezTo>
                    <a:cubicBezTo>
                      <a:pt x="115" y="73"/>
                      <a:pt x="115" y="73"/>
                      <a:pt x="115" y="72"/>
                    </a:cubicBezTo>
                    <a:cubicBezTo>
                      <a:pt x="115" y="72"/>
                      <a:pt x="116" y="73"/>
                      <a:pt x="116" y="73"/>
                    </a:cubicBezTo>
                    <a:cubicBezTo>
                      <a:pt x="117" y="73"/>
                      <a:pt x="117" y="73"/>
                      <a:pt x="118" y="73"/>
                    </a:cubicBezTo>
                    <a:cubicBezTo>
                      <a:pt x="118" y="73"/>
                      <a:pt x="119" y="73"/>
                      <a:pt x="119" y="73"/>
                    </a:cubicBezTo>
                    <a:cubicBezTo>
                      <a:pt x="119" y="73"/>
                      <a:pt x="119" y="72"/>
                      <a:pt x="119" y="72"/>
                    </a:cubicBezTo>
                    <a:cubicBezTo>
                      <a:pt x="119" y="71"/>
                      <a:pt x="119" y="70"/>
                      <a:pt x="119" y="69"/>
                    </a:cubicBezTo>
                    <a:cubicBezTo>
                      <a:pt x="119" y="69"/>
                      <a:pt x="119" y="69"/>
                      <a:pt x="119" y="69"/>
                    </a:cubicBezTo>
                    <a:cubicBezTo>
                      <a:pt x="119" y="69"/>
                      <a:pt x="119" y="70"/>
                      <a:pt x="118" y="70"/>
                    </a:cubicBezTo>
                    <a:cubicBezTo>
                      <a:pt x="118" y="70"/>
                      <a:pt x="117" y="71"/>
                      <a:pt x="116" y="71"/>
                    </a:cubicBezTo>
                    <a:cubicBezTo>
                      <a:pt x="115" y="70"/>
                      <a:pt x="115" y="70"/>
                      <a:pt x="115" y="70"/>
                    </a:cubicBezTo>
                    <a:cubicBezTo>
                      <a:pt x="116" y="70"/>
                      <a:pt x="116" y="70"/>
                      <a:pt x="116" y="70"/>
                    </a:cubicBezTo>
                    <a:cubicBezTo>
                      <a:pt x="116" y="70"/>
                      <a:pt x="117" y="69"/>
                      <a:pt x="117" y="69"/>
                    </a:cubicBezTo>
                    <a:cubicBezTo>
                      <a:pt x="118" y="69"/>
                      <a:pt x="118" y="69"/>
                      <a:pt x="119" y="69"/>
                    </a:cubicBezTo>
                    <a:cubicBezTo>
                      <a:pt x="119" y="68"/>
                      <a:pt x="120" y="68"/>
                      <a:pt x="121" y="68"/>
                    </a:cubicBezTo>
                    <a:cubicBezTo>
                      <a:pt x="121" y="68"/>
                      <a:pt x="121" y="68"/>
                      <a:pt x="122" y="68"/>
                    </a:cubicBezTo>
                    <a:cubicBezTo>
                      <a:pt x="122" y="68"/>
                      <a:pt x="122" y="68"/>
                      <a:pt x="123" y="68"/>
                    </a:cubicBezTo>
                    <a:cubicBezTo>
                      <a:pt x="123" y="68"/>
                      <a:pt x="123" y="68"/>
                      <a:pt x="123" y="68"/>
                    </a:cubicBezTo>
                    <a:cubicBezTo>
                      <a:pt x="123" y="68"/>
                      <a:pt x="123" y="69"/>
                      <a:pt x="123" y="69"/>
                    </a:cubicBezTo>
                    <a:cubicBezTo>
                      <a:pt x="122" y="69"/>
                      <a:pt x="121" y="69"/>
                      <a:pt x="120" y="69"/>
                    </a:cubicBezTo>
                    <a:close/>
                    <a:moveTo>
                      <a:pt x="120" y="56"/>
                    </a:moveTo>
                    <a:cubicBezTo>
                      <a:pt x="121" y="56"/>
                      <a:pt x="122" y="56"/>
                      <a:pt x="122" y="57"/>
                    </a:cubicBezTo>
                    <a:cubicBezTo>
                      <a:pt x="122" y="57"/>
                      <a:pt x="122" y="58"/>
                      <a:pt x="121" y="58"/>
                    </a:cubicBezTo>
                    <a:cubicBezTo>
                      <a:pt x="121" y="58"/>
                      <a:pt x="120" y="58"/>
                      <a:pt x="120" y="59"/>
                    </a:cubicBezTo>
                    <a:cubicBezTo>
                      <a:pt x="120" y="59"/>
                      <a:pt x="119" y="59"/>
                      <a:pt x="119" y="59"/>
                    </a:cubicBezTo>
                    <a:cubicBezTo>
                      <a:pt x="119" y="59"/>
                      <a:pt x="119" y="59"/>
                      <a:pt x="119" y="59"/>
                    </a:cubicBezTo>
                    <a:cubicBezTo>
                      <a:pt x="120" y="59"/>
                      <a:pt x="120" y="59"/>
                      <a:pt x="120" y="59"/>
                    </a:cubicBezTo>
                    <a:cubicBezTo>
                      <a:pt x="122" y="58"/>
                      <a:pt x="122" y="58"/>
                      <a:pt x="124" y="58"/>
                    </a:cubicBezTo>
                    <a:cubicBezTo>
                      <a:pt x="124" y="58"/>
                      <a:pt x="125" y="57"/>
                      <a:pt x="125" y="58"/>
                    </a:cubicBezTo>
                    <a:cubicBezTo>
                      <a:pt x="126" y="58"/>
                      <a:pt x="126" y="58"/>
                      <a:pt x="126" y="58"/>
                    </a:cubicBezTo>
                    <a:cubicBezTo>
                      <a:pt x="126" y="59"/>
                      <a:pt x="125" y="59"/>
                      <a:pt x="124" y="60"/>
                    </a:cubicBezTo>
                    <a:cubicBezTo>
                      <a:pt x="124" y="60"/>
                      <a:pt x="123" y="61"/>
                      <a:pt x="122" y="62"/>
                    </a:cubicBezTo>
                    <a:cubicBezTo>
                      <a:pt x="122" y="62"/>
                      <a:pt x="122" y="62"/>
                      <a:pt x="122" y="63"/>
                    </a:cubicBezTo>
                    <a:cubicBezTo>
                      <a:pt x="122" y="63"/>
                      <a:pt x="122" y="63"/>
                      <a:pt x="122" y="64"/>
                    </a:cubicBezTo>
                    <a:cubicBezTo>
                      <a:pt x="122" y="64"/>
                      <a:pt x="122" y="64"/>
                      <a:pt x="122" y="64"/>
                    </a:cubicBezTo>
                    <a:cubicBezTo>
                      <a:pt x="122" y="63"/>
                      <a:pt x="124" y="63"/>
                      <a:pt x="124" y="63"/>
                    </a:cubicBezTo>
                    <a:cubicBezTo>
                      <a:pt x="125" y="63"/>
                      <a:pt x="125" y="63"/>
                      <a:pt x="125" y="63"/>
                    </a:cubicBezTo>
                    <a:cubicBezTo>
                      <a:pt x="126" y="64"/>
                      <a:pt x="125" y="64"/>
                      <a:pt x="124" y="65"/>
                    </a:cubicBezTo>
                    <a:cubicBezTo>
                      <a:pt x="124" y="65"/>
                      <a:pt x="123" y="65"/>
                      <a:pt x="122" y="65"/>
                    </a:cubicBezTo>
                    <a:cubicBezTo>
                      <a:pt x="122" y="65"/>
                      <a:pt x="122" y="66"/>
                      <a:pt x="121" y="66"/>
                    </a:cubicBezTo>
                    <a:cubicBezTo>
                      <a:pt x="120" y="66"/>
                      <a:pt x="120" y="66"/>
                      <a:pt x="119" y="66"/>
                    </a:cubicBezTo>
                    <a:cubicBezTo>
                      <a:pt x="119" y="66"/>
                      <a:pt x="119" y="66"/>
                      <a:pt x="119" y="66"/>
                    </a:cubicBezTo>
                    <a:cubicBezTo>
                      <a:pt x="119" y="66"/>
                      <a:pt x="119" y="66"/>
                      <a:pt x="120" y="66"/>
                    </a:cubicBezTo>
                    <a:cubicBezTo>
                      <a:pt x="121" y="65"/>
                      <a:pt x="122" y="65"/>
                      <a:pt x="123" y="64"/>
                    </a:cubicBezTo>
                    <a:cubicBezTo>
                      <a:pt x="123" y="64"/>
                      <a:pt x="124" y="64"/>
                      <a:pt x="124" y="64"/>
                    </a:cubicBezTo>
                    <a:cubicBezTo>
                      <a:pt x="124" y="64"/>
                      <a:pt x="124" y="64"/>
                      <a:pt x="124" y="64"/>
                    </a:cubicBezTo>
                    <a:cubicBezTo>
                      <a:pt x="124" y="64"/>
                      <a:pt x="124" y="64"/>
                      <a:pt x="123" y="64"/>
                    </a:cubicBezTo>
                    <a:cubicBezTo>
                      <a:pt x="123" y="64"/>
                      <a:pt x="122" y="64"/>
                      <a:pt x="122" y="64"/>
                    </a:cubicBezTo>
                    <a:cubicBezTo>
                      <a:pt x="121" y="64"/>
                      <a:pt x="121" y="64"/>
                      <a:pt x="121" y="64"/>
                    </a:cubicBezTo>
                    <a:cubicBezTo>
                      <a:pt x="121" y="65"/>
                      <a:pt x="121" y="65"/>
                      <a:pt x="120" y="65"/>
                    </a:cubicBezTo>
                    <a:cubicBezTo>
                      <a:pt x="120" y="65"/>
                      <a:pt x="120" y="65"/>
                      <a:pt x="119" y="65"/>
                    </a:cubicBezTo>
                    <a:cubicBezTo>
                      <a:pt x="119" y="65"/>
                      <a:pt x="119" y="65"/>
                      <a:pt x="119" y="65"/>
                    </a:cubicBezTo>
                    <a:cubicBezTo>
                      <a:pt x="118" y="65"/>
                      <a:pt x="117" y="66"/>
                      <a:pt x="116" y="66"/>
                    </a:cubicBezTo>
                    <a:cubicBezTo>
                      <a:pt x="115" y="67"/>
                      <a:pt x="115" y="69"/>
                      <a:pt x="113" y="69"/>
                    </a:cubicBezTo>
                    <a:cubicBezTo>
                      <a:pt x="113" y="69"/>
                      <a:pt x="113" y="69"/>
                      <a:pt x="113" y="69"/>
                    </a:cubicBezTo>
                    <a:cubicBezTo>
                      <a:pt x="113" y="69"/>
                      <a:pt x="113" y="68"/>
                      <a:pt x="113" y="68"/>
                    </a:cubicBezTo>
                    <a:cubicBezTo>
                      <a:pt x="114" y="67"/>
                      <a:pt x="114" y="67"/>
                      <a:pt x="115" y="66"/>
                    </a:cubicBezTo>
                    <a:cubicBezTo>
                      <a:pt x="115" y="66"/>
                      <a:pt x="115" y="65"/>
                      <a:pt x="115" y="65"/>
                    </a:cubicBezTo>
                    <a:cubicBezTo>
                      <a:pt x="115" y="66"/>
                      <a:pt x="115" y="66"/>
                      <a:pt x="115" y="66"/>
                    </a:cubicBezTo>
                    <a:cubicBezTo>
                      <a:pt x="114" y="67"/>
                      <a:pt x="114" y="67"/>
                      <a:pt x="114" y="68"/>
                    </a:cubicBezTo>
                    <a:cubicBezTo>
                      <a:pt x="114" y="68"/>
                      <a:pt x="114" y="68"/>
                      <a:pt x="114" y="68"/>
                    </a:cubicBezTo>
                    <a:cubicBezTo>
                      <a:pt x="114" y="68"/>
                      <a:pt x="114" y="68"/>
                      <a:pt x="115" y="67"/>
                    </a:cubicBezTo>
                    <a:cubicBezTo>
                      <a:pt x="115" y="67"/>
                      <a:pt x="115" y="67"/>
                      <a:pt x="116" y="66"/>
                    </a:cubicBezTo>
                    <a:cubicBezTo>
                      <a:pt x="116" y="66"/>
                      <a:pt x="117" y="65"/>
                      <a:pt x="117" y="65"/>
                    </a:cubicBezTo>
                    <a:cubicBezTo>
                      <a:pt x="118" y="65"/>
                      <a:pt x="118" y="65"/>
                      <a:pt x="119" y="65"/>
                    </a:cubicBezTo>
                    <a:cubicBezTo>
                      <a:pt x="119" y="64"/>
                      <a:pt x="119" y="64"/>
                      <a:pt x="119" y="64"/>
                    </a:cubicBezTo>
                    <a:cubicBezTo>
                      <a:pt x="119" y="64"/>
                      <a:pt x="119" y="64"/>
                      <a:pt x="119" y="64"/>
                    </a:cubicBezTo>
                    <a:cubicBezTo>
                      <a:pt x="119" y="63"/>
                      <a:pt x="118" y="63"/>
                      <a:pt x="118" y="63"/>
                    </a:cubicBezTo>
                    <a:cubicBezTo>
                      <a:pt x="118" y="63"/>
                      <a:pt x="118" y="63"/>
                      <a:pt x="118" y="63"/>
                    </a:cubicBezTo>
                    <a:cubicBezTo>
                      <a:pt x="118" y="63"/>
                      <a:pt x="117" y="64"/>
                      <a:pt x="116" y="64"/>
                    </a:cubicBezTo>
                    <a:cubicBezTo>
                      <a:pt x="116" y="64"/>
                      <a:pt x="116" y="64"/>
                      <a:pt x="116" y="64"/>
                    </a:cubicBezTo>
                    <a:cubicBezTo>
                      <a:pt x="117" y="64"/>
                      <a:pt x="117" y="63"/>
                      <a:pt x="117" y="62"/>
                    </a:cubicBezTo>
                    <a:cubicBezTo>
                      <a:pt x="117" y="62"/>
                      <a:pt x="117" y="62"/>
                      <a:pt x="117" y="62"/>
                    </a:cubicBezTo>
                    <a:cubicBezTo>
                      <a:pt x="117" y="62"/>
                      <a:pt x="116" y="63"/>
                      <a:pt x="116" y="62"/>
                    </a:cubicBezTo>
                    <a:cubicBezTo>
                      <a:pt x="117" y="62"/>
                      <a:pt x="116" y="61"/>
                      <a:pt x="116" y="61"/>
                    </a:cubicBezTo>
                    <a:cubicBezTo>
                      <a:pt x="116" y="61"/>
                      <a:pt x="116" y="60"/>
                      <a:pt x="116" y="60"/>
                    </a:cubicBezTo>
                    <a:cubicBezTo>
                      <a:pt x="116" y="59"/>
                      <a:pt x="116" y="59"/>
                      <a:pt x="116" y="59"/>
                    </a:cubicBezTo>
                    <a:cubicBezTo>
                      <a:pt x="116" y="59"/>
                      <a:pt x="116" y="59"/>
                      <a:pt x="116" y="59"/>
                    </a:cubicBezTo>
                    <a:cubicBezTo>
                      <a:pt x="116" y="59"/>
                      <a:pt x="116" y="59"/>
                      <a:pt x="116" y="59"/>
                    </a:cubicBezTo>
                    <a:cubicBezTo>
                      <a:pt x="116" y="59"/>
                      <a:pt x="117" y="60"/>
                      <a:pt x="117" y="60"/>
                    </a:cubicBezTo>
                    <a:cubicBezTo>
                      <a:pt x="117" y="61"/>
                      <a:pt x="117" y="61"/>
                      <a:pt x="118" y="62"/>
                    </a:cubicBezTo>
                    <a:cubicBezTo>
                      <a:pt x="118" y="62"/>
                      <a:pt x="118" y="62"/>
                      <a:pt x="118" y="62"/>
                    </a:cubicBezTo>
                    <a:cubicBezTo>
                      <a:pt x="118" y="61"/>
                      <a:pt x="118" y="61"/>
                      <a:pt x="119" y="60"/>
                    </a:cubicBezTo>
                    <a:cubicBezTo>
                      <a:pt x="118" y="60"/>
                      <a:pt x="118" y="60"/>
                      <a:pt x="118" y="59"/>
                    </a:cubicBezTo>
                    <a:cubicBezTo>
                      <a:pt x="118" y="59"/>
                      <a:pt x="118" y="59"/>
                      <a:pt x="119" y="59"/>
                    </a:cubicBezTo>
                    <a:cubicBezTo>
                      <a:pt x="119" y="58"/>
                      <a:pt x="120" y="57"/>
                      <a:pt x="121" y="56"/>
                    </a:cubicBezTo>
                    <a:cubicBezTo>
                      <a:pt x="120" y="56"/>
                      <a:pt x="120" y="56"/>
                      <a:pt x="120" y="56"/>
                    </a:cubicBezTo>
                    <a:close/>
                    <a:moveTo>
                      <a:pt x="124" y="58"/>
                    </a:moveTo>
                    <a:cubicBezTo>
                      <a:pt x="124" y="59"/>
                      <a:pt x="124" y="59"/>
                      <a:pt x="124" y="59"/>
                    </a:cubicBezTo>
                    <a:cubicBezTo>
                      <a:pt x="123" y="60"/>
                      <a:pt x="123" y="60"/>
                      <a:pt x="122" y="61"/>
                    </a:cubicBezTo>
                    <a:cubicBezTo>
                      <a:pt x="122" y="61"/>
                      <a:pt x="122" y="61"/>
                      <a:pt x="122" y="62"/>
                    </a:cubicBezTo>
                    <a:cubicBezTo>
                      <a:pt x="122" y="62"/>
                      <a:pt x="122" y="62"/>
                      <a:pt x="122" y="62"/>
                    </a:cubicBezTo>
                    <a:cubicBezTo>
                      <a:pt x="122" y="62"/>
                      <a:pt x="122" y="62"/>
                      <a:pt x="122" y="62"/>
                    </a:cubicBezTo>
                    <a:cubicBezTo>
                      <a:pt x="122" y="60"/>
                      <a:pt x="121" y="60"/>
                      <a:pt x="121" y="59"/>
                    </a:cubicBezTo>
                    <a:cubicBezTo>
                      <a:pt x="121" y="59"/>
                      <a:pt x="121" y="59"/>
                      <a:pt x="121" y="59"/>
                    </a:cubicBezTo>
                    <a:cubicBezTo>
                      <a:pt x="121" y="59"/>
                      <a:pt x="122" y="59"/>
                      <a:pt x="122" y="59"/>
                    </a:cubicBezTo>
                    <a:cubicBezTo>
                      <a:pt x="123" y="59"/>
                      <a:pt x="123" y="58"/>
                      <a:pt x="124" y="58"/>
                    </a:cubicBezTo>
                    <a:close/>
                    <a:moveTo>
                      <a:pt x="122" y="62"/>
                    </a:moveTo>
                    <a:cubicBezTo>
                      <a:pt x="122" y="62"/>
                      <a:pt x="122" y="62"/>
                      <a:pt x="122" y="62"/>
                    </a:cubicBezTo>
                    <a:cubicBezTo>
                      <a:pt x="121" y="63"/>
                      <a:pt x="120" y="63"/>
                      <a:pt x="120" y="64"/>
                    </a:cubicBezTo>
                    <a:cubicBezTo>
                      <a:pt x="120" y="64"/>
                      <a:pt x="120" y="63"/>
                      <a:pt x="120" y="63"/>
                    </a:cubicBezTo>
                    <a:cubicBezTo>
                      <a:pt x="120" y="63"/>
                      <a:pt x="120" y="63"/>
                      <a:pt x="120" y="63"/>
                    </a:cubicBezTo>
                    <a:cubicBezTo>
                      <a:pt x="120" y="63"/>
                      <a:pt x="120" y="63"/>
                      <a:pt x="120" y="63"/>
                    </a:cubicBezTo>
                    <a:cubicBezTo>
                      <a:pt x="120" y="62"/>
                      <a:pt x="122" y="62"/>
                      <a:pt x="122" y="62"/>
                    </a:cubicBezTo>
                    <a:close/>
                    <a:moveTo>
                      <a:pt x="119" y="62"/>
                    </a:moveTo>
                    <a:cubicBezTo>
                      <a:pt x="119" y="62"/>
                      <a:pt x="119" y="62"/>
                      <a:pt x="119" y="62"/>
                    </a:cubicBezTo>
                    <a:cubicBezTo>
                      <a:pt x="119" y="62"/>
                      <a:pt x="119" y="62"/>
                      <a:pt x="119" y="62"/>
                    </a:cubicBezTo>
                    <a:cubicBezTo>
                      <a:pt x="119" y="62"/>
                      <a:pt x="119" y="62"/>
                      <a:pt x="119" y="62"/>
                    </a:cubicBezTo>
                    <a:cubicBezTo>
                      <a:pt x="119" y="62"/>
                      <a:pt x="119" y="62"/>
                      <a:pt x="119" y="62"/>
                    </a:cubicBezTo>
                    <a:cubicBezTo>
                      <a:pt x="119" y="62"/>
                      <a:pt x="120" y="61"/>
                      <a:pt x="120" y="61"/>
                    </a:cubicBezTo>
                    <a:cubicBezTo>
                      <a:pt x="120" y="61"/>
                      <a:pt x="120" y="61"/>
                      <a:pt x="120" y="61"/>
                    </a:cubicBezTo>
                    <a:cubicBezTo>
                      <a:pt x="120" y="60"/>
                      <a:pt x="120" y="60"/>
                      <a:pt x="120" y="60"/>
                    </a:cubicBezTo>
                    <a:cubicBezTo>
                      <a:pt x="120" y="60"/>
                      <a:pt x="120" y="60"/>
                      <a:pt x="120" y="60"/>
                    </a:cubicBezTo>
                    <a:cubicBezTo>
                      <a:pt x="120" y="60"/>
                      <a:pt x="121" y="60"/>
                      <a:pt x="121" y="60"/>
                    </a:cubicBezTo>
                    <a:cubicBezTo>
                      <a:pt x="121" y="60"/>
                      <a:pt x="121" y="61"/>
                      <a:pt x="121" y="61"/>
                    </a:cubicBezTo>
                    <a:cubicBezTo>
                      <a:pt x="121" y="62"/>
                      <a:pt x="120" y="62"/>
                      <a:pt x="120" y="62"/>
                    </a:cubicBezTo>
                    <a:cubicBezTo>
                      <a:pt x="119" y="62"/>
                      <a:pt x="119" y="62"/>
                      <a:pt x="119" y="62"/>
                    </a:cubicBezTo>
                    <a:cubicBezTo>
                      <a:pt x="119" y="62"/>
                      <a:pt x="119" y="62"/>
                      <a:pt x="119" y="62"/>
                    </a:cubicBezTo>
                    <a:cubicBezTo>
                      <a:pt x="119" y="62"/>
                      <a:pt x="119" y="62"/>
                      <a:pt x="119" y="62"/>
                    </a:cubicBezTo>
                    <a:close/>
                    <a:moveTo>
                      <a:pt x="108" y="46"/>
                    </a:moveTo>
                    <a:cubicBezTo>
                      <a:pt x="105" y="46"/>
                      <a:pt x="105" y="46"/>
                      <a:pt x="105" y="46"/>
                    </a:cubicBezTo>
                    <a:cubicBezTo>
                      <a:pt x="105" y="46"/>
                      <a:pt x="105" y="46"/>
                      <a:pt x="105" y="46"/>
                    </a:cubicBezTo>
                    <a:cubicBezTo>
                      <a:pt x="105" y="46"/>
                      <a:pt x="105" y="46"/>
                      <a:pt x="105" y="45"/>
                    </a:cubicBezTo>
                    <a:cubicBezTo>
                      <a:pt x="105" y="41"/>
                      <a:pt x="105" y="41"/>
                      <a:pt x="105" y="41"/>
                    </a:cubicBezTo>
                    <a:cubicBezTo>
                      <a:pt x="105" y="40"/>
                      <a:pt x="105" y="40"/>
                      <a:pt x="105" y="40"/>
                    </a:cubicBezTo>
                    <a:cubicBezTo>
                      <a:pt x="105" y="40"/>
                      <a:pt x="105" y="40"/>
                      <a:pt x="105" y="40"/>
                    </a:cubicBezTo>
                    <a:cubicBezTo>
                      <a:pt x="104" y="40"/>
                      <a:pt x="104" y="40"/>
                      <a:pt x="104" y="40"/>
                    </a:cubicBezTo>
                    <a:cubicBezTo>
                      <a:pt x="104" y="39"/>
                      <a:pt x="104" y="39"/>
                      <a:pt x="104" y="39"/>
                    </a:cubicBezTo>
                    <a:cubicBezTo>
                      <a:pt x="105" y="39"/>
                      <a:pt x="105" y="39"/>
                      <a:pt x="106" y="39"/>
                    </a:cubicBezTo>
                    <a:cubicBezTo>
                      <a:pt x="106" y="39"/>
                      <a:pt x="106" y="39"/>
                      <a:pt x="106" y="39"/>
                    </a:cubicBezTo>
                    <a:cubicBezTo>
                      <a:pt x="107" y="39"/>
                      <a:pt x="107" y="39"/>
                      <a:pt x="107" y="39"/>
                    </a:cubicBezTo>
                    <a:cubicBezTo>
                      <a:pt x="107" y="45"/>
                      <a:pt x="107" y="45"/>
                      <a:pt x="107" y="45"/>
                    </a:cubicBezTo>
                    <a:cubicBezTo>
                      <a:pt x="107" y="45"/>
                      <a:pt x="107" y="46"/>
                      <a:pt x="108" y="46"/>
                    </a:cubicBezTo>
                    <a:cubicBezTo>
                      <a:pt x="108" y="46"/>
                      <a:pt x="108" y="46"/>
                      <a:pt x="108" y="46"/>
                    </a:cubicBezTo>
                    <a:cubicBezTo>
                      <a:pt x="108" y="46"/>
                      <a:pt x="108" y="46"/>
                      <a:pt x="108" y="46"/>
                    </a:cubicBezTo>
                    <a:close/>
                    <a:moveTo>
                      <a:pt x="115" y="44"/>
                    </a:moveTo>
                    <a:cubicBezTo>
                      <a:pt x="115" y="45"/>
                      <a:pt x="115" y="45"/>
                      <a:pt x="114" y="46"/>
                    </a:cubicBezTo>
                    <a:cubicBezTo>
                      <a:pt x="114" y="46"/>
                      <a:pt x="113" y="46"/>
                      <a:pt x="112" y="46"/>
                    </a:cubicBezTo>
                    <a:cubicBezTo>
                      <a:pt x="112" y="46"/>
                      <a:pt x="111" y="46"/>
                      <a:pt x="111" y="46"/>
                    </a:cubicBezTo>
                    <a:cubicBezTo>
                      <a:pt x="110" y="46"/>
                      <a:pt x="110" y="45"/>
                      <a:pt x="110" y="45"/>
                    </a:cubicBezTo>
                    <a:cubicBezTo>
                      <a:pt x="110" y="44"/>
                      <a:pt x="110" y="43"/>
                      <a:pt x="111" y="43"/>
                    </a:cubicBezTo>
                    <a:cubicBezTo>
                      <a:pt x="110" y="42"/>
                      <a:pt x="110" y="41"/>
                      <a:pt x="110" y="41"/>
                    </a:cubicBezTo>
                    <a:cubicBezTo>
                      <a:pt x="110" y="40"/>
                      <a:pt x="110" y="40"/>
                      <a:pt x="111" y="39"/>
                    </a:cubicBezTo>
                    <a:cubicBezTo>
                      <a:pt x="111" y="39"/>
                      <a:pt x="112" y="39"/>
                      <a:pt x="112" y="39"/>
                    </a:cubicBezTo>
                    <a:cubicBezTo>
                      <a:pt x="113" y="39"/>
                      <a:pt x="114" y="39"/>
                      <a:pt x="114" y="39"/>
                    </a:cubicBezTo>
                    <a:cubicBezTo>
                      <a:pt x="115" y="39"/>
                      <a:pt x="115" y="40"/>
                      <a:pt x="115" y="40"/>
                    </a:cubicBezTo>
                    <a:cubicBezTo>
                      <a:pt x="115" y="41"/>
                      <a:pt x="114" y="42"/>
                      <a:pt x="114" y="42"/>
                    </a:cubicBezTo>
                    <a:cubicBezTo>
                      <a:pt x="115" y="43"/>
                      <a:pt x="115" y="44"/>
                      <a:pt x="115" y="44"/>
                    </a:cubicBezTo>
                    <a:close/>
                    <a:moveTo>
                      <a:pt x="113" y="40"/>
                    </a:moveTo>
                    <a:cubicBezTo>
                      <a:pt x="113" y="41"/>
                      <a:pt x="113" y="41"/>
                      <a:pt x="113" y="42"/>
                    </a:cubicBezTo>
                    <a:cubicBezTo>
                      <a:pt x="113" y="41"/>
                      <a:pt x="112" y="41"/>
                      <a:pt x="112" y="41"/>
                    </a:cubicBezTo>
                    <a:cubicBezTo>
                      <a:pt x="112" y="40"/>
                      <a:pt x="112" y="40"/>
                      <a:pt x="112" y="40"/>
                    </a:cubicBezTo>
                    <a:cubicBezTo>
                      <a:pt x="112" y="40"/>
                      <a:pt x="112" y="39"/>
                      <a:pt x="112" y="39"/>
                    </a:cubicBezTo>
                    <a:cubicBezTo>
                      <a:pt x="112" y="39"/>
                      <a:pt x="112" y="39"/>
                      <a:pt x="112" y="39"/>
                    </a:cubicBezTo>
                    <a:cubicBezTo>
                      <a:pt x="113" y="39"/>
                      <a:pt x="113" y="39"/>
                      <a:pt x="113" y="40"/>
                    </a:cubicBezTo>
                    <a:close/>
                    <a:moveTo>
                      <a:pt x="113" y="45"/>
                    </a:moveTo>
                    <a:cubicBezTo>
                      <a:pt x="113" y="45"/>
                      <a:pt x="113" y="46"/>
                      <a:pt x="113" y="46"/>
                    </a:cubicBezTo>
                    <a:cubicBezTo>
                      <a:pt x="113" y="46"/>
                      <a:pt x="113" y="46"/>
                      <a:pt x="112" y="46"/>
                    </a:cubicBezTo>
                    <a:cubicBezTo>
                      <a:pt x="112" y="46"/>
                      <a:pt x="112" y="46"/>
                      <a:pt x="112" y="46"/>
                    </a:cubicBezTo>
                    <a:cubicBezTo>
                      <a:pt x="111" y="45"/>
                      <a:pt x="111" y="45"/>
                      <a:pt x="111" y="45"/>
                    </a:cubicBezTo>
                    <a:cubicBezTo>
                      <a:pt x="111" y="44"/>
                      <a:pt x="112" y="43"/>
                      <a:pt x="112" y="43"/>
                    </a:cubicBezTo>
                    <a:cubicBezTo>
                      <a:pt x="112" y="43"/>
                      <a:pt x="113" y="44"/>
                      <a:pt x="113" y="44"/>
                    </a:cubicBezTo>
                    <a:cubicBezTo>
                      <a:pt x="113" y="44"/>
                      <a:pt x="113" y="44"/>
                      <a:pt x="113" y="44"/>
                    </a:cubicBezTo>
                    <a:cubicBezTo>
                      <a:pt x="113" y="45"/>
                      <a:pt x="113" y="45"/>
                      <a:pt x="113" y="45"/>
                    </a:cubicBezTo>
                    <a:close/>
                    <a:moveTo>
                      <a:pt x="122" y="42"/>
                    </a:moveTo>
                    <a:cubicBezTo>
                      <a:pt x="122" y="44"/>
                      <a:pt x="122" y="45"/>
                      <a:pt x="121" y="45"/>
                    </a:cubicBezTo>
                    <a:cubicBezTo>
                      <a:pt x="121" y="46"/>
                      <a:pt x="120" y="46"/>
                      <a:pt x="119" y="46"/>
                    </a:cubicBezTo>
                    <a:cubicBezTo>
                      <a:pt x="118" y="46"/>
                      <a:pt x="118" y="46"/>
                      <a:pt x="117" y="46"/>
                    </a:cubicBezTo>
                    <a:cubicBezTo>
                      <a:pt x="117" y="46"/>
                      <a:pt x="117" y="45"/>
                      <a:pt x="117" y="45"/>
                    </a:cubicBezTo>
                    <a:cubicBezTo>
                      <a:pt x="117" y="45"/>
                      <a:pt x="117" y="44"/>
                      <a:pt x="117" y="44"/>
                    </a:cubicBezTo>
                    <a:cubicBezTo>
                      <a:pt x="117" y="44"/>
                      <a:pt x="118" y="44"/>
                      <a:pt x="118" y="44"/>
                    </a:cubicBezTo>
                    <a:cubicBezTo>
                      <a:pt x="118" y="44"/>
                      <a:pt x="118" y="44"/>
                      <a:pt x="119" y="44"/>
                    </a:cubicBezTo>
                    <a:cubicBezTo>
                      <a:pt x="119" y="44"/>
                      <a:pt x="119" y="45"/>
                      <a:pt x="119" y="45"/>
                    </a:cubicBezTo>
                    <a:cubicBezTo>
                      <a:pt x="119" y="45"/>
                      <a:pt x="119" y="45"/>
                      <a:pt x="119" y="45"/>
                    </a:cubicBezTo>
                    <a:cubicBezTo>
                      <a:pt x="119" y="46"/>
                      <a:pt x="118" y="46"/>
                      <a:pt x="118" y="46"/>
                    </a:cubicBezTo>
                    <a:cubicBezTo>
                      <a:pt x="118" y="46"/>
                      <a:pt x="118" y="46"/>
                      <a:pt x="119" y="46"/>
                    </a:cubicBezTo>
                    <a:cubicBezTo>
                      <a:pt x="119" y="46"/>
                      <a:pt x="119" y="46"/>
                      <a:pt x="119" y="46"/>
                    </a:cubicBezTo>
                    <a:cubicBezTo>
                      <a:pt x="120" y="46"/>
                      <a:pt x="120" y="44"/>
                      <a:pt x="120" y="43"/>
                    </a:cubicBezTo>
                    <a:cubicBezTo>
                      <a:pt x="120" y="43"/>
                      <a:pt x="119" y="43"/>
                      <a:pt x="119" y="43"/>
                    </a:cubicBezTo>
                    <a:cubicBezTo>
                      <a:pt x="118" y="43"/>
                      <a:pt x="118" y="43"/>
                      <a:pt x="117" y="43"/>
                    </a:cubicBezTo>
                    <a:cubicBezTo>
                      <a:pt x="117" y="42"/>
                      <a:pt x="117" y="42"/>
                      <a:pt x="117" y="41"/>
                    </a:cubicBezTo>
                    <a:cubicBezTo>
                      <a:pt x="117" y="40"/>
                      <a:pt x="117" y="40"/>
                      <a:pt x="117" y="39"/>
                    </a:cubicBezTo>
                    <a:cubicBezTo>
                      <a:pt x="118" y="39"/>
                      <a:pt x="119" y="39"/>
                      <a:pt x="119" y="39"/>
                    </a:cubicBezTo>
                    <a:cubicBezTo>
                      <a:pt x="120" y="39"/>
                      <a:pt x="121" y="39"/>
                      <a:pt x="121" y="40"/>
                    </a:cubicBezTo>
                    <a:cubicBezTo>
                      <a:pt x="122" y="40"/>
                      <a:pt x="122" y="41"/>
                      <a:pt x="122" y="42"/>
                    </a:cubicBezTo>
                    <a:close/>
                    <a:moveTo>
                      <a:pt x="120" y="43"/>
                    </a:moveTo>
                    <a:cubicBezTo>
                      <a:pt x="120" y="43"/>
                      <a:pt x="120" y="43"/>
                      <a:pt x="119" y="43"/>
                    </a:cubicBezTo>
                    <a:cubicBezTo>
                      <a:pt x="119" y="43"/>
                      <a:pt x="119" y="43"/>
                      <a:pt x="119" y="41"/>
                    </a:cubicBezTo>
                    <a:cubicBezTo>
                      <a:pt x="119" y="41"/>
                      <a:pt x="119" y="40"/>
                      <a:pt x="119" y="40"/>
                    </a:cubicBezTo>
                    <a:cubicBezTo>
                      <a:pt x="119" y="39"/>
                      <a:pt x="119" y="39"/>
                      <a:pt x="119" y="39"/>
                    </a:cubicBezTo>
                    <a:cubicBezTo>
                      <a:pt x="120" y="39"/>
                      <a:pt x="120" y="40"/>
                      <a:pt x="120" y="41"/>
                    </a:cubicBezTo>
                    <a:cubicBezTo>
                      <a:pt x="120" y="42"/>
                      <a:pt x="120" y="42"/>
                      <a:pt x="120" y="43"/>
                    </a:cubicBezTo>
                    <a:close/>
                    <a:moveTo>
                      <a:pt x="129" y="44"/>
                    </a:moveTo>
                    <a:cubicBezTo>
                      <a:pt x="129" y="45"/>
                      <a:pt x="128" y="45"/>
                      <a:pt x="128" y="46"/>
                    </a:cubicBezTo>
                    <a:cubicBezTo>
                      <a:pt x="128" y="46"/>
                      <a:pt x="127" y="46"/>
                      <a:pt x="126" y="46"/>
                    </a:cubicBezTo>
                    <a:cubicBezTo>
                      <a:pt x="125" y="46"/>
                      <a:pt x="125" y="46"/>
                      <a:pt x="124" y="45"/>
                    </a:cubicBezTo>
                    <a:cubicBezTo>
                      <a:pt x="124" y="45"/>
                      <a:pt x="124" y="44"/>
                      <a:pt x="124" y="43"/>
                    </a:cubicBezTo>
                    <a:cubicBezTo>
                      <a:pt x="124" y="41"/>
                      <a:pt x="124" y="41"/>
                      <a:pt x="124" y="40"/>
                    </a:cubicBezTo>
                    <a:cubicBezTo>
                      <a:pt x="125" y="39"/>
                      <a:pt x="126" y="39"/>
                      <a:pt x="127" y="39"/>
                    </a:cubicBezTo>
                    <a:cubicBezTo>
                      <a:pt x="127" y="39"/>
                      <a:pt x="128" y="39"/>
                      <a:pt x="128" y="39"/>
                    </a:cubicBezTo>
                    <a:cubicBezTo>
                      <a:pt x="128" y="39"/>
                      <a:pt x="129" y="40"/>
                      <a:pt x="129" y="40"/>
                    </a:cubicBezTo>
                    <a:cubicBezTo>
                      <a:pt x="129" y="40"/>
                      <a:pt x="128" y="41"/>
                      <a:pt x="128" y="41"/>
                    </a:cubicBezTo>
                    <a:cubicBezTo>
                      <a:pt x="128" y="41"/>
                      <a:pt x="128" y="41"/>
                      <a:pt x="128" y="41"/>
                    </a:cubicBezTo>
                    <a:cubicBezTo>
                      <a:pt x="127" y="41"/>
                      <a:pt x="127" y="41"/>
                      <a:pt x="127" y="41"/>
                    </a:cubicBezTo>
                    <a:cubicBezTo>
                      <a:pt x="127" y="41"/>
                      <a:pt x="126" y="40"/>
                      <a:pt x="126" y="40"/>
                    </a:cubicBezTo>
                    <a:cubicBezTo>
                      <a:pt x="126" y="40"/>
                      <a:pt x="127" y="40"/>
                      <a:pt x="127" y="40"/>
                    </a:cubicBezTo>
                    <a:cubicBezTo>
                      <a:pt x="127" y="39"/>
                      <a:pt x="127" y="39"/>
                      <a:pt x="127" y="39"/>
                    </a:cubicBezTo>
                    <a:cubicBezTo>
                      <a:pt x="127" y="39"/>
                      <a:pt x="127" y="39"/>
                      <a:pt x="127" y="39"/>
                    </a:cubicBezTo>
                    <a:cubicBezTo>
                      <a:pt x="126" y="39"/>
                      <a:pt x="125" y="40"/>
                      <a:pt x="125" y="42"/>
                    </a:cubicBezTo>
                    <a:cubicBezTo>
                      <a:pt x="126" y="42"/>
                      <a:pt x="126" y="42"/>
                      <a:pt x="127" y="42"/>
                    </a:cubicBezTo>
                    <a:cubicBezTo>
                      <a:pt x="127" y="42"/>
                      <a:pt x="128" y="42"/>
                      <a:pt x="128" y="42"/>
                    </a:cubicBezTo>
                    <a:cubicBezTo>
                      <a:pt x="128" y="43"/>
                      <a:pt x="129" y="43"/>
                      <a:pt x="129" y="44"/>
                    </a:cubicBezTo>
                    <a:close/>
                    <a:moveTo>
                      <a:pt x="127" y="44"/>
                    </a:moveTo>
                    <a:cubicBezTo>
                      <a:pt x="127" y="44"/>
                      <a:pt x="127" y="45"/>
                      <a:pt x="127" y="45"/>
                    </a:cubicBezTo>
                    <a:cubicBezTo>
                      <a:pt x="127" y="46"/>
                      <a:pt x="127" y="46"/>
                      <a:pt x="126" y="46"/>
                    </a:cubicBezTo>
                    <a:cubicBezTo>
                      <a:pt x="126" y="46"/>
                      <a:pt x="125" y="45"/>
                      <a:pt x="125" y="44"/>
                    </a:cubicBezTo>
                    <a:cubicBezTo>
                      <a:pt x="125" y="44"/>
                      <a:pt x="125" y="43"/>
                      <a:pt x="125" y="43"/>
                    </a:cubicBezTo>
                    <a:cubicBezTo>
                      <a:pt x="125" y="43"/>
                      <a:pt x="125" y="42"/>
                      <a:pt x="125" y="42"/>
                    </a:cubicBezTo>
                    <a:cubicBezTo>
                      <a:pt x="126" y="42"/>
                      <a:pt x="126" y="42"/>
                      <a:pt x="126" y="42"/>
                    </a:cubicBezTo>
                    <a:cubicBezTo>
                      <a:pt x="127" y="42"/>
                      <a:pt x="127" y="43"/>
                      <a:pt x="127" y="4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 dirty="0"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43" name="íšḻidé"/>
              <p:cNvSpPr/>
              <p:nvPr/>
            </p:nvSpPr>
            <p:spPr bwMode="auto">
              <a:xfrm>
                <a:off x="9196100" y="1691088"/>
                <a:ext cx="3421214" cy="3875236"/>
              </a:xfrm>
              <a:custGeom>
                <a:avLst/>
                <a:gdLst>
                  <a:gd name="T0" fmla="*/ 136 w 159"/>
                  <a:gd name="T1" fmla="*/ 0 h 178"/>
                  <a:gd name="T2" fmla="*/ 159 w 159"/>
                  <a:gd name="T3" fmla="*/ 22 h 178"/>
                  <a:gd name="T4" fmla="*/ 159 w 159"/>
                  <a:gd name="T5" fmla="*/ 94 h 178"/>
                  <a:gd name="T6" fmla="*/ 158 w 159"/>
                  <a:gd name="T7" fmla="*/ 110 h 178"/>
                  <a:gd name="T8" fmla="*/ 80 w 159"/>
                  <a:gd name="T9" fmla="*/ 178 h 178"/>
                  <a:gd name="T10" fmla="*/ 1 w 159"/>
                  <a:gd name="T11" fmla="*/ 106 h 178"/>
                  <a:gd name="T12" fmla="*/ 0 w 159"/>
                  <a:gd name="T13" fmla="*/ 94 h 178"/>
                  <a:gd name="T14" fmla="*/ 0 w 159"/>
                  <a:gd name="T15" fmla="*/ 22 h 178"/>
                  <a:gd name="T16" fmla="*/ 23 w 159"/>
                  <a:gd name="T17" fmla="*/ 0 h 178"/>
                  <a:gd name="T18" fmla="*/ 136 w 159"/>
                  <a:gd name="T19" fmla="*/ 0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9" h="178">
                    <a:moveTo>
                      <a:pt x="136" y="0"/>
                    </a:moveTo>
                    <a:cubicBezTo>
                      <a:pt x="141" y="10"/>
                      <a:pt x="149" y="18"/>
                      <a:pt x="159" y="22"/>
                    </a:cubicBezTo>
                    <a:cubicBezTo>
                      <a:pt x="159" y="94"/>
                      <a:pt x="159" y="94"/>
                      <a:pt x="159" y="94"/>
                    </a:cubicBezTo>
                    <a:cubicBezTo>
                      <a:pt x="159" y="99"/>
                      <a:pt x="159" y="105"/>
                      <a:pt x="158" y="110"/>
                    </a:cubicBezTo>
                    <a:cubicBezTo>
                      <a:pt x="150" y="152"/>
                      <a:pt x="109" y="173"/>
                      <a:pt x="80" y="178"/>
                    </a:cubicBezTo>
                    <a:cubicBezTo>
                      <a:pt x="41" y="171"/>
                      <a:pt x="8" y="144"/>
                      <a:pt x="1" y="106"/>
                    </a:cubicBezTo>
                    <a:cubicBezTo>
                      <a:pt x="0" y="102"/>
                      <a:pt x="0" y="98"/>
                      <a:pt x="0" y="94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11" y="17"/>
                      <a:pt x="18" y="10"/>
                      <a:pt x="23" y="0"/>
                    </a:cubicBezTo>
                    <a:lnTo>
                      <a:pt x="136" y="0"/>
                    </a:lnTo>
                    <a:close/>
                  </a:path>
                </a:pathLst>
              </a:custGeom>
              <a:noFill/>
              <a:ln w="6350" cap="flat">
                <a:solidFill>
                  <a:schemeClr val="bg1">
                    <a:alpha val="83000"/>
                  </a:scheme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</p:grpSp>
        <p:sp>
          <p:nvSpPr>
            <p:cNvPr id="23" name="ïsḻíďê"/>
            <p:cNvSpPr/>
            <p:nvPr/>
          </p:nvSpPr>
          <p:spPr bwMode="auto">
            <a:xfrm>
              <a:off x="4625816" y="4828942"/>
              <a:ext cx="5773424" cy="379865"/>
            </a:xfrm>
            <a:custGeom>
              <a:avLst/>
              <a:gdLst>
                <a:gd name="T0" fmla="*/ 11 w 410"/>
                <a:gd name="T1" fmla="*/ 14 h 27"/>
                <a:gd name="T2" fmla="*/ 11 w 410"/>
                <a:gd name="T3" fmla="*/ 1 h 27"/>
                <a:gd name="T4" fmla="*/ 8 w 410"/>
                <a:gd name="T5" fmla="*/ 10 h 27"/>
                <a:gd name="T6" fmla="*/ 24 w 410"/>
                <a:gd name="T7" fmla="*/ 22 h 27"/>
                <a:gd name="T8" fmla="*/ 21 w 410"/>
                <a:gd name="T9" fmla="*/ 9 h 27"/>
                <a:gd name="T10" fmla="*/ 40 w 410"/>
                <a:gd name="T11" fmla="*/ 22 h 27"/>
                <a:gd name="T12" fmla="*/ 39 w 410"/>
                <a:gd name="T13" fmla="*/ 19 h 27"/>
                <a:gd name="T14" fmla="*/ 53 w 410"/>
                <a:gd name="T15" fmla="*/ 8 h 27"/>
                <a:gd name="T16" fmla="*/ 55 w 410"/>
                <a:gd name="T17" fmla="*/ 15 h 27"/>
                <a:gd name="T18" fmla="*/ 57 w 410"/>
                <a:gd name="T19" fmla="*/ 22 h 27"/>
                <a:gd name="T20" fmla="*/ 66 w 410"/>
                <a:gd name="T21" fmla="*/ 21 h 27"/>
                <a:gd name="T22" fmla="*/ 99 w 410"/>
                <a:gd name="T23" fmla="*/ 6 h 27"/>
                <a:gd name="T24" fmla="*/ 90 w 410"/>
                <a:gd name="T25" fmla="*/ 6 h 27"/>
                <a:gd name="T26" fmla="*/ 114 w 410"/>
                <a:gd name="T27" fmla="*/ 7 h 27"/>
                <a:gd name="T28" fmla="*/ 115 w 410"/>
                <a:gd name="T29" fmla="*/ 18 h 27"/>
                <a:gd name="T30" fmla="*/ 111 w 410"/>
                <a:gd name="T31" fmla="*/ 8 h 27"/>
                <a:gd name="T32" fmla="*/ 119 w 410"/>
                <a:gd name="T33" fmla="*/ 17 h 27"/>
                <a:gd name="T34" fmla="*/ 127 w 410"/>
                <a:gd name="T35" fmla="*/ 16 h 27"/>
                <a:gd name="T36" fmla="*/ 129 w 410"/>
                <a:gd name="T37" fmla="*/ 10 h 27"/>
                <a:gd name="T38" fmla="*/ 129 w 410"/>
                <a:gd name="T39" fmla="*/ 14 h 27"/>
                <a:gd name="T40" fmla="*/ 132 w 410"/>
                <a:gd name="T41" fmla="*/ 8 h 27"/>
                <a:gd name="T42" fmla="*/ 136 w 410"/>
                <a:gd name="T43" fmla="*/ 17 h 27"/>
                <a:gd name="T44" fmla="*/ 160 w 410"/>
                <a:gd name="T45" fmla="*/ 16 h 27"/>
                <a:gd name="T46" fmla="*/ 156 w 410"/>
                <a:gd name="T47" fmla="*/ 18 h 27"/>
                <a:gd name="T48" fmla="*/ 165 w 410"/>
                <a:gd name="T49" fmla="*/ 6 h 27"/>
                <a:gd name="T50" fmla="*/ 179 w 410"/>
                <a:gd name="T51" fmla="*/ 13 h 27"/>
                <a:gd name="T52" fmla="*/ 180 w 410"/>
                <a:gd name="T53" fmla="*/ 21 h 27"/>
                <a:gd name="T54" fmla="*/ 182 w 410"/>
                <a:gd name="T55" fmla="*/ 11 h 27"/>
                <a:gd name="T56" fmla="*/ 175 w 410"/>
                <a:gd name="T57" fmla="*/ 6 h 27"/>
                <a:gd name="T58" fmla="*/ 200 w 410"/>
                <a:gd name="T59" fmla="*/ 20 h 27"/>
                <a:gd name="T60" fmla="*/ 195 w 410"/>
                <a:gd name="T61" fmla="*/ 8 h 27"/>
                <a:gd name="T62" fmla="*/ 207 w 410"/>
                <a:gd name="T63" fmla="*/ 8 h 27"/>
                <a:gd name="T64" fmla="*/ 209 w 410"/>
                <a:gd name="T65" fmla="*/ 15 h 27"/>
                <a:gd name="T66" fmla="*/ 211 w 410"/>
                <a:gd name="T67" fmla="*/ 22 h 27"/>
                <a:gd name="T68" fmla="*/ 227 w 410"/>
                <a:gd name="T69" fmla="*/ 14 h 27"/>
                <a:gd name="T70" fmla="*/ 244 w 410"/>
                <a:gd name="T71" fmla="*/ 21 h 27"/>
                <a:gd name="T72" fmla="*/ 234 w 410"/>
                <a:gd name="T73" fmla="*/ 6 h 27"/>
                <a:gd name="T74" fmla="*/ 259 w 410"/>
                <a:gd name="T75" fmla="*/ 8 h 27"/>
                <a:gd name="T76" fmla="*/ 254 w 410"/>
                <a:gd name="T77" fmla="*/ 24 h 27"/>
                <a:gd name="T78" fmla="*/ 252 w 410"/>
                <a:gd name="T79" fmla="*/ 19 h 27"/>
                <a:gd name="T80" fmla="*/ 263 w 410"/>
                <a:gd name="T81" fmla="*/ 19 h 27"/>
                <a:gd name="T82" fmla="*/ 276 w 410"/>
                <a:gd name="T83" fmla="*/ 17 h 27"/>
                <a:gd name="T84" fmla="*/ 287 w 410"/>
                <a:gd name="T85" fmla="*/ 18 h 27"/>
                <a:gd name="T86" fmla="*/ 308 w 410"/>
                <a:gd name="T87" fmla="*/ 21 h 27"/>
                <a:gd name="T88" fmla="*/ 296 w 410"/>
                <a:gd name="T89" fmla="*/ 21 h 27"/>
                <a:gd name="T90" fmla="*/ 313 w 410"/>
                <a:gd name="T91" fmla="*/ 21 h 27"/>
                <a:gd name="T92" fmla="*/ 327 w 410"/>
                <a:gd name="T93" fmla="*/ 21 h 27"/>
                <a:gd name="T94" fmla="*/ 337 w 410"/>
                <a:gd name="T95" fmla="*/ 8 h 27"/>
                <a:gd name="T96" fmla="*/ 345 w 410"/>
                <a:gd name="T97" fmla="*/ 19 h 27"/>
                <a:gd name="T98" fmla="*/ 346 w 410"/>
                <a:gd name="T99" fmla="*/ 12 h 27"/>
                <a:gd name="T100" fmla="*/ 361 w 410"/>
                <a:gd name="T101" fmla="*/ 9 h 27"/>
                <a:gd name="T102" fmla="*/ 355 w 410"/>
                <a:gd name="T103" fmla="*/ 8 h 27"/>
                <a:gd name="T104" fmla="*/ 364 w 410"/>
                <a:gd name="T105" fmla="*/ 17 h 27"/>
                <a:gd name="T106" fmla="*/ 370 w 410"/>
                <a:gd name="T107" fmla="*/ 15 h 27"/>
                <a:gd name="T108" fmla="*/ 374 w 410"/>
                <a:gd name="T109" fmla="*/ 10 h 27"/>
                <a:gd name="T110" fmla="*/ 375 w 410"/>
                <a:gd name="T111" fmla="*/ 17 h 27"/>
                <a:gd name="T112" fmla="*/ 381 w 410"/>
                <a:gd name="T113" fmla="*/ 3 h 27"/>
                <a:gd name="T114" fmla="*/ 385 w 410"/>
                <a:gd name="T115" fmla="*/ 6 h 27"/>
                <a:gd name="T116" fmla="*/ 390 w 410"/>
                <a:gd name="T117" fmla="*/ 18 h 27"/>
                <a:gd name="T118" fmla="*/ 401 w 410"/>
                <a:gd name="T1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10" h="27">
                  <a:moveTo>
                    <a:pt x="7" y="22"/>
                  </a:moveTo>
                  <a:cubicBezTo>
                    <a:pt x="6" y="22"/>
                    <a:pt x="4" y="21"/>
                    <a:pt x="3" y="21"/>
                  </a:cubicBezTo>
                  <a:cubicBezTo>
                    <a:pt x="2" y="21"/>
                    <a:pt x="1" y="20"/>
                    <a:pt x="0" y="20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2" y="18"/>
                    <a:pt x="4" y="19"/>
                  </a:cubicBezTo>
                  <a:cubicBezTo>
                    <a:pt x="5" y="19"/>
                    <a:pt x="6" y="19"/>
                    <a:pt x="7" y="19"/>
                  </a:cubicBezTo>
                  <a:cubicBezTo>
                    <a:pt x="8" y="19"/>
                    <a:pt x="9" y="19"/>
                    <a:pt x="10" y="18"/>
                  </a:cubicBezTo>
                  <a:cubicBezTo>
                    <a:pt x="11" y="18"/>
                    <a:pt x="11" y="17"/>
                    <a:pt x="11" y="16"/>
                  </a:cubicBezTo>
                  <a:cubicBezTo>
                    <a:pt x="11" y="15"/>
                    <a:pt x="11" y="14"/>
                    <a:pt x="11" y="14"/>
                  </a:cubicBezTo>
                  <a:cubicBezTo>
                    <a:pt x="10" y="13"/>
                    <a:pt x="10" y="13"/>
                    <a:pt x="9" y="13"/>
                  </a:cubicBezTo>
                  <a:cubicBezTo>
                    <a:pt x="8" y="13"/>
                    <a:pt x="8" y="12"/>
                    <a:pt x="7" y="12"/>
                  </a:cubicBezTo>
                  <a:cubicBezTo>
                    <a:pt x="7" y="12"/>
                    <a:pt x="6" y="12"/>
                    <a:pt x="5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1"/>
                    <a:pt x="2" y="10"/>
                  </a:cubicBezTo>
                  <a:cubicBezTo>
                    <a:pt x="1" y="10"/>
                    <a:pt x="1" y="9"/>
                    <a:pt x="1" y="8"/>
                  </a:cubicBezTo>
                  <a:cubicBezTo>
                    <a:pt x="1" y="8"/>
                    <a:pt x="1" y="7"/>
                    <a:pt x="1" y="6"/>
                  </a:cubicBezTo>
                  <a:cubicBezTo>
                    <a:pt x="1" y="5"/>
                    <a:pt x="1" y="3"/>
                    <a:pt x="2" y="2"/>
                  </a:cubicBezTo>
                  <a:cubicBezTo>
                    <a:pt x="4" y="1"/>
                    <a:pt x="5" y="1"/>
                    <a:pt x="7" y="1"/>
                  </a:cubicBezTo>
                  <a:cubicBezTo>
                    <a:pt x="8" y="1"/>
                    <a:pt x="10" y="1"/>
                    <a:pt x="11" y="1"/>
                  </a:cubicBezTo>
                  <a:cubicBezTo>
                    <a:pt x="12" y="1"/>
                    <a:pt x="13" y="2"/>
                    <a:pt x="13" y="2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5"/>
                    <a:pt x="12" y="4"/>
                    <a:pt x="11" y="4"/>
                  </a:cubicBezTo>
                  <a:cubicBezTo>
                    <a:pt x="10" y="3"/>
                    <a:pt x="9" y="3"/>
                    <a:pt x="8" y="3"/>
                  </a:cubicBezTo>
                  <a:cubicBezTo>
                    <a:pt x="6" y="3"/>
                    <a:pt x="5" y="3"/>
                    <a:pt x="5" y="4"/>
                  </a:cubicBezTo>
                  <a:cubicBezTo>
                    <a:pt x="4" y="4"/>
                    <a:pt x="3" y="5"/>
                    <a:pt x="3" y="6"/>
                  </a:cubicBezTo>
                  <a:cubicBezTo>
                    <a:pt x="3" y="7"/>
                    <a:pt x="4" y="8"/>
                    <a:pt x="4" y="8"/>
                  </a:cubicBezTo>
                  <a:cubicBezTo>
                    <a:pt x="4" y="9"/>
                    <a:pt x="5" y="9"/>
                    <a:pt x="6" y="9"/>
                  </a:cubicBezTo>
                  <a:cubicBezTo>
                    <a:pt x="7" y="9"/>
                    <a:pt x="7" y="10"/>
                    <a:pt x="8" y="10"/>
                  </a:cubicBezTo>
                  <a:cubicBezTo>
                    <a:pt x="9" y="10"/>
                    <a:pt x="10" y="10"/>
                    <a:pt x="10" y="10"/>
                  </a:cubicBezTo>
                  <a:cubicBezTo>
                    <a:pt x="12" y="11"/>
                    <a:pt x="13" y="11"/>
                    <a:pt x="13" y="12"/>
                  </a:cubicBezTo>
                  <a:cubicBezTo>
                    <a:pt x="14" y="13"/>
                    <a:pt x="14" y="14"/>
                    <a:pt x="14" y="15"/>
                  </a:cubicBezTo>
                  <a:cubicBezTo>
                    <a:pt x="14" y="16"/>
                    <a:pt x="14" y="17"/>
                    <a:pt x="14" y="18"/>
                  </a:cubicBezTo>
                  <a:cubicBezTo>
                    <a:pt x="13" y="19"/>
                    <a:pt x="13" y="19"/>
                    <a:pt x="12" y="20"/>
                  </a:cubicBezTo>
                  <a:cubicBezTo>
                    <a:pt x="12" y="20"/>
                    <a:pt x="11" y="21"/>
                    <a:pt x="10" y="21"/>
                  </a:cubicBezTo>
                  <a:cubicBezTo>
                    <a:pt x="9" y="21"/>
                    <a:pt x="8" y="22"/>
                    <a:pt x="7" y="22"/>
                  </a:cubicBezTo>
                  <a:close/>
                  <a:moveTo>
                    <a:pt x="31" y="14"/>
                  </a:moveTo>
                  <a:cubicBezTo>
                    <a:pt x="31" y="16"/>
                    <a:pt x="30" y="18"/>
                    <a:pt x="29" y="20"/>
                  </a:cubicBezTo>
                  <a:cubicBezTo>
                    <a:pt x="28" y="21"/>
                    <a:pt x="26" y="22"/>
                    <a:pt x="24" y="22"/>
                  </a:cubicBezTo>
                  <a:cubicBezTo>
                    <a:pt x="22" y="22"/>
                    <a:pt x="20" y="21"/>
                    <a:pt x="19" y="19"/>
                  </a:cubicBezTo>
                  <a:cubicBezTo>
                    <a:pt x="18" y="18"/>
                    <a:pt x="17" y="16"/>
                    <a:pt x="17" y="14"/>
                  </a:cubicBezTo>
                  <a:cubicBezTo>
                    <a:pt x="17" y="11"/>
                    <a:pt x="18" y="9"/>
                    <a:pt x="19" y="8"/>
                  </a:cubicBezTo>
                  <a:cubicBezTo>
                    <a:pt x="21" y="6"/>
                    <a:pt x="22" y="6"/>
                    <a:pt x="24" y="6"/>
                  </a:cubicBezTo>
                  <a:cubicBezTo>
                    <a:pt x="26" y="6"/>
                    <a:pt x="28" y="6"/>
                    <a:pt x="29" y="8"/>
                  </a:cubicBezTo>
                  <a:cubicBezTo>
                    <a:pt x="30" y="9"/>
                    <a:pt x="31" y="11"/>
                    <a:pt x="31" y="14"/>
                  </a:cubicBezTo>
                  <a:close/>
                  <a:moveTo>
                    <a:pt x="28" y="14"/>
                  </a:moveTo>
                  <a:cubicBezTo>
                    <a:pt x="28" y="12"/>
                    <a:pt x="28" y="10"/>
                    <a:pt x="27" y="9"/>
                  </a:cubicBezTo>
                  <a:cubicBezTo>
                    <a:pt x="27" y="8"/>
                    <a:pt x="26" y="8"/>
                    <a:pt x="24" y="8"/>
                  </a:cubicBezTo>
                  <a:cubicBezTo>
                    <a:pt x="23" y="8"/>
                    <a:pt x="22" y="8"/>
                    <a:pt x="21" y="9"/>
                  </a:cubicBezTo>
                  <a:cubicBezTo>
                    <a:pt x="20" y="10"/>
                    <a:pt x="20" y="12"/>
                    <a:pt x="20" y="14"/>
                  </a:cubicBezTo>
                  <a:cubicBezTo>
                    <a:pt x="20" y="16"/>
                    <a:pt x="20" y="17"/>
                    <a:pt x="21" y="18"/>
                  </a:cubicBezTo>
                  <a:cubicBezTo>
                    <a:pt x="22" y="19"/>
                    <a:pt x="23" y="19"/>
                    <a:pt x="24" y="19"/>
                  </a:cubicBezTo>
                  <a:cubicBezTo>
                    <a:pt x="26" y="19"/>
                    <a:pt x="27" y="19"/>
                    <a:pt x="27" y="18"/>
                  </a:cubicBezTo>
                  <a:cubicBezTo>
                    <a:pt x="28" y="17"/>
                    <a:pt x="28" y="16"/>
                    <a:pt x="28" y="14"/>
                  </a:cubicBezTo>
                  <a:close/>
                  <a:moveTo>
                    <a:pt x="47" y="21"/>
                  </a:moveTo>
                  <a:cubicBezTo>
                    <a:pt x="45" y="21"/>
                    <a:pt x="45" y="21"/>
                    <a:pt x="45" y="21"/>
                  </a:cubicBezTo>
                  <a:cubicBezTo>
                    <a:pt x="45" y="20"/>
                    <a:pt x="45" y="20"/>
                    <a:pt x="45" y="20"/>
                  </a:cubicBezTo>
                  <a:cubicBezTo>
                    <a:pt x="44" y="20"/>
                    <a:pt x="43" y="21"/>
                    <a:pt x="42" y="21"/>
                  </a:cubicBezTo>
                  <a:cubicBezTo>
                    <a:pt x="42" y="21"/>
                    <a:pt x="41" y="22"/>
                    <a:pt x="40" y="22"/>
                  </a:cubicBezTo>
                  <a:cubicBezTo>
                    <a:pt x="39" y="22"/>
                    <a:pt x="39" y="22"/>
                    <a:pt x="38" y="21"/>
                  </a:cubicBezTo>
                  <a:cubicBezTo>
                    <a:pt x="38" y="21"/>
                    <a:pt x="37" y="21"/>
                    <a:pt x="37" y="20"/>
                  </a:cubicBezTo>
                  <a:cubicBezTo>
                    <a:pt x="36" y="20"/>
                    <a:pt x="36" y="19"/>
                    <a:pt x="36" y="19"/>
                  </a:cubicBezTo>
                  <a:cubicBezTo>
                    <a:pt x="35" y="18"/>
                    <a:pt x="35" y="17"/>
                    <a:pt x="35" y="16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8" y="6"/>
                    <a:pt x="38" y="6"/>
                    <a:pt x="38" y="6"/>
                  </a:cubicBezTo>
                  <a:cubicBezTo>
                    <a:pt x="38" y="15"/>
                    <a:pt x="38" y="15"/>
                    <a:pt x="38" y="15"/>
                  </a:cubicBezTo>
                  <a:cubicBezTo>
                    <a:pt x="38" y="15"/>
                    <a:pt x="38" y="16"/>
                    <a:pt x="38" y="17"/>
                  </a:cubicBezTo>
                  <a:cubicBezTo>
                    <a:pt x="38" y="17"/>
                    <a:pt x="38" y="18"/>
                    <a:pt x="38" y="18"/>
                  </a:cubicBezTo>
                  <a:cubicBezTo>
                    <a:pt x="38" y="18"/>
                    <a:pt x="39" y="19"/>
                    <a:pt x="39" y="19"/>
                  </a:cubicBezTo>
                  <a:cubicBezTo>
                    <a:pt x="39" y="19"/>
                    <a:pt x="40" y="19"/>
                    <a:pt x="41" y="19"/>
                  </a:cubicBezTo>
                  <a:cubicBezTo>
                    <a:pt x="41" y="19"/>
                    <a:pt x="42" y="19"/>
                    <a:pt x="43" y="19"/>
                  </a:cubicBezTo>
                  <a:cubicBezTo>
                    <a:pt x="43" y="18"/>
                    <a:pt x="44" y="18"/>
                    <a:pt x="45" y="17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7" y="21"/>
                    <a:pt x="47" y="21"/>
                    <a:pt x="47" y="21"/>
                  </a:cubicBezTo>
                  <a:close/>
                  <a:moveTo>
                    <a:pt x="57" y="22"/>
                  </a:moveTo>
                  <a:cubicBezTo>
                    <a:pt x="56" y="22"/>
                    <a:pt x="55" y="21"/>
                    <a:pt x="54" y="20"/>
                  </a:cubicBezTo>
                  <a:cubicBezTo>
                    <a:pt x="53" y="20"/>
                    <a:pt x="53" y="18"/>
                    <a:pt x="53" y="17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6"/>
                    <a:pt x="51" y="6"/>
                    <a:pt x="51" y="6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3" y="2"/>
                    <a:pt x="53" y="2"/>
                    <a:pt x="53" y="2"/>
                  </a:cubicBezTo>
                  <a:cubicBezTo>
                    <a:pt x="55" y="2"/>
                    <a:pt x="55" y="2"/>
                    <a:pt x="55" y="2"/>
                  </a:cubicBezTo>
                  <a:cubicBezTo>
                    <a:pt x="55" y="6"/>
                    <a:pt x="55" y="6"/>
                    <a:pt x="55" y="6"/>
                  </a:cubicBezTo>
                  <a:cubicBezTo>
                    <a:pt x="60" y="6"/>
                    <a:pt x="60" y="6"/>
                    <a:pt x="60" y="6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55" y="8"/>
                    <a:pt x="55" y="8"/>
                    <a:pt x="55" y="8"/>
                  </a:cubicBezTo>
                  <a:cubicBezTo>
                    <a:pt x="55" y="15"/>
                    <a:pt x="55" y="15"/>
                    <a:pt x="55" y="15"/>
                  </a:cubicBezTo>
                  <a:cubicBezTo>
                    <a:pt x="55" y="16"/>
                    <a:pt x="55" y="17"/>
                    <a:pt x="55" y="17"/>
                  </a:cubicBezTo>
                  <a:cubicBezTo>
                    <a:pt x="55" y="18"/>
                    <a:pt x="56" y="18"/>
                    <a:pt x="56" y="18"/>
                  </a:cubicBezTo>
                  <a:cubicBezTo>
                    <a:pt x="56" y="19"/>
                    <a:pt x="56" y="19"/>
                    <a:pt x="56" y="19"/>
                  </a:cubicBezTo>
                  <a:cubicBezTo>
                    <a:pt x="57" y="19"/>
                    <a:pt x="57" y="19"/>
                    <a:pt x="58" y="19"/>
                  </a:cubicBezTo>
                  <a:cubicBezTo>
                    <a:pt x="58" y="19"/>
                    <a:pt x="59" y="19"/>
                    <a:pt x="59" y="19"/>
                  </a:cubicBezTo>
                  <a:cubicBezTo>
                    <a:pt x="59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21"/>
                    <a:pt x="60" y="21"/>
                    <a:pt x="60" y="21"/>
                  </a:cubicBezTo>
                  <a:cubicBezTo>
                    <a:pt x="60" y="21"/>
                    <a:pt x="59" y="21"/>
                    <a:pt x="59" y="21"/>
                  </a:cubicBezTo>
                  <a:cubicBezTo>
                    <a:pt x="58" y="21"/>
                    <a:pt x="58" y="22"/>
                    <a:pt x="57" y="22"/>
                  </a:cubicBezTo>
                  <a:close/>
                  <a:moveTo>
                    <a:pt x="76" y="21"/>
                  </a:moveTo>
                  <a:cubicBezTo>
                    <a:pt x="73" y="21"/>
                    <a:pt x="73" y="21"/>
                    <a:pt x="73" y="21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1"/>
                    <a:pt x="73" y="11"/>
                  </a:cubicBezTo>
                  <a:cubicBezTo>
                    <a:pt x="73" y="10"/>
                    <a:pt x="73" y="10"/>
                    <a:pt x="73" y="9"/>
                  </a:cubicBezTo>
                  <a:cubicBezTo>
                    <a:pt x="72" y="9"/>
                    <a:pt x="72" y="9"/>
                    <a:pt x="72" y="8"/>
                  </a:cubicBezTo>
                  <a:cubicBezTo>
                    <a:pt x="71" y="8"/>
                    <a:pt x="71" y="8"/>
                    <a:pt x="70" y="8"/>
                  </a:cubicBezTo>
                  <a:cubicBezTo>
                    <a:pt x="70" y="8"/>
                    <a:pt x="69" y="8"/>
                    <a:pt x="68" y="9"/>
                  </a:cubicBezTo>
                  <a:cubicBezTo>
                    <a:pt x="68" y="9"/>
                    <a:pt x="67" y="9"/>
                    <a:pt x="66" y="10"/>
                  </a:cubicBezTo>
                  <a:cubicBezTo>
                    <a:pt x="66" y="21"/>
                    <a:pt x="66" y="21"/>
                    <a:pt x="66" y="21"/>
                  </a:cubicBezTo>
                  <a:cubicBezTo>
                    <a:pt x="64" y="21"/>
                    <a:pt x="64" y="21"/>
                    <a:pt x="64" y="21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67" y="7"/>
                    <a:pt x="68" y="7"/>
                    <a:pt x="68" y="6"/>
                  </a:cubicBezTo>
                  <a:cubicBezTo>
                    <a:pt x="69" y="6"/>
                    <a:pt x="70" y="6"/>
                    <a:pt x="71" y="6"/>
                  </a:cubicBezTo>
                  <a:cubicBezTo>
                    <a:pt x="72" y="6"/>
                    <a:pt x="73" y="6"/>
                    <a:pt x="74" y="7"/>
                  </a:cubicBezTo>
                  <a:cubicBezTo>
                    <a:pt x="75" y="8"/>
                    <a:pt x="76" y="10"/>
                    <a:pt x="76" y="11"/>
                  </a:cubicBezTo>
                  <a:cubicBezTo>
                    <a:pt x="76" y="21"/>
                    <a:pt x="76" y="21"/>
                    <a:pt x="76" y="21"/>
                  </a:cubicBezTo>
                  <a:close/>
                  <a:moveTo>
                    <a:pt x="99" y="6"/>
                  </a:moveTo>
                  <a:cubicBezTo>
                    <a:pt x="95" y="21"/>
                    <a:pt x="95" y="21"/>
                    <a:pt x="95" y="21"/>
                  </a:cubicBezTo>
                  <a:cubicBezTo>
                    <a:pt x="93" y="21"/>
                    <a:pt x="93" y="21"/>
                    <a:pt x="93" y="2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6" y="21"/>
                    <a:pt x="86" y="21"/>
                    <a:pt x="86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79" y="6"/>
                    <a:pt x="79" y="6"/>
                    <a:pt x="79" y="6"/>
                  </a:cubicBezTo>
                  <a:cubicBezTo>
                    <a:pt x="82" y="6"/>
                    <a:pt x="82" y="6"/>
                    <a:pt x="82" y="6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8" y="6"/>
                    <a:pt x="88" y="6"/>
                    <a:pt x="88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7" y="6"/>
                    <a:pt x="97" y="6"/>
                    <a:pt x="97" y="6"/>
                  </a:cubicBezTo>
                  <a:cubicBezTo>
                    <a:pt x="99" y="6"/>
                    <a:pt x="99" y="6"/>
                    <a:pt x="99" y="6"/>
                  </a:cubicBezTo>
                  <a:close/>
                  <a:moveTo>
                    <a:pt x="110" y="22"/>
                  </a:moveTo>
                  <a:cubicBezTo>
                    <a:pt x="107" y="22"/>
                    <a:pt x="105" y="21"/>
                    <a:pt x="104" y="20"/>
                  </a:cubicBezTo>
                  <a:cubicBezTo>
                    <a:pt x="103" y="18"/>
                    <a:pt x="102" y="16"/>
                    <a:pt x="102" y="14"/>
                  </a:cubicBezTo>
                  <a:cubicBezTo>
                    <a:pt x="102" y="11"/>
                    <a:pt x="103" y="9"/>
                    <a:pt x="104" y="8"/>
                  </a:cubicBezTo>
                  <a:cubicBezTo>
                    <a:pt x="105" y="6"/>
                    <a:pt x="107" y="6"/>
                    <a:pt x="109" y="6"/>
                  </a:cubicBezTo>
                  <a:cubicBezTo>
                    <a:pt x="110" y="6"/>
                    <a:pt x="111" y="6"/>
                    <a:pt x="112" y="6"/>
                  </a:cubicBezTo>
                  <a:cubicBezTo>
                    <a:pt x="112" y="6"/>
                    <a:pt x="113" y="7"/>
                    <a:pt x="114" y="7"/>
                  </a:cubicBezTo>
                  <a:cubicBezTo>
                    <a:pt x="114" y="8"/>
                    <a:pt x="115" y="9"/>
                    <a:pt x="115" y="9"/>
                  </a:cubicBezTo>
                  <a:cubicBezTo>
                    <a:pt x="115" y="10"/>
                    <a:pt x="115" y="11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05" y="14"/>
                    <a:pt x="105" y="14"/>
                    <a:pt x="105" y="14"/>
                  </a:cubicBezTo>
                  <a:cubicBezTo>
                    <a:pt x="105" y="16"/>
                    <a:pt x="105" y="17"/>
                    <a:pt x="106" y="18"/>
                  </a:cubicBezTo>
                  <a:cubicBezTo>
                    <a:pt x="107" y="19"/>
                    <a:pt x="108" y="19"/>
                    <a:pt x="110" y="19"/>
                  </a:cubicBezTo>
                  <a:cubicBezTo>
                    <a:pt x="110" y="19"/>
                    <a:pt x="111" y="19"/>
                    <a:pt x="111" y="19"/>
                  </a:cubicBezTo>
                  <a:cubicBezTo>
                    <a:pt x="112" y="19"/>
                    <a:pt x="112" y="19"/>
                    <a:pt x="113" y="19"/>
                  </a:cubicBezTo>
                  <a:cubicBezTo>
                    <a:pt x="113" y="18"/>
                    <a:pt x="114" y="18"/>
                    <a:pt x="114" y="18"/>
                  </a:cubicBezTo>
                  <a:cubicBezTo>
                    <a:pt x="114" y="18"/>
                    <a:pt x="115" y="18"/>
                    <a:pt x="115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0"/>
                    <a:pt x="114" y="21"/>
                    <a:pt x="114" y="21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2" y="21"/>
                    <a:pt x="112" y="21"/>
                    <a:pt x="111" y="21"/>
                  </a:cubicBezTo>
                  <a:cubicBezTo>
                    <a:pt x="111" y="22"/>
                    <a:pt x="110" y="22"/>
                    <a:pt x="110" y="22"/>
                  </a:cubicBezTo>
                  <a:close/>
                  <a:moveTo>
                    <a:pt x="113" y="12"/>
                  </a:moveTo>
                  <a:cubicBezTo>
                    <a:pt x="113" y="11"/>
                    <a:pt x="113" y="11"/>
                    <a:pt x="113" y="10"/>
                  </a:cubicBezTo>
                  <a:cubicBezTo>
                    <a:pt x="112" y="10"/>
                    <a:pt x="112" y="9"/>
                    <a:pt x="112" y="9"/>
                  </a:cubicBezTo>
                  <a:cubicBezTo>
                    <a:pt x="112" y="9"/>
                    <a:pt x="111" y="8"/>
                    <a:pt x="111" y="8"/>
                  </a:cubicBezTo>
                  <a:cubicBezTo>
                    <a:pt x="110" y="8"/>
                    <a:pt x="110" y="8"/>
                    <a:pt x="109" y="8"/>
                  </a:cubicBezTo>
                  <a:cubicBezTo>
                    <a:pt x="108" y="8"/>
                    <a:pt x="108" y="8"/>
                    <a:pt x="107" y="8"/>
                  </a:cubicBezTo>
                  <a:cubicBezTo>
                    <a:pt x="107" y="8"/>
                    <a:pt x="106" y="9"/>
                    <a:pt x="106" y="9"/>
                  </a:cubicBezTo>
                  <a:cubicBezTo>
                    <a:pt x="106" y="9"/>
                    <a:pt x="105" y="10"/>
                    <a:pt x="105" y="10"/>
                  </a:cubicBezTo>
                  <a:cubicBezTo>
                    <a:pt x="105" y="11"/>
                    <a:pt x="105" y="11"/>
                    <a:pt x="105" y="12"/>
                  </a:cubicBezTo>
                  <a:cubicBezTo>
                    <a:pt x="113" y="12"/>
                    <a:pt x="113" y="12"/>
                    <a:pt x="113" y="12"/>
                  </a:cubicBezTo>
                  <a:close/>
                  <a:moveTo>
                    <a:pt x="124" y="22"/>
                  </a:moveTo>
                  <a:cubicBezTo>
                    <a:pt x="123" y="22"/>
                    <a:pt x="122" y="21"/>
                    <a:pt x="121" y="21"/>
                  </a:cubicBezTo>
                  <a:cubicBezTo>
                    <a:pt x="120" y="21"/>
                    <a:pt x="119" y="21"/>
                    <a:pt x="119" y="20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19" y="18"/>
                    <a:pt x="119" y="18"/>
                    <a:pt x="120" y="18"/>
                  </a:cubicBezTo>
                  <a:cubicBezTo>
                    <a:pt x="120" y="18"/>
                    <a:pt x="120" y="18"/>
                    <a:pt x="121" y="19"/>
                  </a:cubicBezTo>
                  <a:cubicBezTo>
                    <a:pt x="121" y="19"/>
                    <a:pt x="122" y="19"/>
                    <a:pt x="122" y="19"/>
                  </a:cubicBezTo>
                  <a:cubicBezTo>
                    <a:pt x="123" y="19"/>
                    <a:pt x="123" y="19"/>
                    <a:pt x="124" y="19"/>
                  </a:cubicBezTo>
                  <a:cubicBezTo>
                    <a:pt x="124" y="19"/>
                    <a:pt x="125" y="19"/>
                    <a:pt x="125" y="19"/>
                  </a:cubicBezTo>
                  <a:cubicBezTo>
                    <a:pt x="126" y="19"/>
                    <a:pt x="126" y="19"/>
                    <a:pt x="126" y="19"/>
                  </a:cubicBezTo>
                  <a:cubicBezTo>
                    <a:pt x="126" y="19"/>
                    <a:pt x="127" y="18"/>
                    <a:pt x="127" y="18"/>
                  </a:cubicBezTo>
                  <a:cubicBezTo>
                    <a:pt x="127" y="18"/>
                    <a:pt x="127" y="18"/>
                    <a:pt x="127" y="17"/>
                  </a:cubicBezTo>
                  <a:cubicBezTo>
                    <a:pt x="127" y="17"/>
                    <a:pt x="127" y="16"/>
                    <a:pt x="127" y="16"/>
                  </a:cubicBezTo>
                  <a:cubicBezTo>
                    <a:pt x="126" y="16"/>
                    <a:pt x="126" y="15"/>
                    <a:pt x="125" y="15"/>
                  </a:cubicBezTo>
                  <a:cubicBezTo>
                    <a:pt x="124" y="15"/>
                    <a:pt x="124" y="15"/>
                    <a:pt x="123" y="15"/>
                  </a:cubicBezTo>
                  <a:cubicBezTo>
                    <a:pt x="123" y="15"/>
                    <a:pt x="122" y="15"/>
                    <a:pt x="122" y="14"/>
                  </a:cubicBezTo>
                  <a:cubicBezTo>
                    <a:pt x="121" y="14"/>
                    <a:pt x="120" y="14"/>
                    <a:pt x="119" y="13"/>
                  </a:cubicBezTo>
                  <a:cubicBezTo>
                    <a:pt x="119" y="12"/>
                    <a:pt x="119" y="11"/>
                    <a:pt x="119" y="10"/>
                  </a:cubicBezTo>
                  <a:cubicBezTo>
                    <a:pt x="119" y="9"/>
                    <a:pt x="119" y="8"/>
                    <a:pt x="120" y="7"/>
                  </a:cubicBezTo>
                  <a:cubicBezTo>
                    <a:pt x="121" y="6"/>
                    <a:pt x="123" y="6"/>
                    <a:pt x="124" y="6"/>
                  </a:cubicBezTo>
                  <a:cubicBezTo>
                    <a:pt x="125" y="6"/>
                    <a:pt x="126" y="6"/>
                    <a:pt x="127" y="6"/>
                  </a:cubicBezTo>
                  <a:cubicBezTo>
                    <a:pt x="128" y="6"/>
                    <a:pt x="128" y="6"/>
                    <a:pt x="129" y="7"/>
                  </a:cubicBezTo>
                  <a:cubicBezTo>
                    <a:pt x="129" y="10"/>
                    <a:pt x="129" y="10"/>
                    <a:pt x="129" y="10"/>
                  </a:cubicBezTo>
                  <a:cubicBezTo>
                    <a:pt x="129" y="10"/>
                    <a:pt x="129" y="10"/>
                    <a:pt x="129" y="10"/>
                  </a:cubicBezTo>
                  <a:cubicBezTo>
                    <a:pt x="128" y="9"/>
                    <a:pt x="128" y="9"/>
                    <a:pt x="127" y="8"/>
                  </a:cubicBezTo>
                  <a:cubicBezTo>
                    <a:pt x="126" y="8"/>
                    <a:pt x="125" y="8"/>
                    <a:pt x="124" y="8"/>
                  </a:cubicBezTo>
                  <a:cubicBezTo>
                    <a:pt x="123" y="8"/>
                    <a:pt x="123" y="8"/>
                    <a:pt x="122" y="8"/>
                  </a:cubicBezTo>
                  <a:cubicBezTo>
                    <a:pt x="122" y="9"/>
                    <a:pt x="121" y="9"/>
                    <a:pt x="121" y="10"/>
                  </a:cubicBezTo>
                  <a:cubicBezTo>
                    <a:pt x="121" y="11"/>
                    <a:pt x="121" y="11"/>
                    <a:pt x="122" y="11"/>
                  </a:cubicBezTo>
                  <a:cubicBezTo>
                    <a:pt x="122" y="12"/>
                    <a:pt x="123" y="12"/>
                    <a:pt x="123" y="12"/>
                  </a:cubicBezTo>
                  <a:cubicBezTo>
                    <a:pt x="124" y="12"/>
                    <a:pt x="124" y="12"/>
                    <a:pt x="125" y="12"/>
                  </a:cubicBezTo>
                  <a:cubicBezTo>
                    <a:pt x="125" y="13"/>
                    <a:pt x="126" y="13"/>
                    <a:pt x="126" y="13"/>
                  </a:cubicBezTo>
                  <a:cubicBezTo>
                    <a:pt x="127" y="13"/>
                    <a:pt x="128" y="14"/>
                    <a:pt x="129" y="14"/>
                  </a:cubicBezTo>
                  <a:cubicBezTo>
                    <a:pt x="129" y="15"/>
                    <a:pt x="130" y="16"/>
                    <a:pt x="130" y="17"/>
                  </a:cubicBezTo>
                  <a:cubicBezTo>
                    <a:pt x="130" y="17"/>
                    <a:pt x="129" y="18"/>
                    <a:pt x="129" y="19"/>
                  </a:cubicBezTo>
                  <a:cubicBezTo>
                    <a:pt x="129" y="19"/>
                    <a:pt x="129" y="20"/>
                    <a:pt x="128" y="20"/>
                  </a:cubicBezTo>
                  <a:cubicBezTo>
                    <a:pt x="128" y="21"/>
                    <a:pt x="127" y="21"/>
                    <a:pt x="126" y="21"/>
                  </a:cubicBezTo>
                  <a:cubicBezTo>
                    <a:pt x="126" y="21"/>
                    <a:pt x="125" y="22"/>
                    <a:pt x="124" y="22"/>
                  </a:cubicBezTo>
                  <a:close/>
                  <a:moveTo>
                    <a:pt x="138" y="22"/>
                  </a:moveTo>
                  <a:cubicBezTo>
                    <a:pt x="137" y="22"/>
                    <a:pt x="136" y="21"/>
                    <a:pt x="135" y="20"/>
                  </a:cubicBezTo>
                  <a:cubicBezTo>
                    <a:pt x="134" y="20"/>
                    <a:pt x="134" y="18"/>
                    <a:pt x="134" y="17"/>
                  </a:cubicBezTo>
                  <a:cubicBezTo>
                    <a:pt x="134" y="8"/>
                    <a:pt x="134" y="8"/>
                    <a:pt x="134" y="8"/>
                  </a:cubicBezTo>
                  <a:cubicBezTo>
                    <a:pt x="132" y="8"/>
                    <a:pt x="132" y="8"/>
                    <a:pt x="132" y="8"/>
                  </a:cubicBezTo>
                  <a:cubicBezTo>
                    <a:pt x="132" y="6"/>
                    <a:pt x="132" y="6"/>
                    <a:pt x="132" y="6"/>
                  </a:cubicBezTo>
                  <a:cubicBezTo>
                    <a:pt x="134" y="6"/>
                    <a:pt x="134" y="6"/>
                    <a:pt x="134" y="6"/>
                  </a:cubicBezTo>
                  <a:cubicBezTo>
                    <a:pt x="134" y="2"/>
                    <a:pt x="134" y="2"/>
                    <a:pt x="134" y="2"/>
                  </a:cubicBezTo>
                  <a:cubicBezTo>
                    <a:pt x="136" y="2"/>
                    <a:pt x="136" y="2"/>
                    <a:pt x="136" y="2"/>
                  </a:cubicBezTo>
                  <a:cubicBezTo>
                    <a:pt x="136" y="6"/>
                    <a:pt x="136" y="6"/>
                    <a:pt x="136" y="6"/>
                  </a:cubicBezTo>
                  <a:cubicBezTo>
                    <a:pt x="141" y="6"/>
                    <a:pt x="141" y="6"/>
                    <a:pt x="141" y="6"/>
                  </a:cubicBezTo>
                  <a:cubicBezTo>
                    <a:pt x="141" y="8"/>
                    <a:pt x="141" y="8"/>
                    <a:pt x="141" y="8"/>
                  </a:cubicBezTo>
                  <a:cubicBezTo>
                    <a:pt x="136" y="8"/>
                    <a:pt x="136" y="8"/>
                    <a:pt x="136" y="8"/>
                  </a:cubicBezTo>
                  <a:cubicBezTo>
                    <a:pt x="136" y="15"/>
                    <a:pt x="136" y="15"/>
                    <a:pt x="136" y="15"/>
                  </a:cubicBezTo>
                  <a:cubicBezTo>
                    <a:pt x="136" y="16"/>
                    <a:pt x="136" y="17"/>
                    <a:pt x="136" y="17"/>
                  </a:cubicBezTo>
                  <a:cubicBezTo>
                    <a:pt x="137" y="18"/>
                    <a:pt x="137" y="18"/>
                    <a:pt x="137" y="18"/>
                  </a:cubicBezTo>
                  <a:cubicBezTo>
                    <a:pt x="137" y="19"/>
                    <a:pt x="137" y="19"/>
                    <a:pt x="138" y="19"/>
                  </a:cubicBezTo>
                  <a:cubicBezTo>
                    <a:pt x="138" y="19"/>
                    <a:pt x="138" y="19"/>
                    <a:pt x="139" y="19"/>
                  </a:cubicBezTo>
                  <a:cubicBezTo>
                    <a:pt x="139" y="19"/>
                    <a:pt x="140" y="19"/>
                    <a:pt x="140" y="19"/>
                  </a:cubicBezTo>
                  <a:cubicBezTo>
                    <a:pt x="141" y="19"/>
                    <a:pt x="141" y="19"/>
                    <a:pt x="141" y="19"/>
                  </a:cubicBezTo>
                  <a:cubicBezTo>
                    <a:pt x="141" y="19"/>
                    <a:pt x="141" y="19"/>
                    <a:pt x="141" y="19"/>
                  </a:cubicBezTo>
                  <a:cubicBezTo>
                    <a:pt x="141" y="21"/>
                    <a:pt x="141" y="21"/>
                    <a:pt x="141" y="21"/>
                  </a:cubicBezTo>
                  <a:cubicBezTo>
                    <a:pt x="141" y="21"/>
                    <a:pt x="140" y="21"/>
                    <a:pt x="140" y="21"/>
                  </a:cubicBezTo>
                  <a:cubicBezTo>
                    <a:pt x="139" y="21"/>
                    <a:pt x="139" y="22"/>
                    <a:pt x="138" y="22"/>
                  </a:cubicBezTo>
                  <a:close/>
                  <a:moveTo>
                    <a:pt x="160" y="16"/>
                  </a:moveTo>
                  <a:cubicBezTo>
                    <a:pt x="160" y="18"/>
                    <a:pt x="159" y="19"/>
                    <a:pt x="158" y="20"/>
                  </a:cubicBezTo>
                  <a:cubicBezTo>
                    <a:pt x="157" y="21"/>
                    <a:pt x="155" y="22"/>
                    <a:pt x="154" y="22"/>
                  </a:cubicBezTo>
                  <a:cubicBezTo>
                    <a:pt x="153" y="22"/>
                    <a:pt x="153" y="21"/>
                    <a:pt x="152" y="21"/>
                  </a:cubicBezTo>
                  <a:cubicBezTo>
                    <a:pt x="151" y="21"/>
                    <a:pt x="151" y="21"/>
                    <a:pt x="150" y="21"/>
                  </a:cubicBezTo>
                  <a:cubicBezTo>
                    <a:pt x="150" y="19"/>
                    <a:pt x="150" y="19"/>
                    <a:pt x="150" y="19"/>
                  </a:cubicBezTo>
                  <a:cubicBezTo>
                    <a:pt x="150" y="19"/>
                    <a:pt x="150" y="19"/>
                    <a:pt x="150" y="19"/>
                  </a:cubicBezTo>
                  <a:cubicBezTo>
                    <a:pt x="151" y="19"/>
                    <a:pt x="151" y="19"/>
                    <a:pt x="152" y="19"/>
                  </a:cubicBezTo>
                  <a:cubicBezTo>
                    <a:pt x="152" y="19"/>
                    <a:pt x="153" y="19"/>
                    <a:pt x="153" y="19"/>
                  </a:cubicBezTo>
                  <a:cubicBezTo>
                    <a:pt x="154" y="19"/>
                    <a:pt x="155" y="19"/>
                    <a:pt x="155" y="19"/>
                  </a:cubicBezTo>
                  <a:cubicBezTo>
                    <a:pt x="156" y="19"/>
                    <a:pt x="156" y="18"/>
                    <a:pt x="156" y="18"/>
                  </a:cubicBezTo>
                  <a:cubicBezTo>
                    <a:pt x="157" y="18"/>
                    <a:pt x="157" y="17"/>
                    <a:pt x="157" y="17"/>
                  </a:cubicBezTo>
                  <a:cubicBezTo>
                    <a:pt x="157" y="16"/>
                    <a:pt x="157" y="16"/>
                    <a:pt x="157" y="15"/>
                  </a:cubicBezTo>
                  <a:cubicBezTo>
                    <a:pt x="157" y="3"/>
                    <a:pt x="157" y="3"/>
                    <a:pt x="157" y="3"/>
                  </a:cubicBezTo>
                  <a:cubicBezTo>
                    <a:pt x="153" y="3"/>
                    <a:pt x="153" y="3"/>
                    <a:pt x="153" y="3"/>
                  </a:cubicBezTo>
                  <a:cubicBezTo>
                    <a:pt x="153" y="1"/>
                    <a:pt x="153" y="1"/>
                    <a:pt x="153" y="1"/>
                  </a:cubicBezTo>
                  <a:cubicBezTo>
                    <a:pt x="160" y="1"/>
                    <a:pt x="160" y="1"/>
                    <a:pt x="160" y="1"/>
                  </a:cubicBezTo>
                  <a:cubicBezTo>
                    <a:pt x="160" y="16"/>
                    <a:pt x="160" y="16"/>
                    <a:pt x="160" y="16"/>
                  </a:cubicBezTo>
                  <a:close/>
                  <a:moveTo>
                    <a:pt x="168" y="21"/>
                  </a:moveTo>
                  <a:cubicBezTo>
                    <a:pt x="165" y="21"/>
                    <a:pt x="165" y="21"/>
                    <a:pt x="165" y="21"/>
                  </a:cubicBezTo>
                  <a:cubicBezTo>
                    <a:pt x="165" y="6"/>
                    <a:pt x="165" y="6"/>
                    <a:pt x="165" y="6"/>
                  </a:cubicBezTo>
                  <a:cubicBezTo>
                    <a:pt x="168" y="6"/>
                    <a:pt x="168" y="6"/>
                    <a:pt x="168" y="6"/>
                  </a:cubicBezTo>
                  <a:cubicBezTo>
                    <a:pt x="168" y="21"/>
                    <a:pt x="168" y="21"/>
                    <a:pt x="168" y="21"/>
                  </a:cubicBezTo>
                  <a:close/>
                  <a:moveTo>
                    <a:pt x="168" y="3"/>
                  </a:moveTo>
                  <a:cubicBezTo>
                    <a:pt x="165" y="3"/>
                    <a:pt x="165" y="3"/>
                    <a:pt x="165" y="3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8" y="1"/>
                    <a:pt x="168" y="1"/>
                    <a:pt x="168" y="1"/>
                  </a:cubicBezTo>
                  <a:cubicBezTo>
                    <a:pt x="168" y="3"/>
                    <a:pt x="168" y="3"/>
                    <a:pt x="168" y="3"/>
                  </a:cubicBezTo>
                  <a:close/>
                  <a:moveTo>
                    <a:pt x="182" y="17"/>
                  </a:moveTo>
                  <a:cubicBezTo>
                    <a:pt x="182" y="13"/>
                    <a:pt x="182" y="13"/>
                    <a:pt x="182" y="13"/>
                  </a:cubicBezTo>
                  <a:cubicBezTo>
                    <a:pt x="181" y="13"/>
                    <a:pt x="180" y="13"/>
                    <a:pt x="179" y="13"/>
                  </a:cubicBezTo>
                  <a:cubicBezTo>
                    <a:pt x="178" y="14"/>
                    <a:pt x="178" y="14"/>
                    <a:pt x="177" y="14"/>
                  </a:cubicBezTo>
                  <a:cubicBezTo>
                    <a:pt x="176" y="14"/>
                    <a:pt x="176" y="14"/>
                    <a:pt x="175" y="15"/>
                  </a:cubicBezTo>
                  <a:cubicBezTo>
                    <a:pt x="175" y="15"/>
                    <a:pt x="175" y="16"/>
                    <a:pt x="175" y="17"/>
                  </a:cubicBezTo>
                  <a:cubicBezTo>
                    <a:pt x="175" y="18"/>
                    <a:pt x="175" y="18"/>
                    <a:pt x="175" y="19"/>
                  </a:cubicBezTo>
                  <a:cubicBezTo>
                    <a:pt x="176" y="19"/>
                    <a:pt x="177" y="19"/>
                    <a:pt x="178" y="19"/>
                  </a:cubicBezTo>
                  <a:cubicBezTo>
                    <a:pt x="178" y="19"/>
                    <a:pt x="179" y="19"/>
                    <a:pt x="180" y="19"/>
                  </a:cubicBezTo>
                  <a:cubicBezTo>
                    <a:pt x="180" y="18"/>
                    <a:pt x="181" y="18"/>
                    <a:pt x="182" y="17"/>
                  </a:cubicBezTo>
                  <a:close/>
                  <a:moveTo>
                    <a:pt x="182" y="20"/>
                  </a:moveTo>
                  <a:cubicBezTo>
                    <a:pt x="181" y="20"/>
                    <a:pt x="181" y="20"/>
                    <a:pt x="181" y="20"/>
                  </a:cubicBezTo>
                  <a:cubicBezTo>
                    <a:pt x="180" y="21"/>
                    <a:pt x="180" y="21"/>
                    <a:pt x="180" y="21"/>
                  </a:cubicBezTo>
                  <a:cubicBezTo>
                    <a:pt x="179" y="21"/>
                    <a:pt x="179" y="21"/>
                    <a:pt x="178" y="21"/>
                  </a:cubicBezTo>
                  <a:cubicBezTo>
                    <a:pt x="178" y="22"/>
                    <a:pt x="177" y="22"/>
                    <a:pt x="177" y="22"/>
                  </a:cubicBezTo>
                  <a:cubicBezTo>
                    <a:pt x="176" y="22"/>
                    <a:pt x="176" y="22"/>
                    <a:pt x="175" y="21"/>
                  </a:cubicBezTo>
                  <a:cubicBezTo>
                    <a:pt x="174" y="21"/>
                    <a:pt x="174" y="21"/>
                    <a:pt x="173" y="20"/>
                  </a:cubicBezTo>
                  <a:cubicBezTo>
                    <a:pt x="173" y="20"/>
                    <a:pt x="173" y="19"/>
                    <a:pt x="172" y="19"/>
                  </a:cubicBezTo>
                  <a:cubicBezTo>
                    <a:pt x="172" y="18"/>
                    <a:pt x="172" y="17"/>
                    <a:pt x="172" y="17"/>
                  </a:cubicBezTo>
                  <a:cubicBezTo>
                    <a:pt x="172" y="16"/>
                    <a:pt x="172" y="15"/>
                    <a:pt x="173" y="14"/>
                  </a:cubicBezTo>
                  <a:cubicBezTo>
                    <a:pt x="173" y="13"/>
                    <a:pt x="174" y="13"/>
                    <a:pt x="175" y="12"/>
                  </a:cubicBezTo>
                  <a:cubicBezTo>
                    <a:pt x="176" y="12"/>
                    <a:pt x="177" y="12"/>
                    <a:pt x="178" y="12"/>
                  </a:cubicBezTo>
                  <a:cubicBezTo>
                    <a:pt x="179" y="11"/>
                    <a:pt x="180" y="11"/>
                    <a:pt x="182" y="11"/>
                  </a:cubicBezTo>
                  <a:cubicBezTo>
                    <a:pt x="182" y="11"/>
                    <a:pt x="182" y="11"/>
                    <a:pt x="182" y="11"/>
                  </a:cubicBezTo>
                  <a:cubicBezTo>
                    <a:pt x="182" y="10"/>
                    <a:pt x="182" y="10"/>
                    <a:pt x="181" y="9"/>
                  </a:cubicBezTo>
                  <a:cubicBezTo>
                    <a:pt x="181" y="9"/>
                    <a:pt x="181" y="9"/>
                    <a:pt x="181" y="8"/>
                  </a:cubicBezTo>
                  <a:cubicBezTo>
                    <a:pt x="180" y="8"/>
                    <a:pt x="180" y="8"/>
                    <a:pt x="179" y="8"/>
                  </a:cubicBezTo>
                  <a:cubicBezTo>
                    <a:pt x="179" y="8"/>
                    <a:pt x="178" y="8"/>
                    <a:pt x="178" y="8"/>
                  </a:cubicBezTo>
                  <a:cubicBezTo>
                    <a:pt x="177" y="8"/>
                    <a:pt x="177" y="8"/>
                    <a:pt x="176" y="8"/>
                  </a:cubicBezTo>
                  <a:cubicBezTo>
                    <a:pt x="175" y="8"/>
                    <a:pt x="174" y="9"/>
                    <a:pt x="174" y="9"/>
                  </a:cubicBezTo>
                  <a:cubicBezTo>
                    <a:pt x="173" y="9"/>
                    <a:pt x="173" y="9"/>
                    <a:pt x="173" y="9"/>
                  </a:cubicBezTo>
                  <a:cubicBezTo>
                    <a:pt x="173" y="6"/>
                    <a:pt x="173" y="6"/>
                    <a:pt x="173" y="6"/>
                  </a:cubicBezTo>
                  <a:cubicBezTo>
                    <a:pt x="174" y="6"/>
                    <a:pt x="174" y="6"/>
                    <a:pt x="175" y="6"/>
                  </a:cubicBezTo>
                  <a:cubicBezTo>
                    <a:pt x="176" y="6"/>
                    <a:pt x="177" y="6"/>
                    <a:pt x="178" y="6"/>
                  </a:cubicBezTo>
                  <a:cubicBezTo>
                    <a:pt x="179" y="6"/>
                    <a:pt x="180" y="6"/>
                    <a:pt x="181" y="6"/>
                  </a:cubicBezTo>
                  <a:cubicBezTo>
                    <a:pt x="181" y="6"/>
                    <a:pt x="182" y="6"/>
                    <a:pt x="183" y="7"/>
                  </a:cubicBezTo>
                  <a:cubicBezTo>
                    <a:pt x="183" y="7"/>
                    <a:pt x="184" y="8"/>
                    <a:pt x="184" y="8"/>
                  </a:cubicBezTo>
                  <a:cubicBezTo>
                    <a:pt x="184" y="9"/>
                    <a:pt x="184" y="10"/>
                    <a:pt x="184" y="11"/>
                  </a:cubicBezTo>
                  <a:cubicBezTo>
                    <a:pt x="184" y="21"/>
                    <a:pt x="184" y="21"/>
                    <a:pt x="184" y="21"/>
                  </a:cubicBezTo>
                  <a:cubicBezTo>
                    <a:pt x="182" y="21"/>
                    <a:pt x="182" y="21"/>
                    <a:pt x="182" y="21"/>
                  </a:cubicBezTo>
                  <a:cubicBezTo>
                    <a:pt x="182" y="20"/>
                    <a:pt x="182" y="20"/>
                    <a:pt x="182" y="20"/>
                  </a:cubicBezTo>
                  <a:close/>
                  <a:moveTo>
                    <a:pt x="202" y="14"/>
                  </a:moveTo>
                  <a:cubicBezTo>
                    <a:pt x="202" y="16"/>
                    <a:pt x="201" y="18"/>
                    <a:pt x="200" y="20"/>
                  </a:cubicBezTo>
                  <a:cubicBezTo>
                    <a:pt x="199" y="21"/>
                    <a:pt x="197" y="22"/>
                    <a:pt x="195" y="22"/>
                  </a:cubicBezTo>
                  <a:cubicBezTo>
                    <a:pt x="193" y="22"/>
                    <a:pt x="191" y="21"/>
                    <a:pt x="190" y="19"/>
                  </a:cubicBezTo>
                  <a:cubicBezTo>
                    <a:pt x="189" y="18"/>
                    <a:pt x="188" y="16"/>
                    <a:pt x="188" y="14"/>
                  </a:cubicBezTo>
                  <a:cubicBezTo>
                    <a:pt x="188" y="11"/>
                    <a:pt x="189" y="9"/>
                    <a:pt x="190" y="8"/>
                  </a:cubicBezTo>
                  <a:cubicBezTo>
                    <a:pt x="192" y="6"/>
                    <a:pt x="193" y="6"/>
                    <a:pt x="195" y="6"/>
                  </a:cubicBezTo>
                  <a:cubicBezTo>
                    <a:pt x="197" y="6"/>
                    <a:pt x="199" y="6"/>
                    <a:pt x="200" y="8"/>
                  </a:cubicBezTo>
                  <a:cubicBezTo>
                    <a:pt x="201" y="9"/>
                    <a:pt x="202" y="11"/>
                    <a:pt x="202" y="14"/>
                  </a:cubicBezTo>
                  <a:close/>
                  <a:moveTo>
                    <a:pt x="199" y="14"/>
                  </a:moveTo>
                  <a:cubicBezTo>
                    <a:pt x="199" y="12"/>
                    <a:pt x="199" y="10"/>
                    <a:pt x="198" y="9"/>
                  </a:cubicBezTo>
                  <a:cubicBezTo>
                    <a:pt x="198" y="8"/>
                    <a:pt x="197" y="8"/>
                    <a:pt x="195" y="8"/>
                  </a:cubicBezTo>
                  <a:cubicBezTo>
                    <a:pt x="194" y="8"/>
                    <a:pt x="193" y="8"/>
                    <a:pt x="192" y="9"/>
                  </a:cubicBezTo>
                  <a:cubicBezTo>
                    <a:pt x="191" y="10"/>
                    <a:pt x="191" y="12"/>
                    <a:pt x="191" y="14"/>
                  </a:cubicBezTo>
                  <a:cubicBezTo>
                    <a:pt x="191" y="16"/>
                    <a:pt x="191" y="17"/>
                    <a:pt x="192" y="18"/>
                  </a:cubicBezTo>
                  <a:cubicBezTo>
                    <a:pt x="193" y="19"/>
                    <a:pt x="194" y="19"/>
                    <a:pt x="195" y="19"/>
                  </a:cubicBezTo>
                  <a:cubicBezTo>
                    <a:pt x="197" y="19"/>
                    <a:pt x="198" y="19"/>
                    <a:pt x="198" y="18"/>
                  </a:cubicBezTo>
                  <a:cubicBezTo>
                    <a:pt x="199" y="17"/>
                    <a:pt x="199" y="16"/>
                    <a:pt x="199" y="14"/>
                  </a:cubicBezTo>
                  <a:close/>
                  <a:moveTo>
                    <a:pt x="211" y="22"/>
                  </a:moveTo>
                  <a:cubicBezTo>
                    <a:pt x="210" y="22"/>
                    <a:pt x="208" y="21"/>
                    <a:pt x="208" y="20"/>
                  </a:cubicBezTo>
                  <a:cubicBezTo>
                    <a:pt x="207" y="20"/>
                    <a:pt x="207" y="18"/>
                    <a:pt x="207" y="17"/>
                  </a:cubicBezTo>
                  <a:cubicBezTo>
                    <a:pt x="207" y="8"/>
                    <a:pt x="207" y="8"/>
                    <a:pt x="207" y="8"/>
                  </a:cubicBezTo>
                  <a:cubicBezTo>
                    <a:pt x="205" y="8"/>
                    <a:pt x="205" y="8"/>
                    <a:pt x="205" y="8"/>
                  </a:cubicBezTo>
                  <a:cubicBezTo>
                    <a:pt x="205" y="6"/>
                    <a:pt x="205" y="6"/>
                    <a:pt x="205" y="6"/>
                  </a:cubicBezTo>
                  <a:cubicBezTo>
                    <a:pt x="207" y="6"/>
                    <a:pt x="207" y="6"/>
                    <a:pt x="207" y="6"/>
                  </a:cubicBezTo>
                  <a:cubicBezTo>
                    <a:pt x="207" y="2"/>
                    <a:pt x="207" y="2"/>
                    <a:pt x="207" y="2"/>
                  </a:cubicBezTo>
                  <a:cubicBezTo>
                    <a:pt x="209" y="2"/>
                    <a:pt x="209" y="2"/>
                    <a:pt x="209" y="2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14" y="6"/>
                    <a:pt x="214" y="6"/>
                    <a:pt x="214" y="6"/>
                  </a:cubicBezTo>
                  <a:cubicBezTo>
                    <a:pt x="214" y="8"/>
                    <a:pt x="214" y="8"/>
                    <a:pt x="214" y="8"/>
                  </a:cubicBezTo>
                  <a:cubicBezTo>
                    <a:pt x="209" y="8"/>
                    <a:pt x="209" y="8"/>
                    <a:pt x="209" y="8"/>
                  </a:cubicBezTo>
                  <a:cubicBezTo>
                    <a:pt x="209" y="15"/>
                    <a:pt x="209" y="15"/>
                    <a:pt x="209" y="15"/>
                  </a:cubicBezTo>
                  <a:cubicBezTo>
                    <a:pt x="209" y="16"/>
                    <a:pt x="209" y="17"/>
                    <a:pt x="209" y="17"/>
                  </a:cubicBezTo>
                  <a:cubicBezTo>
                    <a:pt x="209" y="18"/>
                    <a:pt x="209" y="18"/>
                    <a:pt x="209" y="18"/>
                  </a:cubicBezTo>
                  <a:cubicBezTo>
                    <a:pt x="210" y="19"/>
                    <a:pt x="210" y="19"/>
                    <a:pt x="210" y="19"/>
                  </a:cubicBezTo>
                  <a:cubicBezTo>
                    <a:pt x="211" y="19"/>
                    <a:pt x="211" y="19"/>
                    <a:pt x="212" y="19"/>
                  </a:cubicBezTo>
                  <a:cubicBezTo>
                    <a:pt x="212" y="19"/>
                    <a:pt x="212" y="19"/>
                    <a:pt x="213" y="19"/>
                  </a:cubicBezTo>
                  <a:cubicBezTo>
                    <a:pt x="213" y="19"/>
                    <a:pt x="213" y="19"/>
                    <a:pt x="214" y="19"/>
                  </a:cubicBezTo>
                  <a:cubicBezTo>
                    <a:pt x="214" y="19"/>
                    <a:pt x="214" y="19"/>
                    <a:pt x="214" y="19"/>
                  </a:cubicBezTo>
                  <a:cubicBezTo>
                    <a:pt x="214" y="21"/>
                    <a:pt x="214" y="21"/>
                    <a:pt x="214" y="21"/>
                  </a:cubicBezTo>
                  <a:cubicBezTo>
                    <a:pt x="213" y="21"/>
                    <a:pt x="213" y="21"/>
                    <a:pt x="212" y="21"/>
                  </a:cubicBezTo>
                  <a:cubicBezTo>
                    <a:pt x="212" y="21"/>
                    <a:pt x="211" y="22"/>
                    <a:pt x="211" y="22"/>
                  </a:cubicBezTo>
                  <a:close/>
                  <a:moveTo>
                    <a:pt x="230" y="14"/>
                  </a:moveTo>
                  <a:cubicBezTo>
                    <a:pt x="230" y="16"/>
                    <a:pt x="229" y="18"/>
                    <a:pt x="228" y="20"/>
                  </a:cubicBezTo>
                  <a:cubicBezTo>
                    <a:pt x="227" y="21"/>
                    <a:pt x="225" y="22"/>
                    <a:pt x="223" y="22"/>
                  </a:cubicBezTo>
                  <a:cubicBezTo>
                    <a:pt x="221" y="22"/>
                    <a:pt x="219" y="21"/>
                    <a:pt x="218" y="19"/>
                  </a:cubicBezTo>
                  <a:cubicBezTo>
                    <a:pt x="217" y="18"/>
                    <a:pt x="216" y="16"/>
                    <a:pt x="216" y="14"/>
                  </a:cubicBezTo>
                  <a:cubicBezTo>
                    <a:pt x="216" y="11"/>
                    <a:pt x="217" y="9"/>
                    <a:pt x="218" y="8"/>
                  </a:cubicBezTo>
                  <a:cubicBezTo>
                    <a:pt x="219" y="6"/>
                    <a:pt x="221" y="6"/>
                    <a:pt x="223" y="6"/>
                  </a:cubicBezTo>
                  <a:cubicBezTo>
                    <a:pt x="225" y="6"/>
                    <a:pt x="227" y="6"/>
                    <a:pt x="228" y="8"/>
                  </a:cubicBezTo>
                  <a:cubicBezTo>
                    <a:pt x="229" y="9"/>
                    <a:pt x="230" y="11"/>
                    <a:pt x="230" y="14"/>
                  </a:cubicBezTo>
                  <a:close/>
                  <a:moveTo>
                    <a:pt x="227" y="14"/>
                  </a:moveTo>
                  <a:cubicBezTo>
                    <a:pt x="227" y="12"/>
                    <a:pt x="227" y="10"/>
                    <a:pt x="226" y="9"/>
                  </a:cubicBezTo>
                  <a:cubicBezTo>
                    <a:pt x="225" y="8"/>
                    <a:pt x="224" y="8"/>
                    <a:pt x="223" y="8"/>
                  </a:cubicBezTo>
                  <a:cubicBezTo>
                    <a:pt x="222" y="8"/>
                    <a:pt x="221" y="8"/>
                    <a:pt x="220" y="9"/>
                  </a:cubicBezTo>
                  <a:cubicBezTo>
                    <a:pt x="219" y="10"/>
                    <a:pt x="219" y="12"/>
                    <a:pt x="219" y="14"/>
                  </a:cubicBezTo>
                  <a:cubicBezTo>
                    <a:pt x="219" y="16"/>
                    <a:pt x="219" y="17"/>
                    <a:pt x="220" y="18"/>
                  </a:cubicBezTo>
                  <a:cubicBezTo>
                    <a:pt x="221" y="19"/>
                    <a:pt x="222" y="19"/>
                    <a:pt x="223" y="19"/>
                  </a:cubicBezTo>
                  <a:cubicBezTo>
                    <a:pt x="224" y="19"/>
                    <a:pt x="225" y="19"/>
                    <a:pt x="226" y="18"/>
                  </a:cubicBezTo>
                  <a:cubicBezTo>
                    <a:pt x="227" y="17"/>
                    <a:pt x="227" y="16"/>
                    <a:pt x="227" y="14"/>
                  </a:cubicBezTo>
                  <a:close/>
                  <a:moveTo>
                    <a:pt x="246" y="21"/>
                  </a:moveTo>
                  <a:cubicBezTo>
                    <a:pt x="244" y="21"/>
                    <a:pt x="244" y="21"/>
                    <a:pt x="244" y="21"/>
                  </a:cubicBezTo>
                  <a:cubicBezTo>
                    <a:pt x="244" y="13"/>
                    <a:pt x="244" y="13"/>
                    <a:pt x="244" y="13"/>
                  </a:cubicBezTo>
                  <a:cubicBezTo>
                    <a:pt x="244" y="12"/>
                    <a:pt x="244" y="11"/>
                    <a:pt x="244" y="11"/>
                  </a:cubicBezTo>
                  <a:cubicBezTo>
                    <a:pt x="243" y="10"/>
                    <a:pt x="243" y="10"/>
                    <a:pt x="243" y="9"/>
                  </a:cubicBezTo>
                  <a:cubicBezTo>
                    <a:pt x="243" y="9"/>
                    <a:pt x="243" y="9"/>
                    <a:pt x="242" y="8"/>
                  </a:cubicBezTo>
                  <a:cubicBezTo>
                    <a:pt x="242" y="8"/>
                    <a:pt x="241" y="8"/>
                    <a:pt x="241" y="8"/>
                  </a:cubicBezTo>
                  <a:cubicBezTo>
                    <a:pt x="240" y="8"/>
                    <a:pt x="239" y="8"/>
                    <a:pt x="239" y="9"/>
                  </a:cubicBezTo>
                  <a:cubicBezTo>
                    <a:pt x="238" y="9"/>
                    <a:pt x="237" y="9"/>
                    <a:pt x="237" y="10"/>
                  </a:cubicBezTo>
                  <a:cubicBezTo>
                    <a:pt x="237" y="21"/>
                    <a:pt x="237" y="21"/>
                    <a:pt x="237" y="21"/>
                  </a:cubicBezTo>
                  <a:cubicBezTo>
                    <a:pt x="234" y="21"/>
                    <a:pt x="234" y="21"/>
                    <a:pt x="234" y="21"/>
                  </a:cubicBezTo>
                  <a:cubicBezTo>
                    <a:pt x="234" y="6"/>
                    <a:pt x="234" y="6"/>
                    <a:pt x="234" y="6"/>
                  </a:cubicBezTo>
                  <a:cubicBezTo>
                    <a:pt x="237" y="6"/>
                    <a:pt x="237" y="6"/>
                    <a:pt x="237" y="6"/>
                  </a:cubicBezTo>
                  <a:cubicBezTo>
                    <a:pt x="237" y="8"/>
                    <a:pt x="237" y="8"/>
                    <a:pt x="237" y="8"/>
                  </a:cubicBezTo>
                  <a:cubicBezTo>
                    <a:pt x="238" y="7"/>
                    <a:pt x="238" y="7"/>
                    <a:pt x="239" y="6"/>
                  </a:cubicBezTo>
                  <a:cubicBezTo>
                    <a:pt x="240" y="6"/>
                    <a:pt x="241" y="6"/>
                    <a:pt x="241" y="6"/>
                  </a:cubicBezTo>
                  <a:cubicBezTo>
                    <a:pt x="243" y="6"/>
                    <a:pt x="244" y="6"/>
                    <a:pt x="245" y="7"/>
                  </a:cubicBezTo>
                  <a:cubicBezTo>
                    <a:pt x="246" y="8"/>
                    <a:pt x="246" y="10"/>
                    <a:pt x="246" y="11"/>
                  </a:cubicBezTo>
                  <a:cubicBezTo>
                    <a:pt x="246" y="21"/>
                    <a:pt x="246" y="21"/>
                    <a:pt x="246" y="21"/>
                  </a:cubicBezTo>
                  <a:close/>
                  <a:moveTo>
                    <a:pt x="261" y="17"/>
                  </a:moveTo>
                  <a:cubicBezTo>
                    <a:pt x="261" y="9"/>
                    <a:pt x="261" y="9"/>
                    <a:pt x="261" y="9"/>
                  </a:cubicBezTo>
                  <a:cubicBezTo>
                    <a:pt x="260" y="8"/>
                    <a:pt x="259" y="8"/>
                    <a:pt x="259" y="8"/>
                  </a:cubicBezTo>
                  <a:cubicBezTo>
                    <a:pt x="258" y="8"/>
                    <a:pt x="258" y="8"/>
                    <a:pt x="257" y="8"/>
                  </a:cubicBezTo>
                  <a:cubicBezTo>
                    <a:pt x="256" y="8"/>
                    <a:pt x="255" y="8"/>
                    <a:pt x="254" y="9"/>
                  </a:cubicBezTo>
                  <a:cubicBezTo>
                    <a:pt x="253" y="10"/>
                    <a:pt x="253" y="12"/>
                    <a:pt x="253" y="13"/>
                  </a:cubicBezTo>
                  <a:cubicBezTo>
                    <a:pt x="253" y="15"/>
                    <a:pt x="253" y="16"/>
                    <a:pt x="254" y="17"/>
                  </a:cubicBezTo>
                  <a:cubicBezTo>
                    <a:pt x="255" y="18"/>
                    <a:pt x="255" y="19"/>
                    <a:pt x="257" y="19"/>
                  </a:cubicBezTo>
                  <a:cubicBezTo>
                    <a:pt x="257" y="19"/>
                    <a:pt x="258" y="18"/>
                    <a:pt x="259" y="18"/>
                  </a:cubicBezTo>
                  <a:cubicBezTo>
                    <a:pt x="259" y="18"/>
                    <a:pt x="260" y="18"/>
                    <a:pt x="261" y="17"/>
                  </a:cubicBezTo>
                  <a:close/>
                  <a:moveTo>
                    <a:pt x="252" y="24"/>
                  </a:moveTo>
                  <a:cubicBezTo>
                    <a:pt x="252" y="24"/>
                    <a:pt x="253" y="24"/>
                    <a:pt x="253" y="24"/>
                  </a:cubicBezTo>
                  <a:cubicBezTo>
                    <a:pt x="253" y="24"/>
                    <a:pt x="254" y="24"/>
                    <a:pt x="254" y="24"/>
                  </a:cubicBezTo>
                  <a:cubicBezTo>
                    <a:pt x="254" y="24"/>
                    <a:pt x="255" y="25"/>
                    <a:pt x="255" y="25"/>
                  </a:cubicBezTo>
                  <a:cubicBezTo>
                    <a:pt x="256" y="25"/>
                    <a:pt x="256" y="25"/>
                    <a:pt x="257" y="25"/>
                  </a:cubicBezTo>
                  <a:cubicBezTo>
                    <a:pt x="257" y="25"/>
                    <a:pt x="258" y="25"/>
                    <a:pt x="259" y="24"/>
                  </a:cubicBezTo>
                  <a:cubicBezTo>
                    <a:pt x="259" y="24"/>
                    <a:pt x="260" y="24"/>
                    <a:pt x="260" y="24"/>
                  </a:cubicBezTo>
                  <a:cubicBezTo>
                    <a:pt x="260" y="23"/>
                    <a:pt x="260" y="23"/>
                    <a:pt x="260" y="22"/>
                  </a:cubicBezTo>
                  <a:cubicBezTo>
                    <a:pt x="261" y="22"/>
                    <a:pt x="261" y="21"/>
                    <a:pt x="261" y="21"/>
                  </a:cubicBezTo>
                  <a:cubicBezTo>
                    <a:pt x="261" y="19"/>
                    <a:pt x="261" y="19"/>
                    <a:pt x="261" y="19"/>
                  </a:cubicBezTo>
                  <a:cubicBezTo>
                    <a:pt x="260" y="20"/>
                    <a:pt x="259" y="20"/>
                    <a:pt x="259" y="21"/>
                  </a:cubicBezTo>
                  <a:cubicBezTo>
                    <a:pt x="258" y="21"/>
                    <a:pt x="257" y="21"/>
                    <a:pt x="256" y="21"/>
                  </a:cubicBezTo>
                  <a:cubicBezTo>
                    <a:pt x="254" y="21"/>
                    <a:pt x="253" y="20"/>
                    <a:pt x="252" y="19"/>
                  </a:cubicBezTo>
                  <a:cubicBezTo>
                    <a:pt x="251" y="18"/>
                    <a:pt x="250" y="16"/>
                    <a:pt x="250" y="13"/>
                  </a:cubicBezTo>
                  <a:cubicBezTo>
                    <a:pt x="250" y="12"/>
                    <a:pt x="251" y="11"/>
                    <a:pt x="251" y="10"/>
                  </a:cubicBezTo>
                  <a:cubicBezTo>
                    <a:pt x="251" y="9"/>
                    <a:pt x="252" y="8"/>
                    <a:pt x="252" y="8"/>
                  </a:cubicBezTo>
                  <a:cubicBezTo>
                    <a:pt x="253" y="7"/>
                    <a:pt x="254" y="7"/>
                    <a:pt x="254" y="6"/>
                  </a:cubicBezTo>
                  <a:cubicBezTo>
                    <a:pt x="255" y="6"/>
                    <a:pt x="256" y="6"/>
                    <a:pt x="257" y="6"/>
                  </a:cubicBezTo>
                  <a:cubicBezTo>
                    <a:pt x="258" y="6"/>
                    <a:pt x="258" y="6"/>
                    <a:pt x="259" y="6"/>
                  </a:cubicBezTo>
                  <a:cubicBezTo>
                    <a:pt x="260" y="6"/>
                    <a:pt x="260" y="6"/>
                    <a:pt x="261" y="7"/>
                  </a:cubicBezTo>
                  <a:cubicBezTo>
                    <a:pt x="261" y="6"/>
                    <a:pt x="261" y="6"/>
                    <a:pt x="261" y="6"/>
                  </a:cubicBezTo>
                  <a:cubicBezTo>
                    <a:pt x="263" y="6"/>
                    <a:pt x="263" y="6"/>
                    <a:pt x="263" y="6"/>
                  </a:cubicBezTo>
                  <a:cubicBezTo>
                    <a:pt x="263" y="19"/>
                    <a:pt x="263" y="19"/>
                    <a:pt x="263" y="19"/>
                  </a:cubicBezTo>
                  <a:cubicBezTo>
                    <a:pt x="263" y="22"/>
                    <a:pt x="263" y="24"/>
                    <a:pt x="262" y="25"/>
                  </a:cubicBezTo>
                  <a:cubicBezTo>
                    <a:pt x="260" y="26"/>
                    <a:pt x="259" y="27"/>
                    <a:pt x="256" y="27"/>
                  </a:cubicBezTo>
                  <a:cubicBezTo>
                    <a:pt x="256" y="27"/>
                    <a:pt x="255" y="27"/>
                    <a:pt x="254" y="27"/>
                  </a:cubicBezTo>
                  <a:cubicBezTo>
                    <a:pt x="253" y="27"/>
                    <a:pt x="253" y="27"/>
                    <a:pt x="252" y="26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lose/>
                  <a:moveTo>
                    <a:pt x="283" y="22"/>
                  </a:moveTo>
                  <a:cubicBezTo>
                    <a:pt x="282" y="22"/>
                    <a:pt x="281" y="21"/>
                    <a:pt x="280" y="21"/>
                  </a:cubicBezTo>
                  <a:cubicBezTo>
                    <a:pt x="279" y="21"/>
                    <a:pt x="278" y="20"/>
                    <a:pt x="278" y="20"/>
                  </a:cubicBezTo>
                  <a:cubicBezTo>
                    <a:pt x="277" y="19"/>
                    <a:pt x="276" y="18"/>
                    <a:pt x="276" y="17"/>
                  </a:cubicBezTo>
                  <a:cubicBezTo>
                    <a:pt x="276" y="16"/>
                    <a:pt x="276" y="15"/>
                    <a:pt x="276" y="14"/>
                  </a:cubicBezTo>
                  <a:cubicBezTo>
                    <a:pt x="276" y="1"/>
                    <a:pt x="276" y="1"/>
                    <a:pt x="276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14"/>
                    <a:pt x="278" y="14"/>
                    <a:pt x="278" y="14"/>
                  </a:cubicBezTo>
                  <a:cubicBezTo>
                    <a:pt x="278" y="15"/>
                    <a:pt x="278" y="15"/>
                    <a:pt x="278" y="16"/>
                  </a:cubicBezTo>
                  <a:cubicBezTo>
                    <a:pt x="279" y="17"/>
                    <a:pt x="279" y="17"/>
                    <a:pt x="279" y="18"/>
                  </a:cubicBezTo>
                  <a:cubicBezTo>
                    <a:pt x="280" y="18"/>
                    <a:pt x="280" y="19"/>
                    <a:pt x="281" y="19"/>
                  </a:cubicBezTo>
                  <a:cubicBezTo>
                    <a:pt x="281" y="19"/>
                    <a:pt x="282" y="19"/>
                    <a:pt x="283" y="19"/>
                  </a:cubicBezTo>
                  <a:cubicBezTo>
                    <a:pt x="284" y="19"/>
                    <a:pt x="284" y="19"/>
                    <a:pt x="285" y="19"/>
                  </a:cubicBezTo>
                  <a:cubicBezTo>
                    <a:pt x="286" y="19"/>
                    <a:pt x="286" y="18"/>
                    <a:pt x="287" y="18"/>
                  </a:cubicBezTo>
                  <a:cubicBezTo>
                    <a:pt x="287" y="17"/>
                    <a:pt x="287" y="17"/>
                    <a:pt x="287" y="16"/>
                  </a:cubicBezTo>
                  <a:cubicBezTo>
                    <a:pt x="287" y="15"/>
                    <a:pt x="288" y="15"/>
                    <a:pt x="288" y="14"/>
                  </a:cubicBezTo>
                  <a:cubicBezTo>
                    <a:pt x="288" y="1"/>
                    <a:pt x="288" y="1"/>
                    <a:pt x="288" y="1"/>
                  </a:cubicBezTo>
                  <a:cubicBezTo>
                    <a:pt x="290" y="1"/>
                    <a:pt x="290" y="1"/>
                    <a:pt x="290" y="1"/>
                  </a:cubicBezTo>
                  <a:cubicBezTo>
                    <a:pt x="290" y="14"/>
                    <a:pt x="290" y="14"/>
                    <a:pt x="290" y="14"/>
                  </a:cubicBezTo>
                  <a:cubicBezTo>
                    <a:pt x="290" y="15"/>
                    <a:pt x="290" y="16"/>
                    <a:pt x="290" y="17"/>
                  </a:cubicBezTo>
                  <a:cubicBezTo>
                    <a:pt x="289" y="18"/>
                    <a:pt x="289" y="19"/>
                    <a:pt x="288" y="20"/>
                  </a:cubicBezTo>
                  <a:cubicBezTo>
                    <a:pt x="288" y="20"/>
                    <a:pt x="287" y="21"/>
                    <a:pt x="286" y="21"/>
                  </a:cubicBezTo>
                  <a:cubicBezTo>
                    <a:pt x="285" y="21"/>
                    <a:pt x="284" y="22"/>
                    <a:pt x="283" y="22"/>
                  </a:cubicBezTo>
                  <a:close/>
                  <a:moveTo>
                    <a:pt x="308" y="21"/>
                  </a:moveTo>
                  <a:cubicBezTo>
                    <a:pt x="305" y="21"/>
                    <a:pt x="305" y="21"/>
                    <a:pt x="305" y="21"/>
                  </a:cubicBezTo>
                  <a:cubicBezTo>
                    <a:pt x="305" y="13"/>
                    <a:pt x="305" y="13"/>
                    <a:pt x="305" y="13"/>
                  </a:cubicBezTo>
                  <a:cubicBezTo>
                    <a:pt x="305" y="12"/>
                    <a:pt x="305" y="11"/>
                    <a:pt x="305" y="11"/>
                  </a:cubicBezTo>
                  <a:cubicBezTo>
                    <a:pt x="305" y="10"/>
                    <a:pt x="305" y="10"/>
                    <a:pt x="304" y="9"/>
                  </a:cubicBezTo>
                  <a:cubicBezTo>
                    <a:pt x="304" y="9"/>
                    <a:pt x="304" y="9"/>
                    <a:pt x="304" y="8"/>
                  </a:cubicBezTo>
                  <a:cubicBezTo>
                    <a:pt x="303" y="8"/>
                    <a:pt x="303" y="8"/>
                    <a:pt x="302" y="8"/>
                  </a:cubicBezTo>
                  <a:cubicBezTo>
                    <a:pt x="301" y="8"/>
                    <a:pt x="301" y="8"/>
                    <a:pt x="300" y="9"/>
                  </a:cubicBezTo>
                  <a:cubicBezTo>
                    <a:pt x="299" y="9"/>
                    <a:pt x="299" y="9"/>
                    <a:pt x="298" y="10"/>
                  </a:cubicBezTo>
                  <a:cubicBezTo>
                    <a:pt x="298" y="21"/>
                    <a:pt x="298" y="21"/>
                    <a:pt x="298" y="21"/>
                  </a:cubicBezTo>
                  <a:cubicBezTo>
                    <a:pt x="296" y="21"/>
                    <a:pt x="296" y="21"/>
                    <a:pt x="296" y="21"/>
                  </a:cubicBezTo>
                  <a:cubicBezTo>
                    <a:pt x="296" y="6"/>
                    <a:pt x="296" y="6"/>
                    <a:pt x="296" y="6"/>
                  </a:cubicBezTo>
                  <a:cubicBezTo>
                    <a:pt x="298" y="6"/>
                    <a:pt x="298" y="6"/>
                    <a:pt x="298" y="6"/>
                  </a:cubicBezTo>
                  <a:cubicBezTo>
                    <a:pt x="298" y="8"/>
                    <a:pt x="298" y="8"/>
                    <a:pt x="298" y="8"/>
                  </a:cubicBezTo>
                  <a:cubicBezTo>
                    <a:pt x="299" y="7"/>
                    <a:pt x="300" y="7"/>
                    <a:pt x="300" y="6"/>
                  </a:cubicBezTo>
                  <a:cubicBezTo>
                    <a:pt x="301" y="6"/>
                    <a:pt x="302" y="6"/>
                    <a:pt x="303" y="6"/>
                  </a:cubicBezTo>
                  <a:cubicBezTo>
                    <a:pt x="304" y="6"/>
                    <a:pt x="305" y="6"/>
                    <a:pt x="306" y="7"/>
                  </a:cubicBezTo>
                  <a:cubicBezTo>
                    <a:pt x="307" y="8"/>
                    <a:pt x="308" y="10"/>
                    <a:pt x="308" y="11"/>
                  </a:cubicBezTo>
                  <a:cubicBezTo>
                    <a:pt x="308" y="21"/>
                    <a:pt x="308" y="21"/>
                    <a:pt x="308" y="21"/>
                  </a:cubicBezTo>
                  <a:close/>
                  <a:moveTo>
                    <a:pt x="315" y="21"/>
                  </a:moveTo>
                  <a:cubicBezTo>
                    <a:pt x="313" y="21"/>
                    <a:pt x="313" y="21"/>
                    <a:pt x="313" y="21"/>
                  </a:cubicBezTo>
                  <a:cubicBezTo>
                    <a:pt x="313" y="6"/>
                    <a:pt x="313" y="6"/>
                    <a:pt x="313" y="6"/>
                  </a:cubicBezTo>
                  <a:cubicBezTo>
                    <a:pt x="315" y="6"/>
                    <a:pt x="315" y="6"/>
                    <a:pt x="315" y="6"/>
                  </a:cubicBezTo>
                  <a:cubicBezTo>
                    <a:pt x="315" y="21"/>
                    <a:pt x="315" y="21"/>
                    <a:pt x="315" y="21"/>
                  </a:cubicBezTo>
                  <a:close/>
                  <a:moveTo>
                    <a:pt x="316" y="3"/>
                  </a:moveTo>
                  <a:cubicBezTo>
                    <a:pt x="313" y="3"/>
                    <a:pt x="313" y="3"/>
                    <a:pt x="313" y="3"/>
                  </a:cubicBezTo>
                  <a:cubicBezTo>
                    <a:pt x="313" y="1"/>
                    <a:pt x="313" y="1"/>
                    <a:pt x="313" y="1"/>
                  </a:cubicBezTo>
                  <a:cubicBezTo>
                    <a:pt x="316" y="1"/>
                    <a:pt x="316" y="1"/>
                    <a:pt x="316" y="1"/>
                  </a:cubicBezTo>
                  <a:cubicBezTo>
                    <a:pt x="316" y="3"/>
                    <a:pt x="316" y="3"/>
                    <a:pt x="316" y="3"/>
                  </a:cubicBezTo>
                  <a:close/>
                  <a:moveTo>
                    <a:pt x="333" y="6"/>
                  </a:moveTo>
                  <a:cubicBezTo>
                    <a:pt x="327" y="21"/>
                    <a:pt x="327" y="21"/>
                    <a:pt x="327" y="21"/>
                  </a:cubicBezTo>
                  <a:cubicBezTo>
                    <a:pt x="325" y="21"/>
                    <a:pt x="325" y="21"/>
                    <a:pt x="325" y="21"/>
                  </a:cubicBezTo>
                  <a:cubicBezTo>
                    <a:pt x="319" y="6"/>
                    <a:pt x="319" y="6"/>
                    <a:pt x="319" y="6"/>
                  </a:cubicBezTo>
                  <a:cubicBezTo>
                    <a:pt x="322" y="6"/>
                    <a:pt x="322" y="6"/>
                    <a:pt x="322" y="6"/>
                  </a:cubicBezTo>
                  <a:cubicBezTo>
                    <a:pt x="326" y="18"/>
                    <a:pt x="326" y="18"/>
                    <a:pt x="326" y="18"/>
                  </a:cubicBezTo>
                  <a:cubicBezTo>
                    <a:pt x="330" y="6"/>
                    <a:pt x="330" y="6"/>
                    <a:pt x="330" y="6"/>
                  </a:cubicBezTo>
                  <a:cubicBezTo>
                    <a:pt x="333" y="6"/>
                    <a:pt x="333" y="6"/>
                    <a:pt x="333" y="6"/>
                  </a:cubicBezTo>
                  <a:close/>
                  <a:moveTo>
                    <a:pt x="343" y="22"/>
                  </a:moveTo>
                  <a:cubicBezTo>
                    <a:pt x="341" y="22"/>
                    <a:pt x="339" y="21"/>
                    <a:pt x="337" y="20"/>
                  </a:cubicBezTo>
                  <a:cubicBezTo>
                    <a:pt x="336" y="18"/>
                    <a:pt x="335" y="16"/>
                    <a:pt x="335" y="14"/>
                  </a:cubicBezTo>
                  <a:cubicBezTo>
                    <a:pt x="335" y="11"/>
                    <a:pt x="336" y="9"/>
                    <a:pt x="337" y="8"/>
                  </a:cubicBezTo>
                  <a:cubicBezTo>
                    <a:pt x="339" y="6"/>
                    <a:pt x="340" y="6"/>
                    <a:pt x="342" y="6"/>
                  </a:cubicBezTo>
                  <a:cubicBezTo>
                    <a:pt x="343" y="6"/>
                    <a:pt x="344" y="6"/>
                    <a:pt x="345" y="6"/>
                  </a:cubicBezTo>
                  <a:cubicBezTo>
                    <a:pt x="346" y="6"/>
                    <a:pt x="346" y="7"/>
                    <a:pt x="347" y="7"/>
                  </a:cubicBezTo>
                  <a:cubicBezTo>
                    <a:pt x="347" y="8"/>
                    <a:pt x="348" y="9"/>
                    <a:pt x="348" y="9"/>
                  </a:cubicBezTo>
                  <a:cubicBezTo>
                    <a:pt x="348" y="10"/>
                    <a:pt x="348" y="11"/>
                    <a:pt x="348" y="13"/>
                  </a:cubicBezTo>
                  <a:cubicBezTo>
                    <a:pt x="348" y="14"/>
                    <a:pt x="348" y="14"/>
                    <a:pt x="348" y="14"/>
                  </a:cubicBezTo>
                  <a:cubicBezTo>
                    <a:pt x="338" y="14"/>
                    <a:pt x="338" y="14"/>
                    <a:pt x="338" y="14"/>
                  </a:cubicBezTo>
                  <a:cubicBezTo>
                    <a:pt x="338" y="16"/>
                    <a:pt x="338" y="17"/>
                    <a:pt x="339" y="18"/>
                  </a:cubicBezTo>
                  <a:cubicBezTo>
                    <a:pt x="340" y="19"/>
                    <a:pt x="341" y="19"/>
                    <a:pt x="343" y="19"/>
                  </a:cubicBezTo>
                  <a:cubicBezTo>
                    <a:pt x="343" y="19"/>
                    <a:pt x="344" y="19"/>
                    <a:pt x="345" y="19"/>
                  </a:cubicBezTo>
                  <a:cubicBezTo>
                    <a:pt x="345" y="19"/>
                    <a:pt x="346" y="19"/>
                    <a:pt x="346" y="19"/>
                  </a:cubicBezTo>
                  <a:cubicBezTo>
                    <a:pt x="346" y="18"/>
                    <a:pt x="347" y="18"/>
                    <a:pt x="347" y="18"/>
                  </a:cubicBezTo>
                  <a:cubicBezTo>
                    <a:pt x="348" y="18"/>
                    <a:pt x="348" y="18"/>
                    <a:pt x="348" y="18"/>
                  </a:cubicBezTo>
                  <a:cubicBezTo>
                    <a:pt x="348" y="18"/>
                    <a:pt x="348" y="18"/>
                    <a:pt x="348" y="18"/>
                  </a:cubicBezTo>
                  <a:cubicBezTo>
                    <a:pt x="348" y="20"/>
                    <a:pt x="348" y="20"/>
                    <a:pt x="348" y="20"/>
                  </a:cubicBezTo>
                  <a:cubicBezTo>
                    <a:pt x="348" y="20"/>
                    <a:pt x="347" y="21"/>
                    <a:pt x="347" y="21"/>
                  </a:cubicBezTo>
                  <a:cubicBezTo>
                    <a:pt x="347" y="21"/>
                    <a:pt x="346" y="21"/>
                    <a:pt x="346" y="21"/>
                  </a:cubicBezTo>
                  <a:cubicBezTo>
                    <a:pt x="345" y="21"/>
                    <a:pt x="345" y="21"/>
                    <a:pt x="344" y="21"/>
                  </a:cubicBezTo>
                  <a:cubicBezTo>
                    <a:pt x="344" y="22"/>
                    <a:pt x="344" y="22"/>
                    <a:pt x="343" y="22"/>
                  </a:cubicBezTo>
                  <a:close/>
                  <a:moveTo>
                    <a:pt x="346" y="12"/>
                  </a:moveTo>
                  <a:cubicBezTo>
                    <a:pt x="346" y="11"/>
                    <a:pt x="346" y="11"/>
                    <a:pt x="346" y="10"/>
                  </a:cubicBezTo>
                  <a:cubicBezTo>
                    <a:pt x="346" y="10"/>
                    <a:pt x="345" y="9"/>
                    <a:pt x="345" y="9"/>
                  </a:cubicBezTo>
                  <a:cubicBezTo>
                    <a:pt x="345" y="9"/>
                    <a:pt x="344" y="8"/>
                    <a:pt x="344" y="8"/>
                  </a:cubicBezTo>
                  <a:cubicBezTo>
                    <a:pt x="343" y="8"/>
                    <a:pt x="343" y="8"/>
                    <a:pt x="342" y="8"/>
                  </a:cubicBezTo>
                  <a:cubicBezTo>
                    <a:pt x="342" y="8"/>
                    <a:pt x="341" y="8"/>
                    <a:pt x="340" y="8"/>
                  </a:cubicBezTo>
                  <a:cubicBezTo>
                    <a:pt x="340" y="8"/>
                    <a:pt x="340" y="9"/>
                    <a:pt x="339" y="9"/>
                  </a:cubicBezTo>
                  <a:cubicBezTo>
                    <a:pt x="339" y="9"/>
                    <a:pt x="338" y="10"/>
                    <a:pt x="338" y="10"/>
                  </a:cubicBezTo>
                  <a:cubicBezTo>
                    <a:pt x="338" y="11"/>
                    <a:pt x="338" y="11"/>
                    <a:pt x="338" y="12"/>
                  </a:cubicBezTo>
                  <a:cubicBezTo>
                    <a:pt x="346" y="12"/>
                    <a:pt x="346" y="12"/>
                    <a:pt x="346" y="12"/>
                  </a:cubicBezTo>
                  <a:close/>
                  <a:moveTo>
                    <a:pt x="361" y="9"/>
                  </a:moveTo>
                  <a:cubicBezTo>
                    <a:pt x="361" y="9"/>
                    <a:pt x="361" y="9"/>
                    <a:pt x="361" y="9"/>
                  </a:cubicBezTo>
                  <a:cubicBezTo>
                    <a:pt x="360" y="9"/>
                    <a:pt x="360" y="9"/>
                    <a:pt x="360" y="9"/>
                  </a:cubicBezTo>
                  <a:cubicBezTo>
                    <a:pt x="360" y="9"/>
                    <a:pt x="360" y="9"/>
                    <a:pt x="359" y="9"/>
                  </a:cubicBezTo>
                  <a:cubicBezTo>
                    <a:pt x="359" y="9"/>
                    <a:pt x="358" y="9"/>
                    <a:pt x="357" y="9"/>
                  </a:cubicBezTo>
                  <a:cubicBezTo>
                    <a:pt x="357" y="9"/>
                    <a:pt x="356" y="10"/>
                    <a:pt x="355" y="10"/>
                  </a:cubicBezTo>
                  <a:cubicBezTo>
                    <a:pt x="355" y="21"/>
                    <a:pt x="355" y="21"/>
                    <a:pt x="355" y="21"/>
                  </a:cubicBezTo>
                  <a:cubicBezTo>
                    <a:pt x="353" y="21"/>
                    <a:pt x="353" y="21"/>
                    <a:pt x="353" y="21"/>
                  </a:cubicBezTo>
                  <a:cubicBezTo>
                    <a:pt x="353" y="6"/>
                    <a:pt x="353" y="6"/>
                    <a:pt x="353" y="6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5" y="8"/>
                    <a:pt x="355" y="8"/>
                    <a:pt x="355" y="8"/>
                  </a:cubicBezTo>
                  <a:cubicBezTo>
                    <a:pt x="356" y="7"/>
                    <a:pt x="357" y="7"/>
                    <a:pt x="358" y="7"/>
                  </a:cubicBezTo>
                  <a:cubicBezTo>
                    <a:pt x="358" y="6"/>
                    <a:pt x="359" y="6"/>
                    <a:pt x="360" y="6"/>
                  </a:cubicBezTo>
                  <a:cubicBezTo>
                    <a:pt x="360" y="6"/>
                    <a:pt x="360" y="6"/>
                    <a:pt x="360" y="6"/>
                  </a:cubicBezTo>
                  <a:cubicBezTo>
                    <a:pt x="360" y="6"/>
                    <a:pt x="361" y="6"/>
                    <a:pt x="361" y="6"/>
                  </a:cubicBezTo>
                  <a:cubicBezTo>
                    <a:pt x="361" y="9"/>
                    <a:pt x="361" y="9"/>
                    <a:pt x="361" y="9"/>
                  </a:cubicBezTo>
                  <a:close/>
                  <a:moveTo>
                    <a:pt x="369" y="22"/>
                  </a:moveTo>
                  <a:cubicBezTo>
                    <a:pt x="368" y="22"/>
                    <a:pt x="367" y="21"/>
                    <a:pt x="366" y="21"/>
                  </a:cubicBezTo>
                  <a:cubicBezTo>
                    <a:pt x="365" y="21"/>
                    <a:pt x="364" y="21"/>
                    <a:pt x="364" y="20"/>
                  </a:cubicBezTo>
                  <a:cubicBezTo>
                    <a:pt x="364" y="17"/>
                    <a:pt x="364" y="17"/>
                    <a:pt x="364" y="17"/>
                  </a:cubicBezTo>
                  <a:cubicBezTo>
                    <a:pt x="364" y="17"/>
                    <a:pt x="364" y="17"/>
                    <a:pt x="364" y="17"/>
                  </a:cubicBezTo>
                  <a:cubicBezTo>
                    <a:pt x="364" y="18"/>
                    <a:pt x="364" y="18"/>
                    <a:pt x="364" y="18"/>
                  </a:cubicBezTo>
                  <a:cubicBezTo>
                    <a:pt x="365" y="18"/>
                    <a:pt x="365" y="18"/>
                    <a:pt x="366" y="19"/>
                  </a:cubicBezTo>
                  <a:cubicBezTo>
                    <a:pt x="366" y="19"/>
                    <a:pt x="367" y="19"/>
                    <a:pt x="367" y="19"/>
                  </a:cubicBezTo>
                  <a:cubicBezTo>
                    <a:pt x="368" y="19"/>
                    <a:pt x="368" y="19"/>
                    <a:pt x="369" y="19"/>
                  </a:cubicBezTo>
                  <a:cubicBezTo>
                    <a:pt x="369" y="19"/>
                    <a:pt x="370" y="19"/>
                    <a:pt x="370" y="19"/>
                  </a:cubicBezTo>
                  <a:cubicBezTo>
                    <a:pt x="370" y="19"/>
                    <a:pt x="371" y="19"/>
                    <a:pt x="371" y="19"/>
                  </a:cubicBezTo>
                  <a:cubicBezTo>
                    <a:pt x="371" y="19"/>
                    <a:pt x="372" y="18"/>
                    <a:pt x="372" y="18"/>
                  </a:cubicBezTo>
                  <a:cubicBezTo>
                    <a:pt x="372" y="18"/>
                    <a:pt x="372" y="18"/>
                    <a:pt x="372" y="17"/>
                  </a:cubicBezTo>
                  <a:cubicBezTo>
                    <a:pt x="372" y="17"/>
                    <a:pt x="372" y="16"/>
                    <a:pt x="371" y="16"/>
                  </a:cubicBezTo>
                  <a:cubicBezTo>
                    <a:pt x="371" y="16"/>
                    <a:pt x="371" y="15"/>
                    <a:pt x="370" y="15"/>
                  </a:cubicBezTo>
                  <a:cubicBezTo>
                    <a:pt x="369" y="15"/>
                    <a:pt x="369" y="15"/>
                    <a:pt x="368" y="15"/>
                  </a:cubicBezTo>
                  <a:cubicBezTo>
                    <a:pt x="368" y="15"/>
                    <a:pt x="367" y="15"/>
                    <a:pt x="367" y="14"/>
                  </a:cubicBezTo>
                  <a:cubicBezTo>
                    <a:pt x="366" y="14"/>
                    <a:pt x="365" y="14"/>
                    <a:pt x="364" y="13"/>
                  </a:cubicBezTo>
                  <a:cubicBezTo>
                    <a:pt x="364" y="12"/>
                    <a:pt x="364" y="11"/>
                    <a:pt x="364" y="10"/>
                  </a:cubicBezTo>
                  <a:cubicBezTo>
                    <a:pt x="364" y="9"/>
                    <a:pt x="364" y="8"/>
                    <a:pt x="365" y="7"/>
                  </a:cubicBezTo>
                  <a:cubicBezTo>
                    <a:pt x="366" y="6"/>
                    <a:pt x="368" y="6"/>
                    <a:pt x="369" y="6"/>
                  </a:cubicBezTo>
                  <a:cubicBezTo>
                    <a:pt x="370" y="6"/>
                    <a:pt x="371" y="6"/>
                    <a:pt x="372" y="6"/>
                  </a:cubicBezTo>
                  <a:cubicBezTo>
                    <a:pt x="373" y="6"/>
                    <a:pt x="373" y="6"/>
                    <a:pt x="374" y="7"/>
                  </a:cubicBezTo>
                  <a:cubicBezTo>
                    <a:pt x="374" y="10"/>
                    <a:pt x="374" y="10"/>
                    <a:pt x="374" y="10"/>
                  </a:cubicBezTo>
                  <a:cubicBezTo>
                    <a:pt x="374" y="10"/>
                    <a:pt x="374" y="10"/>
                    <a:pt x="374" y="10"/>
                  </a:cubicBezTo>
                  <a:cubicBezTo>
                    <a:pt x="373" y="9"/>
                    <a:pt x="372" y="9"/>
                    <a:pt x="372" y="8"/>
                  </a:cubicBezTo>
                  <a:cubicBezTo>
                    <a:pt x="371" y="8"/>
                    <a:pt x="370" y="8"/>
                    <a:pt x="369" y="8"/>
                  </a:cubicBezTo>
                  <a:cubicBezTo>
                    <a:pt x="368" y="8"/>
                    <a:pt x="368" y="8"/>
                    <a:pt x="367" y="8"/>
                  </a:cubicBezTo>
                  <a:cubicBezTo>
                    <a:pt x="367" y="9"/>
                    <a:pt x="366" y="9"/>
                    <a:pt x="366" y="10"/>
                  </a:cubicBezTo>
                  <a:cubicBezTo>
                    <a:pt x="366" y="11"/>
                    <a:pt x="366" y="11"/>
                    <a:pt x="367" y="11"/>
                  </a:cubicBezTo>
                  <a:cubicBezTo>
                    <a:pt x="367" y="12"/>
                    <a:pt x="368" y="12"/>
                    <a:pt x="368" y="12"/>
                  </a:cubicBezTo>
                  <a:cubicBezTo>
                    <a:pt x="369" y="12"/>
                    <a:pt x="369" y="12"/>
                    <a:pt x="370" y="12"/>
                  </a:cubicBezTo>
                  <a:cubicBezTo>
                    <a:pt x="370" y="13"/>
                    <a:pt x="371" y="13"/>
                    <a:pt x="371" y="13"/>
                  </a:cubicBezTo>
                  <a:cubicBezTo>
                    <a:pt x="372" y="13"/>
                    <a:pt x="373" y="14"/>
                    <a:pt x="374" y="14"/>
                  </a:cubicBezTo>
                  <a:cubicBezTo>
                    <a:pt x="374" y="15"/>
                    <a:pt x="375" y="16"/>
                    <a:pt x="375" y="17"/>
                  </a:cubicBezTo>
                  <a:cubicBezTo>
                    <a:pt x="375" y="17"/>
                    <a:pt x="374" y="18"/>
                    <a:pt x="374" y="19"/>
                  </a:cubicBezTo>
                  <a:cubicBezTo>
                    <a:pt x="374" y="19"/>
                    <a:pt x="374" y="20"/>
                    <a:pt x="373" y="20"/>
                  </a:cubicBezTo>
                  <a:cubicBezTo>
                    <a:pt x="372" y="21"/>
                    <a:pt x="372" y="21"/>
                    <a:pt x="371" y="21"/>
                  </a:cubicBezTo>
                  <a:cubicBezTo>
                    <a:pt x="371" y="21"/>
                    <a:pt x="370" y="22"/>
                    <a:pt x="369" y="22"/>
                  </a:cubicBezTo>
                  <a:close/>
                  <a:moveTo>
                    <a:pt x="381" y="21"/>
                  </a:moveTo>
                  <a:cubicBezTo>
                    <a:pt x="379" y="21"/>
                    <a:pt x="379" y="21"/>
                    <a:pt x="379" y="21"/>
                  </a:cubicBezTo>
                  <a:cubicBezTo>
                    <a:pt x="379" y="6"/>
                    <a:pt x="379" y="6"/>
                    <a:pt x="379" y="6"/>
                  </a:cubicBezTo>
                  <a:cubicBezTo>
                    <a:pt x="381" y="6"/>
                    <a:pt x="381" y="6"/>
                    <a:pt x="381" y="6"/>
                  </a:cubicBezTo>
                  <a:cubicBezTo>
                    <a:pt x="381" y="21"/>
                    <a:pt x="381" y="21"/>
                    <a:pt x="381" y="21"/>
                  </a:cubicBezTo>
                  <a:close/>
                  <a:moveTo>
                    <a:pt x="381" y="3"/>
                  </a:moveTo>
                  <a:cubicBezTo>
                    <a:pt x="379" y="3"/>
                    <a:pt x="379" y="3"/>
                    <a:pt x="379" y="3"/>
                  </a:cubicBezTo>
                  <a:cubicBezTo>
                    <a:pt x="379" y="1"/>
                    <a:pt x="379" y="1"/>
                    <a:pt x="379" y="1"/>
                  </a:cubicBezTo>
                  <a:cubicBezTo>
                    <a:pt x="381" y="1"/>
                    <a:pt x="381" y="1"/>
                    <a:pt x="381" y="1"/>
                  </a:cubicBezTo>
                  <a:cubicBezTo>
                    <a:pt x="381" y="3"/>
                    <a:pt x="381" y="3"/>
                    <a:pt x="381" y="3"/>
                  </a:cubicBezTo>
                  <a:close/>
                  <a:moveTo>
                    <a:pt x="391" y="22"/>
                  </a:moveTo>
                  <a:cubicBezTo>
                    <a:pt x="390" y="22"/>
                    <a:pt x="389" y="21"/>
                    <a:pt x="388" y="20"/>
                  </a:cubicBezTo>
                  <a:cubicBezTo>
                    <a:pt x="387" y="20"/>
                    <a:pt x="387" y="18"/>
                    <a:pt x="387" y="17"/>
                  </a:cubicBezTo>
                  <a:cubicBezTo>
                    <a:pt x="387" y="8"/>
                    <a:pt x="387" y="8"/>
                    <a:pt x="387" y="8"/>
                  </a:cubicBezTo>
                  <a:cubicBezTo>
                    <a:pt x="385" y="8"/>
                    <a:pt x="385" y="8"/>
                    <a:pt x="385" y="8"/>
                  </a:cubicBezTo>
                  <a:cubicBezTo>
                    <a:pt x="385" y="6"/>
                    <a:pt x="385" y="6"/>
                    <a:pt x="385" y="6"/>
                  </a:cubicBezTo>
                  <a:cubicBezTo>
                    <a:pt x="387" y="6"/>
                    <a:pt x="387" y="6"/>
                    <a:pt x="387" y="6"/>
                  </a:cubicBezTo>
                  <a:cubicBezTo>
                    <a:pt x="387" y="2"/>
                    <a:pt x="387" y="2"/>
                    <a:pt x="387" y="2"/>
                  </a:cubicBezTo>
                  <a:cubicBezTo>
                    <a:pt x="390" y="2"/>
                    <a:pt x="390" y="2"/>
                    <a:pt x="390" y="2"/>
                  </a:cubicBezTo>
                  <a:cubicBezTo>
                    <a:pt x="390" y="6"/>
                    <a:pt x="390" y="6"/>
                    <a:pt x="390" y="6"/>
                  </a:cubicBezTo>
                  <a:cubicBezTo>
                    <a:pt x="394" y="6"/>
                    <a:pt x="394" y="6"/>
                    <a:pt x="394" y="6"/>
                  </a:cubicBezTo>
                  <a:cubicBezTo>
                    <a:pt x="394" y="8"/>
                    <a:pt x="394" y="8"/>
                    <a:pt x="394" y="8"/>
                  </a:cubicBezTo>
                  <a:cubicBezTo>
                    <a:pt x="390" y="8"/>
                    <a:pt x="390" y="8"/>
                    <a:pt x="390" y="8"/>
                  </a:cubicBezTo>
                  <a:cubicBezTo>
                    <a:pt x="390" y="15"/>
                    <a:pt x="390" y="15"/>
                    <a:pt x="390" y="15"/>
                  </a:cubicBezTo>
                  <a:cubicBezTo>
                    <a:pt x="390" y="16"/>
                    <a:pt x="390" y="17"/>
                    <a:pt x="390" y="17"/>
                  </a:cubicBezTo>
                  <a:cubicBezTo>
                    <a:pt x="390" y="18"/>
                    <a:pt x="390" y="18"/>
                    <a:pt x="390" y="18"/>
                  </a:cubicBezTo>
                  <a:cubicBezTo>
                    <a:pt x="390" y="19"/>
                    <a:pt x="390" y="19"/>
                    <a:pt x="391" y="19"/>
                  </a:cubicBezTo>
                  <a:cubicBezTo>
                    <a:pt x="391" y="19"/>
                    <a:pt x="391" y="19"/>
                    <a:pt x="392" y="19"/>
                  </a:cubicBezTo>
                  <a:cubicBezTo>
                    <a:pt x="392" y="19"/>
                    <a:pt x="393" y="19"/>
                    <a:pt x="393" y="19"/>
                  </a:cubicBezTo>
                  <a:cubicBezTo>
                    <a:pt x="394" y="19"/>
                    <a:pt x="394" y="19"/>
                    <a:pt x="394" y="19"/>
                  </a:cubicBezTo>
                  <a:cubicBezTo>
                    <a:pt x="394" y="19"/>
                    <a:pt x="394" y="19"/>
                    <a:pt x="394" y="19"/>
                  </a:cubicBezTo>
                  <a:cubicBezTo>
                    <a:pt x="394" y="21"/>
                    <a:pt x="394" y="21"/>
                    <a:pt x="394" y="21"/>
                  </a:cubicBezTo>
                  <a:cubicBezTo>
                    <a:pt x="394" y="21"/>
                    <a:pt x="393" y="21"/>
                    <a:pt x="393" y="21"/>
                  </a:cubicBezTo>
                  <a:cubicBezTo>
                    <a:pt x="392" y="21"/>
                    <a:pt x="392" y="22"/>
                    <a:pt x="391" y="22"/>
                  </a:cubicBezTo>
                  <a:close/>
                  <a:moveTo>
                    <a:pt x="410" y="6"/>
                  </a:moveTo>
                  <a:cubicBezTo>
                    <a:pt x="401" y="27"/>
                    <a:pt x="401" y="27"/>
                    <a:pt x="401" y="27"/>
                  </a:cubicBezTo>
                  <a:cubicBezTo>
                    <a:pt x="399" y="27"/>
                    <a:pt x="399" y="27"/>
                    <a:pt x="399" y="27"/>
                  </a:cubicBezTo>
                  <a:cubicBezTo>
                    <a:pt x="401" y="20"/>
                    <a:pt x="401" y="20"/>
                    <a:pt x="401" y="20"/>
                  </a:cubicBezTo>
                  <a:cubicBezTo>
                    <a:pt x="396" y="6"/>
                    <a:pt x="396" y="6"/>
                    <a:pt x="396" y="6"/>
                  </a:cubicBezTo>
                  <a:cubicBezTo>
                    <a:pt x="399" y="6"/>
                    <a:pt x="399" y="6"/>
                    <a:pt x="399" y="6"/>
                  </a:cubicBezTo>
                  <a:cubicBezTo>
                    <a:pt x="403" y="17"/>
                    <a:pt x="403" y="17"/>
                    <a:pt x="403" y="17"/>
                  </a:cubicBezTo>
                  <a:cubicBezTo>
                    <a:pt x="407" y="6"/>
                    <a:pt x="407" y="6"/>
                    <a:pt x="407" y="6"/>
                  </a:cubicBezTo>
                  <a:lnTo>
                    <a:pt x="410" y="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grpSp>
          <p:nvGrpSpPr>
            <p:cNvPr id="24" name="íṧlíḓé"/>
            <p:cNvGrpSpPr/>
            <p:nvPr/>
          </p:nvGrpSpPr>
          <p:grpSpPr>
            <a:xfrm>
              <a:off x="4625816" y="3431857"/>
              <a:ext cx="5955098" cy="1263464"/>
              <a:chOff x="5472113" y="3055938"/>
              <a:chExt cx="2316163" cy="485775"/>
            </a:xfrm>
            <a:solidFill>
              <a:schemeClr val="bg1"/>
            </a:solidFill>
          </p:grpSpPr>
          <p:sp>
            <p:nvSpPr>
              <p:cNvPr id="26" name="ïşḷíḓè"/>
              <p:cNvSpPr/>
              <p:nvPr/>
            </p:nvSpPr>
            <p:spPr bwMode="auto">
              <a:xfrm>
                <a:off x="7018338" y="3143250"/>
                <a:ext cx="342900" cy="361950"/>
              </a:xfrm>
              <a:custGeom>
                <a:avLst/>
                <a:gdLst>
                  <a:gd name="T0" fmla="*/ 48 w 64"/>
                  <a:gd name="T1" fmla="*/ 0 h 67"/>
                  <a:gd name="T2" fmla="*/ 54 w 64"/>
                  <a:gd name="T3" fmla="*/ 4 h 67"/>
                  <a:gd name="T4" fmla="*/ 54 w 64"/>
                  <a:gd name="T5" fmla="*/ 7 h 67"/>
                  <a:gd name="T6" fmla="*/ 52 w 64"/>
                  <a:gd name="T7" fmla="*/ 10 h 67"/>
                  <a:gd name="T8" fmla="*/ 50 w 64"/>
                  <a:gd name="T9" fmla="*/ 15 h 67"/>
                  <a:gd name="T10" fmla="*/ 47 w 64"/>
                  <a:gd name="T11" fmla="*/ 21 h 67"/>
                  <a:gd name="T12" fmla="*/ 51 w 64"/>
                  <a:gd name="T13" fmla="*/ 21 h 67"/>
                  <a:gd name="T14" fmla="*/ 51 w 64"/>
                  <a:gd name="T15" fmla="*/ 20 h 67"/>
                  <a:gd name="T16" fmla="*/ 60 w 64"/>
                  <a:gd name="T17" fmla="*/ 20 h 67"/>
                  <a:gd name="T18" fmla="*/ 60 w 64"/>
                  <a:gd name="T19" fmla="*/ 22 h 67"/>
                  <a:gd name="T20" fmla="*/ 58 w 64"/>
                  <a:gd name="T21" fmla="*/ 24 h 67"/>
                  <a:gd name="T22" fmla="*/ 51 w 64"/>
                  <a:gd name="T23" fmla="*/ 27 h 67"/>
                  <a:gd name="T24" fmla="*/ 45 w 64"/>
                  <a:gd name="T25" fmla="*/ 29 h 67"/>
                  <a:gd name="T26" fmla="*/ 37 w 64"/>
                  <a:gd name="T27" fmla="*/ 40 h 67"/>
                  <a:gd name="T28" fmla="*/ 52 w 64"/>
                  <a:gd name="T29" fmla="*/ 51 h 67"/>
                  <a:gd name="T30" fmla="*/ 64 w 64"/>
                  <a:gd name="T31" fmla="*/ 52 h 67"/>
                  <a:gd name="T32" fmla="*/ 64 w 64"/>
                  <a:gd name="T33" fmla="*/ 53 h 67"/>
                  <a:gd name="T34" fmla="*/ 64 w 64"/>
                  <a:gd name="T35" fmla="*/ 54 h 67"/>
                  <a:gd name="T36" fmla="*/ 58 w 64"/>
                  <a:gd name="T37" fmla="*/ 56 h 67"/>
                  <a:gd name="T38" fmla="*/ 56 w 64"/>
                  <a:gd name="T39" fmla="*/ 59 h 67"/>
                  <a:gd name="T40" fmla="*/ 50 w 64"/>
                  <a:gd name="T41" fmla="*/ 60 h 67"/>
                  <a:gd name="T42" fmla="*/ 45 w 64"/>
                  <a:gd name="T43" fmla="*/ 56 h 67"/>
                  <a:gd name="T44" fmla="*/ 41 w 64"/>
                  <a:gd name="T45" fmla="*/ 49 h 67"/>
                  <a:gd name="T46" fmla="*/ 38 w 64"/>
                  <a:gd name="T47" fmla="*/ 45 h 67"/>
                  <a:gd name="T48" fmla="*/ 35 w 64"/>
                  <a:gd name="T49" fmla="*/ 42 h 67"/>
                  <a:gd name="T50" fmla="*/ 29 w 64"/>
                  <a:gd name="T51" fmla="*/ 49 h 67"/>
                  <a:gd name="T52" fmla="*/ 14 w 64"/>
                  <a:gd name="T53" fmla="*/ 61 h 67"/>
                  <a:gd name="T54" fmla="*/ 0 w 64"/>
                  <a:gd name="T55" fmla="*/ 67 h 67"/>
                  <a:gd name="T56" fmla="*/ 0 w 64"/>
                  <a:gd name="T57" fmla="*/ 66 h 67"/>
                  <a:gd name="T58" fmla="*/ 9 w 64"/>
                  <a:gd name="T59" fmla="*/ 60 h 67"/>
                  <a:gd name="T60" fmla="*/ 27 w 64"/>
                  <a:gd name="T61" fmla="*/ 40 h 67"/>
                  <a:gd name="T62" fmla="*/ 33 w 64"/>
                  <a:gd name="T63" fmla="*/ 31 h 67"/>
                  <a:gd name="T64" fmla="*/ 25 w 64"/>
                  <a:gd name="T65" fmla="*/ 23 h 67"/>
                  <a:gd name="T66" fmla="*/ 26 w 64"/>
                  <a:gd name="T67" fmla="*/ 23 h 67"/>
                  <a:gd name="T68" fmla="*/ 38 w 64"/>
                  <a:gd name="T69" fmla="*/ 23 h 67"/>
                  <a:gd name="T70" fmla="*/ 42 w 64"/>
                  <a:gd name="T71" fmla="*/ 16 h 67"/>
                  <a:gd name="T72" fmla="*/ 45 w 64"/>
                  <a:gd name="T73" fmla="*/ 10 h 67"/>
                  <a:gd name="T74" fmla="*/ 48 w 64"/>
                  <a:gd name="T75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64" h="67">
                    <a:moveTo>
                      <a:pt x="48" y="0"/>
                    </a:moveTo>
                    <a:cubicBezTo>
                      <a:pt x="52" y="0"/>
                      <a:pt x="52" y="2"/>
                      <a:pt x="54" y="4"/>
                    </a:cubicBezTo>
                    <a:cubicBezTo>
                      <a:pt x="54" y="5"/>
                      <a:pt x="54" y="6"/>
                      <a:pt x="54" y="7"/>
                    </a:cubicBezTo>
                    <a:cubicBezTo>
                      <a:pt x="54" y="8"/>
                      <a:pt x="53" y="9"/>
                      <a:pt x="52" y="10"/>
                    </a:cubicBezTo>
                    <a:cubicBezTo>
                      <a:pt x="51" y="12"/>
                      <a:pt x="51" y="13"/>
                      <a:pt x="50" y="15"/>
                    </a:cubicBezTo>
                    <a:cubicBezTo>
                      <a:pt x="49" y="17"/>
                      <a:pt x="48" y="19"/>
                      <a:pt x="47" y="21"/>
                    </a:cubicBezTo>
                    <a:cubicBezTo>
                      <a:pt x="49" y="21"/>
                      <a:pt x="50" y="21"/>
                      <a:pt x="51" y="21"/>
                    </a:cubicBezTo>
                    <a:cubicBezTo>
                      <a:pt x="51" y="20"/>
                      <a:pt x="51" y="20"/>
                      <a:pt x="51" y="20"/>
                    </a:cubicBezTo>
                    <a:cubicBezTo>
                      <a:pt x="54" y="20"/>
                      <a:pt x="57" y="20"/>
                      <a:pt x="60" y="20"/>
                    </a:cubicBezTo>
                    <a:cubicBezTo>
                      <a:pt x="60" y="21"/>
                      <a:pt x="60" y="21"/>
                      <a:pt x="60" y="22"/>
                    </a:cubicBezTo>
                    <a:cubicBezTo>
                      <a:pt x="59" y="22"/>
                      <a:pt x="59" y="23"/>
                      <a:pt x="58" y="24"/>
                    </a:cubicBezTo>
                    <a:cubicBezTo>
                      <a:pt x="56" y="25"/>
                      <a:pt x="53" y="26"/>
                      <a:pt x="51" y="27"/>
                    </a:cubicBezTo>
                    <a:cubicBezTo>
                      <a:pt x="49" y="28"/>
                      <a:pt x="47" y="28"/>
                      <a:pt x="45" y="29"/>
                    </a:cubicBezTo>
                    <a:cubicBezTo>
                      <a:pt x="43" y="30"/>
                      <a:pt x="38" y="38"/>
                      <a:pt x="37" y="40"/>
                    </a:cubicBezTo>
                    <a:cubicBezTo>
                      <a:pt x="42" y="43"/>
                      <a:pt x="46" y="48"/>
                      <a:pt x="52" y="51"/>
                    </a:cubicBezTo>
                    <a:cubicBezTo>
                      <a:pt x="55" y="52"/>
                      <a:pt x="60" y="52"/>
                      <a:pt x="64" y="52"/>
                    </a:cubicBezTo>
                    <a:cubicBezTo>
                      <a:pt x="64" y="52"/>
                      <a:pt x="64" y="52"/>
                      <a:pt x="64" y="53"/>
                    </a:cubicBezTo>
                    <a:cubicBezTo>
                      <a:pt x="64" y="53"/>
                      <a:pt x="64" y="53"/>
                      <a:pt x="64" y="54"/>
                    </a:cubicBezTo>
                    <a:cubicBezTo>
                      <a:pt x="62" y="54"/>
                      <a:pt x="59" y="55"/>
                      <a:pt x="58" y="56"/>
                    </a:cubicBezTo>
                    <a:cubicBezTo>
                      <a:pt x="57" y="57"/>
                      <a:pt x="57" y="58"/>
                      <a:pt x="56" y="59"/>
                    </a:cubicBezTo>
                    <a:cubicBezTo>
                      <a:pt x="55" y="60"/>
                      <a:pt x="52" y="60"/>
                      <a:pt x="50" y="60"/>
                    </a:cubicBezTo>
                    <a:cubicBezTo>
                      <a:pt x="49" y="58"/>
                      <a:pt x="46" y="58"/>
                      <a:pt x="45" y="56"/>
                    </a:cubicBezTo>
                    <a:cubicBezTo>
                      <a:pt x="44" y="54"/>
                      <a:pt x="43" y="51"/>
                      <a:pt x="41" y="49"/>
                    </a:cubicBezTo>
                    <a:cubicBezTo>
                      <a:pt x="41" y="47"/>
                      <a:pt x="39" y="46"/>
                      <a:pt x="38" y="45"/>
                    </a:cubicBezTo>
                    <a:cubicBezTo>
                      <a:pt x="38" y="44"/>
                      <a:pt x="37" y="42"/>
                      <a:pt x="35" y="42"/>
                    </a:cubicBezTo>
                    <a:cubicBezTo>
                      <a:pt x="34" y="45"/>
                      <a:pt x="31" y="47"/>
                      <a:pt x="29" y="49"/>
                    </a:cubicBezTo>
                    <a:cubicBezTo>
                      <a:pt x="25" y="55"/>
                      <a:pt x="20" y="58"/>
                      <a:pt x="14" y="61"/>
                    </a:cubicBezTo>
                    <a:cubicBezTo>
                      <a:pt x="10" y="64"/>
                      <a:pt x="6" y="67"/>
                      <a:pt x="0" y="67"/>
                    </a:cubicBezTo>
                    <a:cubicBezTo>
                      <a:pt x="0" y="67"/>
                      <a:pt x="0" y="67"/>
                      <a:pt x="0" y="66"/>
                    </a:cubicBezTo>
                    <a:cubicBezTo>
                      <a:pt x="4" y="65"/>
                      <a:pt x="6" y="62"/>
                      <a:pt x="9" y="60"/>
                    </a:cubicBezTo>
                    <a:cubicBezTo>
                      <a:pt x="16" y="55"/>
                      <a:pt x="22" y="48"/>
                      <a:pt x="27" y="40"/>
                    </a:cubicBezTo>
                    <a:cubicBezTo>
                      <a:pt x="29" y="37"/>
                      <a:pt x="32" y="34"/>
                      <a:pt x="33" y="31"/>
                    </a:cubicBezTo>
                    <a:cubicBezTo>
                      <a:pt x="30" y="30"/>
                      <a:pt x="25" y="26"/>
                      <a:pt x="25" y="23"/>
                    </a:cubicBezTo>
                    <a:cubicBezTo>
                      <a:pt x="25" y="23"/>
                      <a:pt x="26" y="23"/>
                      <a:pt x="26" y="23"/>
                    </a:cubicBezTo>
                    <a:cubicBezTo>
                      <a:pt x="29" y="25"/>
                      <a:pt x="34" y="24"/>
                      <a:pt x="38" y="23"/>
                    </a:cubicBezTo>
                    <a:cubicBezTo>
                      <a:pt x="39" y="21"/>
                      <a:pt x="41" y="19"/>
                      <a:pt x="42" y="16"/>
                    </a:cubicBezTo>
                    <a:cubicBezTo>
                      <a:pt x="43" y="14"/>
                      <a:pt x="44" y="12"/>
                      <a:pt x="45" y="10"/>
                    </a:cubicBezTo>
                    <a:cubicBezTo>
                      <a:pt x="46" y="7"/>
                      <a:pt x="48" y="4"/>
                      <a:pt x="4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27" name="iṡḻíďê"/>
              <p:cNvSpPr/>
              <p:nvPr/>
            </p:nvSpPr>
            <p:spPr bwMode="auto">
              <a:xfrm>
                <a:off x="6408738" y="3132138"/>
                <a:ext cx="171450" cy="85725"/>
              </a:xfrm>
              <a:custGeom>
                <a:avLst/>
                <a:gdLst>
                  <a:gd name="T0" fmla="*/ 6 w 32"/>
                  <a:gd name="T1" fmla="*/ 0 h 16"/>
                  <a:gd name="T2" fmla="*/ 17 w 32"/>
                  <a:gd name="T3" fmla="*/ 4 h 16"/>
                  <a:gd name="T4" fmla="*/ 18 w 32"/>
                  <a:gd name="T5" fmla="*/ 8 h 16"/>
                  <a:gd name="T6" fmla="*/ 24 w 32"/>
                  <a:gd name="T7" fmla="*/ 7 h 16"/>
                  <a:gd name="T8" fmla="*/ 25 w 32"/>
                  <a:gd name="T9" fmla="*/ 5 h 16"/>
                  <a:gd name="T10" fmla="*/ 31 w 32"/>
                  <a:gd name="T11" fmla="*/ 6 h 16"/>
                  <a:gd name="T12" fmla="*/ 32 w 32"/>
                  <a:gd name="T13" fmla="*/ 8 h 16"/>
                  <a:gd name="T14" fmla="*/ 31 w 32"/>
                  <a:gd name="T15" fmla="*/ 9 h 16"/>
                  <a:gd name="T16" fmla="*/ 14 w 32"/>
                  <a:gd name="T17" fmla="*/ 15 h 16"/>
                  <a:gd name="T18" fmla="*/ 14 w 32"/>
                  <a:gd name="T19" fmla="*/ 14 h 16"/>
                  <a:gd name="T20" fmla="*/ 16 w 32"/>
                  <a:gd name="T21" fmla="*/ 13 h 16"/>
                  <a:gd name="T22" fmla="*/ 16 w 32"/>
                  <a:gd name="T23" fmla="*/ 13 h 16"/>
                  <a:gd name="T24" fmla="*/ 15 w 32"/>
                  <a:gd name="T25" fmla="*/ 13 h 16"/>
                  <a:gd name="T26" fmla="*/ 13 w 32"/>
                  <a:gd name="T27" fmla="*/ 14 h 16"/>
                  <a:gd name="T28" fmla="*/ 0 w 32"/>
                  <a:gd name="T29" fmla="*/ 16 h 16"/>
                  <a:gd name="T30" fmla="*/ 0 w 32"/>
                  <a:gd name="T31" fmla="*/ 15 h 16"/>
                  <a:gd name="T32" fmla="*/ 9 w 32"/>
                  <a:gd name="T33" fmla="*/ 6 h 16"/>
                  <a:gd name="T34" fmla="*/ 6 w 32"/>
                  <a:gd name="T3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2" h="16">
                    <a:moveTo>
                      <a:pt x="6" y="0"/>
                    </a:moveTo>
                    <a:cubicBezTo>
                      <a:pt x="9" y="0"/>
                      <a:pt x="16" y="2"/>
                      <a:pt x="17" y="4"/>
                    </a:cubicBezTo>
                    <a:cubicBezTo>
                      <a:pt x="18" y="5"/>
                      <a:pt x="18" y="7"/>
                      <a:pt x="18" y="8"/>
                    </a:cubicBezTo>
                    <a:cubicBezTo>
                      <a:pt x="19" y="8"/>
                      <a:pt x="23" y="7"/>
                      <a:pt x="24" y="7"/>
                    </a:cubicBezTo>
                    <a:cubicBezTo>
                      <a:pt x="24" y="6"/>
                      <a:pt x="24" y="6"/>
                      <a:pt x="25" y="5"/>
                    </a:cubicBezTo>
                    <a:cubicBezTo>
                      <a:pt x="25" y="5"/>
                      <a:pt x="30" y="6"/>
                      <a:pt x="31" y="6"/>
                    </a:cubicBezTo>
                    <a:cubicBezTo>
                      <a:pt x="32" y="6"/>
                      <a:pt x="32" y="7"/>
                      <a:pt x="32" y="8"/>
                    </a:cubicBezTo>
                    <a:cubicBezTo>
                      <a:pt x="32" y="8"/>
                      <a:pt x="32" y="9"/>
                      <a:pt x="31" y="9"/>
                    </a:cubicBezTo>
                    <a:cubicBezTo>
                      <a:pt x="25" y="10"/>
                      <a:pt x="21" y="15"/>
                      <a:pt x="14" y="15"/>
                    </a:cubicBezTo>
                    <a:cubicBezTo>
                      <a:pt x="14" y="15"/>
                      <a:pt x="14" y="15"/>
                      <a:pt x="14" y="14"/>
                    </a:cubicBezTo>
                    <a:cubicBezTo>
                      <a:pt x="15" y="14"/>
                      <a:pt x="15" y="13"/>
                      <a:pt x="16" y="13"/>
                    </a:cubicBezTo>
                    <a:cubicBezTo>
                      <a:pt x="16" y="13"/>
                      <a:pt x="16" y="13"/>
                      <a:pt x="16" y="13"/>
                    </a:cubicBezTo>
                    <a:cubicBezTo>
                      <a:pt x="16" y="13"/>
                      <a:pt x="15" y="13"/>
                      <a:pt x="15" y="13"/>
                    </a:cubicBezTo>
                    <a:cubicBezTo>
                      <a:pt x="14" y="13"/>
                      <a:pt x="14" y="13"/>
                      <a:pt x="13" y="14"/>
                    </a:cubicBezTo>
                    <a:cubicBezTo>
                      <a:pt x="9" y="15"/>
                      <a:pt x="5" y="16"/>
                      <a:pt x="0" y="16"/>
                    </a:cubicBezTo>
                    <a:cubicBezTo>
                      <a:pt x="0" y="16"/>
                      <a:pt x="0" y="15"/>
                      <a:pt x="0" y="15"/>
                    </a:cubicBezTo>
                    <a:cubicBezTo>
                      <a:pt x="4" y="15"/>
                      <a:pt x="9" y="11"/>
                      <a:pt x="9" y="6"/>
                    </a:cubicBezTo>
                    <a:cubicBezTo>
                      <a:pt x="8" y="6"/>
                      <a:pt x="6" y="0"/>
                      <a:pt x="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28" name="iś1iḓe"/>
              <p:cNvSpPr/>
              <p:nvPr/>
            </p:nvSpPr>
            <p:spPr bwMode="auto">
              <a:xfrm>
                <a:off x="6376988" y="3235325"/>
                <a:ext cx="160338" cy="90488"/>
              </a:xfrm>
              <a:custGeom>
                <a:avLst/>
                <a:gdLst>
                  <a:gd name="T0" fmla="*/ 21 w 30"/>
                  <a:gd name="T1" fmla="*/ 8 h 17"/>
                  <a:gd name="T2" fmla="*/ 22 w 30"/>
                  <a:gd name="T3" fmla="*/ 3 h 17"/>
                  <a:gd name="T4" fmla="*/ 22 w 30"/>
                  <a:gd name="T5" fmla="*/ 3 h 17"/>
                  <a:gd name="T6" fmla="*/ 21 w 30"/>
                  <a:gd name="T7" fmla="*/ 3 h 17"/>
                  <a:gd name="T8" fmla="*/ 16 w 30"/>
                  <a:gd name="T9" fmla="*/ 9 h 17"/>
                  <a:gd name="T10" fmla="*/ 6 w 30"/>
                  <a:gd name="T11" fmla="*/ 13 h 17"/>
                  <a:gd name="T12" fmla="*/ 0 w 30"/>
                  <a:gd name="T13" fmla="*/ 13 h 17"/>
                  <a:gd name="T14" fmla="*/ 1 w 30"/>
                  <a:gd name="T15" fmla="*/ 11 h 17"/>
                  <a:gd name="T16" fmla="*/ 4 w 30"/>
                  <a:gd name="T17" fmla="*/ 9 h 17"/>
                  <a:gd name="T18" fmla="*/ 11 w 30"/>
                  <a:gd name="T19" fmla="*/ 3 h 17"/>
                  <a:gd name="T20" fmla="*/ 11 w 30"/>
                  <a:gd name="T21" fmla="*/ 6 h 17"/>
                  <a:gd name="T22" fmla="*/ 11 w 30"/>
                  <a:gd name="T23" fmla="*/ 6 h 17"/>
                  <a:gd name="T24" fmla="*/ 15 w 30"/>
                  <a:gd name="T25" fmla="*/ 5 h 17"/>
                  <a:gd name="T26" fmla="*/ 25 w 30"/>
                  <a:gd name="T27" fmla="*/ 1 h 17"/>
                  <a:gd name="T28" fmla="*/ 29 w 30"/>
                  <a:gd name="T29" fmla="*/ 2 h 17"/>
                  <a:gd name="T30" fmla="*/ 30 w 30"/>
                  <a:gd name="T31" fmla="*/ 3 h 17"/>
                  <a:gd name="T32" fmla="*/ 28 w 30"/>
                  <a:gd name="T33" fmla="*/ 7 h 17"/>
                  <a:gd name="T34" fmla="*/ 21 w 30"/>
                  <a:gd name="T35" fmla="*/ 8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" h="17">
                    <a:moveTo>
                      <a:pt x="21" y="8"/>
                    </a:moveTo>
                    <a:cubicBezTo>
                      <a:pt x="21" y="6"/>
                      <a:pt x="23" y="4"/>
                      <a:pt x="22" y="3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4"/>
                      <a:pt x="18" y="7"/>
                      <a:pt x="16" y="9"/>
                    </a:cubicBezTo>
                    <a:cubicBezTo>
                      <a:pt x="13" y="11"/>
                      <a:pt x="9" y="12"/>
                      <a:pt x="6" y="13"/>
                    </a:cubicBezTo>
                    <a:cubicBezTo>
                      <a:pt x="4" y="14"/>
                      <a:pt x="0" y="17"/>
                      <a:pt x="0" y="13"/>
                    </a:cubicBezTo>
                    <a:cubicBezTo>
                      <a:pt x="1" y="13"/>
                      <a:pt x="1" y="12"/>
                      <a:pt x="1" y="11"/>
                    </a:cubicBezTo>
                    <a:cubicBezTo>
                      <a:pt x="2" y="10"/>
                      <a:pt x="3" y="9"/>
                      <a:pt x="4" y="9"/>
                    </a:cubicBezTo>
                    <a:cubicBezTo>
                      <a:pt x="6" y="7"/>
                      <a:pt x="9" y="4"/>
                      <a:pt x="11" y="3"/>
                    </a:cubicBezTo>
                    <a:cubicBezTo>
                      <a:pt x="11" y="4"/>
                      <a:pt x="11" y="5"/>
                      <a:pt x="11" y="6"/>
                    </a:cubicBezTo>
                    <a:cubicBezTo>
                      <a:pt x="11" y="6"/>
                      <a:pt x="11" y="6"/>
                      <a:pt x="11" y="6"/>
                    </a:cubicBezTo>
                    <a:cubicBezTo>
                      <a:pt x="13" y="5"/>
                      <a:pt x="14" y="5"/>
                      <a:pt x="15" y="5"/>
                    </a:cubicBezTo>
                    <a:cubicBezTo>
                      <a:pt x="18" y="3"/>
                      <a:pt x="21" y="0"/>
                      <a:pt x="25" y="1"/>
                    </a:cubicBezTo>
                    <a:cubicBezTo>
                      <a:pt x="26" y="1"/>
                      <a:pt x="28" y="2"/>
                      <a:pt x="29" y="2"/>
                    </a:cubicBezTo>
                    <a:cubicBezTo>
                      <a:pt x="29" y="3"/>
                      <a:pt x="29" y="3"/>
                      <a:pt x="30" y="3"/>
                    </a:cubicBezTo>
                    <a:cubicBezTo>
                      <a:pt x="30" y="5"/>
                      <a:pt x="30" y="7"/>
                      <a:pt x="28" y="7"/>
                    </a:cubicBezTo>
                    <a:cubicBezTo>
                      <a:pt x="28" y="8"/>
                      <a:pt x="23" y="8"/>
                      <a:pt x="21" y="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29" name="îšlíḑè"/>
              <p:cNvSpPr/>
              <p:nvPr/>
            </p:nvSpPr>
            <p:spPr bwMode="auto">
              <a:xfrm>
                <a:off x="6307138" y="3316288"/>
                <a:ext cx="300038" cy="198438"/>
              </a:xfrm>
              <a:custGeom>
                <a:avLst/>
                <a:gdLst>
                  <a:gd name="T0" fmla="*/ 29 w 56"/>
                  <a:gd name="T1" fmla="*/ 0 h 37"/>
                  <a:gd name="T2" fmla="*/ 31 w 56"/>
                  <a:gd name="T3" fmla="*/ 0 h 37"/>
                  <a:gd name="T4" fmla="*/ 34 w 56"/>
                  <a:gd name="T5" fmla="*/ 2 h 37"/>
                  <a:gd name="T6" fmla="*/ 36 w 56"/>
                  <a:gd name="T7" fmla="*/ 6 h 37"/>
                  <a:gd name="T8" fmla="*/ 35 w 56"/>
                  <a:gd name="T9" fmla="*/ 10 h 37"/>
                  <a:gd name="T10" fmla="*/ 33 w 56"/>
                  <a:gd name="T11" fmla="*/ 13 h 37"/>
                  <a:gd name="T12" fmla="*/ 36 w 56"/>
                  <a:gd name="T13" fmla="*/ 17 h 37"/>
                  <a:gd name="T14" fmla="*/ 44 w 56"/>
                  <a:gd name="T15" fmla="*/ 27 h 37"/>
                  <a:gd name="T16" fmla="*/ 47 w 56"/>
                  <a:gd name="T17" fmla="*/ 30 h 37"/>
                  <a:gd name="T18" fmla="*/ 56 w 56"/>
                  <a:gd name="T19" fmla="*/ 34 h 37"/>
                  <a:gd name="T20" fmla="*/ 53 w 56"/>
                  <a:gd name="T21" fmla="*/ 35 h 37"/>
                  <a:gd name="T22" fmla="*/ 50 w 56"/>
                  <a:gd name="T23" fmla="*/ 35 h 37"/>
                  <a:gd name="T24" fmla="*/ 46 w 56"/>
                  <a:gd name="T25" fmla="*/ 36 h 37"/>
                  <a:gd name="T26" fmla="*/ 39 w 56"/>
                  <a:gd name="T27" fmla="*/ 35 h 37"/>
                  <a:gd name="T28" fmla="*/ 33 w 56"/>
                  <a:gd name="T29" fmla="*/ 26 h 37"/>
                  <a:gd name="T30" fmla="*/ 28 w 56"/>
                  <a:gd name="T31" fmla="*/ 17 h 37"/>
                  <a:gd name="T32" fmla="*/ 28 w 56"/>
                  <a:gd name="T33" fmla="*/ 17 h 37"/>
                  <a:gd name="T34" fmla="*/ 12 w 56"/>
                  <a:gd name="T35" fmla="*/ 32 h 37"/>
                  <a:gd name="T36" fmla="*/ 0 w 56"/>
                  <a:gd name="T37" fmla="*/ 35 h 37"/>
                  <a:gd name="T38" fmla="*/ 0 w 56"/>
                  <a:gd name="T39" fmla="*/ 34 h 37"/>
                  <a:gd name="T40" fmla="*/ 0 w 56"/>
                  <a:gd name="T41" fmla="*/ 34 h 37"/>
                  <a:gd name="T42" fmla="*/ 3 w 56"/>
                  <a:gd name="T43" fmla="*/ 34 h 37"/>
                  <a:gd name="T44" fmla="*/ 9 w 56"/>
                  <a:gd name="T45" fmla="*/ 30 h 37"/>
                  <a:gd name="T46" fmla="*/ 15 w 56"/>
                  <a:gd name="T47" fmla="*/ 24 h 37"/>
                  <a:gd name="T48" fmla="*/ 19 w 56"/>
                  <a:gd name="T49" fmla="*/ 19 h 37"/>
                  <a:gd name="T50" fmla="*/ 24 w 56"/>
                  <a:gd name="T51" fmla="*/ 11 h 37"/>
                  <a:gd name="T52" fmla="*/ 18 w 56"/>
                  <a:gd name="T53" fmla="*/ 1 h 37"/>
                  <a:gd name="T54" fmla="*/ 26 w 56"/>
                  <a:gd name="T55" fmla="*/ 7 h 37"/>
                  <a:gd name="T56" fmla="*/ 26 w 56"/>
                  <a:gd name="T57" fmla="*/ 7 h 37"/>
                  <a:gd name="T58" fmla="*/ 26 w 56"/>
                  <a:gd name="T59" fmla="*/ 7 h 37"/>
                  <a:gd name="T60" fmla="*/ 29 w 56"/>
                  <a:gd name="T61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56" h="37">
                    <a:moveTo>
                      <a:pt x="29" y="0"/>
                    </a:moveTo>
                    <a:cubicBezTo>
                      <a:pt x="30" y="0"/>
                      <a:pt x="30" y="0"/>
                      <a:pt x="31" y="0"/>
                    </a:cubicBezTo>
                    <a:cubicBezTo>
                      <a:pt x="31" y="1"/>
                      <a:pt x="33" y="1"/>
                      <a:pt x="34" y="2"/>
                    </a:cubicBezTo>
                    <a:cubicBezTo>
                      <a:pt x="35" y="4"/>
                      <a:pt x="35" y="5"/>
                      <a:pt x="36" y="6"/>
                    </a:cubicBezTo>
                    <a:cubicBezTo>
                      <a:pt x="36" y="7"/>
                      <a:pt x="36" y="9"/>
                      <a:pt x="35" y="10"/>
                    </a:cubicBezTo>
                    <a:cubicBezTo>
                      <a:pt x="34" y="11"/>
                      <a:pt x="33" y="11"/>
                      <a:pt x="33" y="13"/>
                    </a:cubicBezTo>
                    <a:cubicBezTo>
                      <a:pt x="34" y="15"/>
                      <a:pt x="35" y="16"/>
                      <a:pt x="36" y="17"/>
                    </a:cubicBezTo>
                    <a:cubicBezTo>
                      <a:pt x="38" y="21"/>
                      <a:pt x="41" y="24"/>
                      <a:pt x="44" y="27"/>
                    </a:cubicBezTo>
                    <a:cubicBezTo>
                      <a:pt x="45" y="28"/>
                      <a:pt x="46" y="29"/>
                      <a:pt x="47" y="30"/>
                    </a:cubicBezTo>
                    <a:cubicBezTo>
                      <a:pt x="49" y="31"/>
                      <a:pt x="56" y="32"/>
                      <a:pt x="56" y="34"/>
                    </a:cubicBezTo>
                    <a:cubicBezTo>
                      <a:pt x="55" y="34"/>
                      <a:pt x="54" y="35"/>
                      <a:pt x="53" y="35"/>
                    </a:cubicBezTo>
                    <a:cubicBezTo>
                      <a:pt x="52" y="35"/>
                      <a:pt x="51" y="35"/>
                      <a:pt x="50" y="35"/>
                    </a:cubicBezTo>
                    <a:cubicBezTo>
                      <a:pt x="48" y="35"/>
                      <a:pt x="47" y="36"/>
                      <a:pt x="46" y="36"/>
                    </a:cubicBezTo>
                    <a:cubicBezTo>
                      <a:pt x="43" y="37"/>
                      <a:pt x="41" y="36"/>
                      <a:pt x="39" y="35"/>
                    </a:cubicBezTo>
                    <a:cubicBezTo>
                      <a:pt x="35" y="32"/>
                      <a:pt x="35" y="31"/>
                      <a:pt x="33" y="26"/>
                    </a:cubicBezTo>
                    <a:cubicBezTo>
                      <a:pt x="31" y="23"/>
                      <a:pt x="30" y="20"/>
                      <a:pt x="28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3" y="24"/>
                      <a:pt x="19" y="27"/>
                      <a:pt x="12" y="32"/>
                    </a:cubicBezTo>
                    <a:cubicBezTo>
                      <a:pt x="9" y="34"/>
                      <a:pt x="6" y="36"/>
                      <a:pt x="0" y="35"/>
                    </a:cubicBezTo>
                    <a:cubicBezTo>
                      <a:pt x="0" y="35"/>
                      <a:pt x="0" y="34"/>
                      <a:pt x="0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2" y="34"/>
                      <a:pt x="3" y="34"/>
                    </a:cubicBezTo>
                    <a:cubicBezTo>
                      <a:pt x="5" y="33"/>
                      <a:pt x="7" y="32"/>
                      <a:pt x="9" y="30"/>
                    </a:cubicBezTo>
                    <a:cubicBezTo>
                      <a:pt x="11" y="29"/>
                      <a:pt x="13" y="26"/>
                      <a:pt x="15" y="24"/>
                    </a:cubicBezTo>
                    <a:cubicBezTo>
                      <a:pt x="16" y="22"/>
                      <a:pt x="18" y="21"/>
                      <a:pt x="19" y="19"/>
                    </a:cubicBezTo>
                    <a:cubicBezTo>
                      <a:pt x="21" y="16"/>
                      <a:pt x="22" y="13"/>
                      <a:pt x="24" y="11"/>
                    </a:cubicBezTo>
                    <a:cubicBezTo>
                      <a:pt x="23" y="7"/>
                      <a:pt x="18" y="4"/>
                      <a:pt x="18" y="1"/>
                    </a:cubicBezTo>
                    <a:cubicBezTo>
                      <a:pt x="21" y="1"/>
                      <a:pt x="25" y="5"/>
                      <a:pt x="26" y="7"/>
                    </a:cubicBezTo>
                    <a:cubicBezTo>
                      <a:pt x="26" y="7"/>
                      <a:pt x="26" y="7"/>
                      <a:pt x="26" y="7"/>
                    </a:cubicBezTo>
                    <a:cubicBezTo>
                      <a:pt x="26" y="7"/>
                      <a:pt x="26" y="7"/>
                      <a:pt x="26" y="7"/>
                    </a:cubicBezTo>
                    <a:cubicBezTo>
                      <a:pt x="28" y="5"/>
                      <a:pt x="29" y="2"/>
                      <a:pt x="2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0" name="ïŝľíḋe"/>
              <p:cNvSpPr/>
              <p:nvPr/>
            </p:nvSpPr>
            <p:spPr bwMode="auto">
              <a:xfrm>
                <a:off x="6751638" y="3121025"/>
                <a:ext cx="185738" cy="134938"/>
              </a:xfrm>
              <a:custGeom>
                <a:avLst/>
                <a:gdLst>
                  <a:gd name="T0" fmla="*/ 17 w 35"/>
                  <a:gd name="T1" fmla="*/ 25 h 25"/>
                  <a:gd name="T2" fmla="*/ 17 w 35"/>
                  <a:gd name="T3" fmla="*/ 24 h 25"/>
                  <a:gd name="T4" fmla="*/ 22 w 35"/>
                  <a:gd name="T5" fmla="*/ 19 h 25"/>
                  <a:gd name="T6" fmla="*/ 22 w 35"/>
                  <a:gd name="T7" fmla="*/ 19 h 25"/>
                  <a:gd name="T8" fmla="*/ 21 w 35"/>
                  <a:gd name="T9" fmla="*/ 15 h 25"/>
                  <a:gd name="T10" fmla="*/ 27 w 35"/>
                  <a:gd name="T11" fmla="*/ 8 h 25"/>
                  <a:gd name="T12" fmla="*/ 26 w 35"/>
                  <a:gd name="T13" fmla="*/ 8 h 25"/>
                  <a:gd name="T14" fmla="*/ 22 w 35"/>
                  <a:gd name="T15" fmla="*/ 10 h 25"/>
                  <a:gd name="T16" fmla="*/ 15 w 35"/>
                  <a:gd name="T17" fmla="*/ 17 h 25"/>
                  <a:gd name="T18" fmla="*/ 11 w 35"/>
                  <a:gd name="T19" fmla="*/ 21 h 25"/>
                  <a:gd name="T20" fmla="*/ 0 w 35"/>
                  <a:gd name="T21" fmla="*/ 20 h 25"/>
                  <a:gd name="T22" fmla="*/ 10 w 35"/>
                  <a:gd name="T23" fmla="*/ 13 h 25"/>
                  <a:gd name="T24" fmla="*/ 22 w 35"/>
                  <a:gd name="T25" fmla="*/ 5 h 25"/>
                  <a:gd name="T26" fmla="*/ 24 w 35"/>
                  <a:gd name="T27" fmla="*/ 3 h 25"/>
                  <a:gd name="T28" fmla="*/ 28 w 35"/>
                  <a:gd name="T29" fmla="*/ 2 h 25"/>
                  <a:gd name="T30" fmla="*/ 29 w 35"/>
                  <a:gd name="T31" fmla="*/ 0 h 25"/>
                  <a:gd name="T32" fmla="*/ 34 w 35"/>
                  <a:gd name="T33" fmla="*/ 0 h 25"/>
                  <a:gd name="T34" fmla="*/ 34 w 35"/>
                  <a:gd name="T35" fmla="*/ 0 h 25"/>
                  <a:gd name="T36" fmla="*/ 35 w 35"/>
                  <a:gd name="T37" fmla="*/ 4 h 25"/>
                  <a:gd name="T38" fmla="*/ 33 w 35"/>
                  <a:gd name="T39" fmla="*/ 7 h 25"/>
                  <a:gd name="T40" fmla="*/ 31 w 35"/>
                  <a:gd name="T41" fmla="*/ 9 h 25"/>
                  <a:gd name="T42" fmla="*/ 26 w 35"/>
                  <a:gd name="T43" fmla="*/ 15 h 25"/>
                  <a:gd name="T44" fmla="*/ 26 w 35"/>
                  <a:gd name="T45" fmla="*/ 15 h 25"/>
                  <a:gd name="T46" fmla="*/ 29 w 35"/>
                  <a:gd name="T47" fmla="*/ 18 h 25"/>
                  <a:gd name="T48" fmla="*/ 29 w 35"/>
                  <a:gd name="T49" fmla="*/ 19 h 25"/>
                  <a:gd name="T50" fmla="*/ 17 w 35"/>
                  <a:gd name="T51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5" h="25">
                    <a:moveTo>
                      <a:pt x="17" y="25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9" y="23"/>
                      <a:pt x="21" y="21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1" y="18"/>
                      <a:pt x="21" y="16"/>
                      <a:pt x="21" y="15"/>
                    </a:cubicBezTo>
                    <a:cubicBezTo>
                      <a:pt x="23" y="12"/>
                      <a:pt x="25" y="10"/>
                      <a:pt x="27" y="8"/>
                    </a:cubicBezTo>
                    <a:cubicBezTo>
                      <a:pt x="27" y="8"/>
                      <a:pt x="26" y="8"/>
                      <a:pt x="26" y="8"/>
                    </a:cubicBezTo>
                    <a:cubicBezTo>
                      <a:pt x="25" y="9"/>
                      <a:pt x="24" y="10"/>
                      <a:pt x="22" y="10"/>
                    </a:cubicBezTo>
                    <a:cubicBezTo>
                      <a:pt x="20" y="12"/>
                      <a:pt x="18" y="15"/>
                      <a:pt x="15" y="17"/>
                    </a:cubicBezTo>
                    <a:cubicBezTo>
                      <a:pt x="14" y="18"/>
                      <a:pt x="13" y="20"/>
                      <a:pt x="11" y="21"/>
                    </a:cubicBezTo>
                    <a:cubicBezTo>
                      <a:pt x="9" y="22"/>
                      <a:pt x="0" y="23"/>
                      <a:pt x="0" y="20"/>
                    </a:cubicBezTo>
                    <a:cubicBezTo>
                      <a:pt x="4" y="19"/>
                      <a:pt x="6" y="16"/>
                      <a:pt x="10" y="13"/>
                    </a:cubicBezTo>
                    <a:cubicBezTo>
                      <a:pt x="14" y="10"/>
                      <a:pt x="18" y="8"/>
                      <a:pt x="22" y="5"/>
                    </a:cubicBezTo>
                    <a:cubicBezTo>
                      <a:pt x="23" y="5"/>
                      <a:pt x="24" y="4"/>
                      <a:pt x="24" y="3"/>
                    </a:cubicBezTo>
                    <a:cubicBezTo>
                      <a:pt x="26" y="3"/>
                      <a:pt x="27" y="3"/>
                      <a:pt x="28" y="2"/>
                    </a:cubicBezTo>
                    <a:cubicBezTo>
                      <a:pt x="28" y="1"/>
                      <a:pt x="29" y="1"/>
                      <a:pt x="29" y="0"/>
                    </a:cubicBezTo>
                    <a:cubicBezTo>
                      <a:pt x="31" y="0"/>
                      <a:pt x="32" y="0"/>
                      <a:pt x="34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5" y="1"/>
                      <a:pt x="35" y="2"/>
                      <a:pt x="35" y="4"/>
                    </a:cubicBezTo>
                    <a:cubicBezTo>
                      <a:pt x="34" y="5"/>
                      <a:pt x="34" y="6"/>
                      <a:pt x="33" y="7"/>
                    </a:cubicBezTo>
                    <a:cubicBezTo>
                      <a:pt x="32" y="8"/>
                      <a:pt x="31" y="9"/>
                      <a:pt x="31" y="9"/>
                    </a:cubicBezTo>
                    <a:cubicBezTo>
                      <a:pt x="29" y="11"/>
                      <a:pt x="28" y="13"/>
                      <a:pt x="26" y="15"/>
                    </a:cubicBezTo>
                    <a:cubicBezTo>
                      <a:pt x="26" y="15"/>
                      <a:pt x="26" y="15"/>
                      <a:pt x="26" y="15"/>
                    </a:cubicBezTo>
                    <a:cubicBezTo>
                      <a:pt x="27" y="16"/>
                      <a:pt x="28" y="17"/>
                      <a:pt x="29" y="18"/>
                    </a:cubicBezTo>
                    <a:cubicBezTo>
                      <a:pt x="29" y="18"/>
                      <a:pt x="29" y="19"/>
                      <a:pt x="29" y="19"/>
                    </a:cubicBezTo>
                    <a:cubicBezTo>
                      <a:pt x="27" y="22"/>
                      <a:pt x="22" y="25"/>
                      <a:pt x="17" y="2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1" name="îṥ1ïḓê"/>
              <p:cNvSpPr/>
              <p:nvPr/>
            </p:nvSpPr>
            <p:spPr bwMode="auto">
              <a:xfrm>
                <a:off x="6713538" y="3325813"/>
                <a:ext cx="42863" cy="60325"/>
              </a:xfrm>
              <a:custGeom>
                <a:avLst/>
                <a:gdLst>
                  <a:gd name="T0" fmla="*/ 0 w 8"/>
                  <a:gd name="T1" fmla="*/ 0 h 11"/>
                  <a:gd name="T2" fmla="*/ 8 w 8"/>
                  <a:gd name="T3" fmla="*/ 10 h 11"/>
                  <a:gd name="T4" fmla="*/ 4 w 8"/>
                  <a:gd name="T5" fmla="*/ 11 h 11"/>
                  <a:gd name="T6" fmla="*/ 2 w 8"/>
                  <a:gd name="T7" fmla="*/ 10 h 11"/>
                  <a:gd name="T8" fmla="*/ 2 w 8"/>
                  <a:gd name="T9" fmla="*/ 8 h 11"/>
                  <a:gd name="T10" fmla="*/ 0 w 8"/>
                  <a:gd name="T11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11">
                    <a:moveTo>
                      <a:pt x="0" y="0"/>
                    </a:moveTo>
                    <a:cubicBezTo>
                      <a:pt x="4" y="0"/>
                      <a:pt x="8" y="5"/>
                      <a:pt x="8" y="10"/>
                    </a:cubicBezTo>
                    <a:cubicBezTo>
                      <a:pt x="7" y="10"/>
                      <a:pt x="6" y="11"/>
                      <a:pt x="4" y="11"/>
                    </a:cubicBezTo>
                    <a:cubicBezTo>
                      <a:pt x="4" y="10"/>
                      <a:pt x="3" y="10"/>
                      <a:pt x="2" y="10"/>
                    </a:cubicBezTo>
                    <a:cubicBezTo>
                      <a:pt x="2" y="9"/>
                      <a:pt x="2" y="9"/>
                      <a:pt x="2" y="8"/>
                    </a:cubicBezTo>
                    <a:cubicBezTo>
                      <a:pt x="1" y="6"/>
                      <a:pt x="0" y="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2" name="îśḷiďé"/>
              <p:cNvSpPr/>
              <p:nvPr/>
            </p:nvSpPr>
            <p:spPr bwMode="auto">
              <a:xfrm>
                <a:off x="6734175" y="3413125"/>
                <a:ext cx="26988" cy="38100"/>
              </a:xfrm>
              <a:custGeom>
                <a:avLst/>
                <a:gdLst>
                  <a:gd name="T0" fmla="*/ 0 w 5"/>
                  <a:gd name="T1" fmla="*/ 0 h 7"/>
                  <a:gd name="T2" fmla="*/ 1 w 5"/>
                  <a:gd name="T3" fmla="*/ 0 h 7"/>
                  <a:gd name="T4" fmla="*/ 5 w 5"/>
                  <a:gd name="T5" fmla="*/ 6 h 7"/>
                  <a:gd name="T6" fmla="*/ 3 w 5"/>
                  <a:gd name="T7" fmla="*/ 7 h 7"/>
                  <a:gd name="T8" fmla="*/ 1 w 5"/>
                  <a:gd name="T9" fmla="*/ 6 h 7"/>
                  <a:gd name="T10" fmla="*/ 1 w 5"/>
                  <a:gd name="T11" fmla="*/ 5 h 7"/>
                  <a:gd name="T12" fmla="*/ 0 w 5"/>
                  <a:gd name="T13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7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3" y="2"/>
                      <a:pt x="5" y="2"/>
                      <a:pt x="5" y="6"/>
                    </a:cubicBezTo>
                    <a:cubicBezTo>
                      <a:pt x="4" y="6"/>
                      <a:pt x="4" y="6"/>
                      <a:pt x="3" y="7"/>
                    </a:cubicBezTo>
                    <a:cubicBezTo>
                      <a:pt x="2" y="7"/>
                      <a:pt x="2" y="7"/>
                      <a:pt x="1" y="6"/>
                    </a:cubicBezTo>
                    <a:cubicBezTo>
                      <a:pt x="1" y="6"/>
                      <a:pt x="1" y="6"/>
                      <a:pt x="1" y="5"/>
                    </a:cubicBezTo>
                    <a:cubicBezTo>
                      <a:pt x="2" y="3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3" name="ïṩļïdè"/>
              <p:cNvSpPr/>
              <p:nvPr/>
            </p:nvSpPr>
            <p:spPr bwMode="auto">
              <a:xfrm>
                <a:off x="6681788" y="3440113"/>
                <a:ext cx="266700" cy="101600"/>
              </a:xfrm>
              <a:custGeom>
                <a:avLst/>
                <a:gdLst>
                  <a:gd name="T0" fmla="*/ 0 w 50"/>
                  <a:gd name="T1" fmla="*/ 0 h 19"/>
                  <a:gd name="T2" fmla="*/ 9 w 50"/>
                  <a:gd name="T3" fmla="*/ 2 h 19"/>
                  <a:gd name="T4" fmla="*/ 18 w 50"/>
                  <a:gd name="T5" fmla="*/ 4 h 19"/>
                  <a:gd name="T6" fmla="*/ 37 w 50"/>
                  <a:gd name="T7" fmla="*/ 10 h 19"/>
                  <a:gd name="T8" fmla="*/ 50 w 50"/>
                  <a:gd name="T9" fmla="*/ 9 h 19"/>
                  <a:gd name="T10" fmla="*/ 50 w 50"/>
                  <a:gd name="T11" fmla="*/ 10 h 19"/>
                  <a:gd name="T12" fmla="*/ 50 w 50"/>
                  <a:gd name="T13" fmla="*/ 11 h 19"/>
                  <a:gd name="T14" fmla="*/ 46 w 50"/>
                  <a:gd name="T15" fmla="*/ 13 h 19"/>
                  <a:gd name="T16" fmla="*/ 42 w 50"/>
                  <a:gd name="T17" fmla="*/ 14 h 19"/>
                  <a:gd name="T18" fmla="*/ 38 w 50"/>
                  <a:gd name="T19" fmla="*/ 18 h 19"/>
                  <a:gd name="T20" fmla="*/ 25 w 50"/>
                  <a:gd name="T21" fmla="*/ 13 h 19"/>
                  <a:gd name="T22" fmla="*/ 11 w 50"/>
                  <a:gd name="T23" fmla="*/ 6 h 19"/>
                  <a:gd name="T24" fmla="*/ 0 w 50"/>
                  <a:gd name="T25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" h="19">
                    <a:moveTo>
                      <a:pt x="0" y="0"/>
                    </a:moveTo>
                    <a:cubicBezTo>
                      <a:pt x="3" y="0"/>
                      <a:pt x="7" y="1"/>
                      <a:pt x="9" y="2"/>
                    </a:cubicBezTo>
                    <a:cubicBezTo>
                      <a:pt x="12" y="3"/>
                      <a:pt x="15" y="3"/>
                      <a:pt x="18" y="4"/>
                    </a:cubicBezTo>
                    <a:cubicBezTo>
                      <a:pt x="24" y="6"/>
                      <a:pt x="30" y="8"/>
                      <a:pt x="37" y="10"/>
                    </a:cubicBezTo>
                    <a:cubicBezTo>
                      <a:pt x="40" y="11"/>
                      <a:pt x="46" y="9"/>
                      <a:pt x="50" y="9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11"/>
                      <a:pt x="50" y="10"/>
                      <a:pt x="50" y="11"/>
                    </a:cubicBezTo>
                    <a:cubicBezTo>
                      <a:pt x="49" y="11"/>
                      <a:pt x="48" y="12"/>
                      <a:pt x="46" y="13"/>
                    </a:cubicBezTo>
                    <a:cubicBezTo>
                      <a:pt x="45" y="14"/>
                      <a:pt x="43" y="14"/>
                      <a:pt x="42" y="14"/>
                    </a:cubicBezTo>
                    <a:cubicBezTo>
                      <a:pt x="41" y="15"/>
                      <a:pt x="38" y="18"/>
                      <a:pt x="38" y="18"/>
                    </a:cubicBezTo>
                    <a:cubicBezTo>
                      <a:pt x="31" y="19"/>
                      <a:pt x="29" y="15"/>
                      <a:pt x="25" y="13"/>
                    </a:cubicBezTo>
                    <a:cubicBezTo>
                      <a:pt x="21" y="10"/>
                      <a:pt x="16" y="8"/>
                      <a:pt x="11" y="6"/>
                    </a:cubicBezTo>
                    <a:cubicBezTo>
                      <a:pt x="7" y="4"/>
                      <a:pt x="1" y="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4" name="îşľïḓe"/>
              <p:cNvSpPr/>
              <p:nvPr/>
            </p:nvSpPr>
            <p:spPr bwMode="auto">
              <a:xfrm>
                <a:off x="6761163" y="3240088"/>
                <a:ext cx="171450" cy="215900"/>
              </a:xfrm>
              <a:custGeom>
                <a:avLst/>
                <a:gdLst>
                  <a:gd name="T0" fmla="*/ 7 w 32"/>
                  <a:gd name="T1" fmla="*/ 13 h 40"/>
                  <a:gd name="T2" fmla="*/ 7 w 32"/>
                  <a:gd name="T3" fmla="*/ 17 h 40"/>
                  <a:gd name="T4" fmla="*/ 7 w 32"/>
                  <a:gd name="T5" fmla="*/ 17 h 40"/>
                  <a:gd name="T6" fmla="*/ 11 w 32"/>
                  <a:gd name="T7" fmla="*/ 12 h 40"/>
                  <a:gd name="T8" fmla="*/ 20 w 32"/>
                  <a:gd name="T9" fmla="*/ 3 h 40"/>
                  <a:gd name="T10" fmla="*/ 30 w 32"/>
                  <a:gd name="T11" fmla="*/ 3 h 40"/>
                  <a:gd name="T12" fmla="*/ 25 w 32"/>
                  <a:gd name="T13" fmla="*/ 18 h 40"/>
                  <a:gd name="T14" fmla="*/ 25 w 32"/>
                  <a:gd name="T15" fmla="*/ 22 h 40"/>
                  <a:gd name="T16" fmla="*/ 23 w 32"/>
                  <a:gd name="T17" fmla="*/ 32 h 40"/>
                  <a:gd name="T18" fmla="*/ 20 w 32"/>
                  <a:gd name="T19" fmla="*/ 40 h 40"/>
                  <a:gd name="T20" fmla="*/ 18 w 32"/>
                  <a:gd name="T21" fmla="*/ 39 h 40"/>
                  <a:gd name="T22" fmla="*/ 15 w 32"/>
                  <a:gd name="T23" fmla="*/ 36 h 40"/>
                  <a:gd name="T24" fmla="*/ 12 w 32"/>
                  <a:gd name="T25" fmla="*/ 38 h 40"/>
                  <a:gd name="T26" fmla="*/ 11 w 32"/>
                  <a:gd name="T27" fmla="*/ 37 h 40"/>
                  <a:gd name="T28" fmla="*/ 12 w 32"/>
                  <a:gd name="T29" fmla="*/ 28 h 40"/>
                  <a:gd name="T30" fmla="*/ 12 w 32"/>
                  <a:gd name="T31" fmla="*/ 28 h 40"/>
                  <a:gd name="T32" fmla="*/ 9 w 32"/>
                  <a:gd name="T33" fmla="*/ 28 h 40"/>
                  <a:gd name="T34" fmla="*/ 8 w 32"/>
                  <a:gd name="T35" fmla="*/ 26 h 40"/>
                  <a:gd name="T36" fmla="*/ 12 w 32"/>
                  <a:gd name="T37" fmla="*/ 18 h 40"/>
                  <a:gd name="T38" fmla="*/ 12 w 32"/>
                  <a:gd name="T39" fmla="*/ 17 h 40"/>
                  <a:gd name="T40" fmla="*/ 14 w 32"/>
                  <a:gd name="T41" fmla="*/ 13 h 40"/>
                  <a:gd name="T42" fmla="*/ 13 w 32"/>
                  <a:gd name="T43" fmla="*/ 13 h 40"/>
                  <a:gd name="T44" fmla="*/ 7 w 32"/>
                  <a:gd name="T45" fmla="*/ 25 h 40"/>
                  <a:gd name="T46" fmla="*/ 7 w 32"/>
                  <a:gd name="T47" fmla="*/ 34 h 40"/>
                  <a:gd name="T48" fmla="*/ 4 w 32"/>
                  <a:gd name="T49" fmla="*/ 34 h 40"/>
                  <a:gd name="T50" fmla="*/ 1 w 32"/>
                  <a:gd name="T51" fmla="*/ 30 h 40"/>
                  <a:gd name="T52" fmla="*/ 3 w 32"/>
                  <a:gd name="T53" fmla="*/ 19 h 40"/>
                  <a:gd name="T54" fmla="*/ 7 w 32"/>
                  <a:gd name="T55" fmla="*/ 13 h 40"/>
                  <a:gd name="T56" fmla="*/ 23 w 32"/>
                  <a:gd name="T57" fmla="*/ 5 h 40"/>
                  <a:gd name="T58" fmla="*/ 20 w 32"/>
                  <a:gd name="T59" fmla="*/ 6 h 40"/>
                  <a:gd name="T60" fmla="*/ 15 w 32"/>
                  <a:gd name="T61" fmla="*/ 11 h 40"/>
                  <a:gd name="T62" fmla="*/ 15 w 32"/>
                  <a:gd name="T63" fmla="*/ 11 h 40"/>
                  <a:gd name="T64" fmla="*/ 17 w 32"/>
                  <a:gd name="T65" fmla="*/ 18 h 40"/>
                  <a:gd name="T66" fmla="*/ 21 w 32"/>
                  <a:gd name="T67" fmla="*/ 21 h 40"/>
                  <a:gd name="T68" fmla="*/ 23 w 32"/>
                  <a:gd name="T69" fmla="*/ 10 h 40"/>
                  <a:gd name="T70" fmla="*/ 23 w 32"/>
                  <a:gd name="T71" fmla="*/ 5 h 40"/>
                  <a:gd name="T72" fmla="*/ 23 w 32"/>
                  <a:gd name="T73" fmla="*/ 5 h 40"/>
                  <a:gd name="T74" fmla="*/ 20 w 32"/>
                  <a:gd name="T75" fmla="*/ 22 h 40"/>
                  <a:gd name="T76" fmla="*/ 17 w 32"/>
                  <a:gd name="T77" fmla="*/ 26 h 40"/>
                  <a:gd name="T78" fmla="*/ 16 w 32"/>
                  <a:gd name="T79" fmla="*/ 35 h 40"/>
                  <a:gd name="T80" fmla="*/ 19 w 32"/>
                  <a:gd name="T81" fmla="*/ 35 h 40"/>
                  <a:gd name="T82" fmla="*/ 19 w 32"/>
                  <a:gd name="T83" fmla="*/ 32 h 40"/>
                  <a:gd name="T84" fmla="*/ 20 w 32"/>
                  <a:gd name="T85" fmla="*/ 22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2" h="40">
                    <a:moveTo>
                      <a:pt x="7" y="13"/>
                    </a:moveTo>
                    <a:cubicBezTo>
                      <a:pt x="7" y="15"/>
                      <a:pt x="7" y="16"/>
                      <a:pt x="7" y="1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8" y="16"/>
                      <a:pt x="10" y="13"/>
                      <a:pt x="11" y="12"/>
                    </a:cubicBezTo>
                    <a:cubicBezTo>
                      <a:pt x="13" y="9"/>
                      <a:pt x="17" y="5"/>
                      <a:pt x="20" y="3"/>
                    </a:cubicBezTo>
                    <a:cubicBezTo>
                      <a:pt x="22" y="2"/>
                      <a:pt x="28" y="0"/>
                      <a:pt x="30" y="3"/>
                    </a:cubicBezTo>
                    <a:cubicBezTo>
                      <a:pt x="32" y="6"/>
                      <a:pt x="26" y="10"/>
                      <a:pt x="25" y="18"/>
                    </a:cubicBezTo>
                    <a:cubicBezTo>
                      <a:pt x="25" y="20"/>
                      <a:pt x="25" y="21"/>
                      <a:pt x="25" y="22"/>
                    </a:cubicBezTo>
                    <a:cubicBezTo>
                      <a:pt x="24" y="25"/>
                      <a:pt x="24" y="29"/>
                      <a:pt x="23" y="32"/>
                    </a:cubicBezTo>
                    <a:cubicBezTo>
                      <a:pt x="22" y="35"/>
                      <a:pt x="23" y="40"/>
                      <a:pt x="20" y="40"/>
                    </a:cubicBezTo>
                    <a:cubicBezTo>
                      <a:pt x="19" y="40"/>
                      <a:pt x="18" y="40"/>
                      <a:pt x="18" y="39"/>
                    </a:cubicBezTo>
                    <a:cubicBezTo>
                      <a:pt x="17" y="38"/>
                      <a:pt x="17" y="37"/>
                      <a:pt x="15" y="36"/>
                    </a:cubicBezTo>
                    <a:cubicBezTo>
                      <a:pt x="15" y="38"/>
                      <a:pt x="14" y="38"/>
                      <a:pt x="12" y="38"/>
                    </a:cubicBezTo>
                    <a:cubicBezTo>
                      <a:pt x="12" y="38"/>
                      <a:pt x="11" y="38"/>
                      <a:pt x="11" y="37"/>
                    </a:cubicBezTo>
                    <a:cubicBezTo>
                      <a:pt x="13" y="35"/>
                      <a:pt x="12" y="31"/>
                      <a:pt x="12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9"/>
                      <a:pt x="9" y="28"/>
                      <a:pt x="9" y="28"/>
                    </a:cubicBezTo>
                    <a:cubicBezTo>
                      <a:pt x="9" y="27"/>
                      <a:pt x="8" y="27"/>
                      <a:pt x="8" y="26"/>
                    </a:cubicBezTo>
                    <a:cubicBezTo>
                      <a:pt x="9" y="25"/>
                      <a:pt x="12" y="19"/>
                      <a:pt x="12" y="18"/>
                    </a:cubicBezTo>
                    <a:cubicBezTo>
                      <a:pt x="11" y="17"/>
                      <a:pt x="11" y="17"/>
                      <a:pt x="12" y="17"/>
                    </a:cubicBezTo>
                    <a:cubicBezTo>
                      <a:pt x="13" y="16"/>
                      <a:pt x="14" y="15"/>
                      <a:pt x="14" y="13"/>
                    </a:cubicBezTo>
                    <a:cubicBezTo>
                      <a:pt x="14" y="13"/>
                      <a:pt x="14" y="13"/>
                      <a:pt x="13" y="13"/>
                    </a:cubicBezTo>
                    <a:cubicBezTo>
                      <a:pt x="11" y="17"/>
                      <a:pt x="8" y="20"/>
                      <a:pt x="7" y="25"/>
                    </a:cubicBezTo>
                    <a:cubicBezTo>
                      <a:pt x="6" y="28"/>
                      <a:pt x="9" y="31"/>
                      <a:pt x="7" y="34"/>
                    </a:cubicBezTo>
                    <a:cubicBezTo>
                      <a:pt x="6" y="34"/>
                      <a:pt x="5" y="34"/>
                      <a:pt x="4" y="34"/>
                    </a:cubicBezTo>
                    <a:cubicBezTo>
                      <a:pt x="3" y="33"/>
                      <a:pt x="2" y="32"/>
                      <a:pt x="1" y="30"/>
                    </a:cubicBezTo>
                    <a:cubicBezTo>
                      <a:pt x="0" y="27"/>
                      <a:pt x="3" y="22"/>
                      <a:pt x="3" y="19"/>
                    </a:cubicBezTo>
                    <a:cubicBezTo>
                      <a:pt x="4" y="17"/>
                      <a:pt x="4" y="14"/>
                      <a:pt x="7" y="13"/>
                    </a:cubicBezTo>
                    <a:close/>
                    <a:moveTo>
                      <a:pt x="23" y="5"/>
                    </a:moveTo>
                    <a:cubicBezTo>
                      <a:pt x="22" y="5"/>
                      <a:pt x="21" y="6"/>
                      <a:pt x="20" y="6"/>
                    </a:cubicBezTo>
                    <a:cubicBezTo>
                      <a:pt x="19" y="7"/>
                      <a:pt x="17" y="9"/>
                      <a:pt x="15" y="11"/>
                    </a:cubicBezTo>
                    <a:cubicBezTo>
                      <a:pt x="15" y="11"/>
                      <a:pt x="15" y="11"/>
                      <a:pt x="15" y="11"/>
                    </a:cubicBezTo>
                    <a:cubicBezTo>
                      <a:pt x="17" y="12"/>
                      <a:pt x="17" y="16"/>
                      <a:pt x="17" y="18"/>
                    </a:cubicBezTo>
                    <a:cubicBezTo>
                      <a:pt x="20" y="18"/>
                      <a:pt x="20" y="19"/>
                      <a:pt x="21" y="21"/>
                    </a:cubicBezTo>
                    <a:cubicBezTo>
                      <a:pt x="21" y="17"/>
                      <a:pt x="23" y="14"/>
                      <a:pt x="23" y="10"/>
                    </a:cubicBezTo>
                    <a:cubicBezTo>
                      <a:pt x="24" y="9"/>
                      <a:pt x="24" y="6"/>
                      <a:pt x="23" y="5"/>
                    </a:cubicBezTo>
                    <a:cubicBezTo>
                      <a:pt x="23" y="5"/>
                      <a:pt x="23" y="5"/>
                      <a:pt x="23" y="5"/>
                    </a:cubicBezTo>
                    <a:close/>
                    <a:moveTo>
                      <a:pt x="20" y="22"/>
                    </a:moveTo>
                    <a:cubicBezTo>
                      <a:pt x="19" y="24"/>
                      <a:pt x="18" y="25"/>
                      <a:pt x="17" y="26"/>
                    </a:cubicBezTo>
                    <a:cubicBezTo>
                      <a:pt x="16" y="29"/>
                      <a:pt x="16" y="32"/>
                      <a:pt x="16" y="35"/>
                    </a:cubicBezTo>
                    <a:cubicBezTo>
                      <a:pt x="17" y="35"/>
                      <a:pt x="18" y="36"/>
                      <a:pt x="19" y="35"/>
                    </a:cubicBezTo>
                    <a:cubicBezTo>
                      <a:pt x="19" y="35"/>
                      <a:pt x="19" y="34"/>
                      <a:pt x="19" y="32"/>
                    </a:cubicBezTo>
                    <a:cubicBezTo>
                      <a:pt x="20" y="31"/>
                      <a:pt x="21" y="23"/>
                      <a:pt x="20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5" name="îŝľîḑe"/>
              <p:cNvSpPr/>
              <p:nvPr/>
            </p:nvSpPr>
            <p:spPr bwMode="auto">
              <a:xfrm>
                <a:off x="7505700" y="3190875"/>
                <a:ext cx="41275" cy="71438"/>
              </a:xfrm>
              <a:custGeom>
                <a:avLst/>
                <a:gdLst>
                  <a:gd name="T0" fmla="*/ 0 w 8"/>
                  <a:gd name="T1" fmla="*/ 0 h 13"/>
                  <a:gd name="T2" fmla="*/ 1 w 8"/>
                  <a:gd name="T3" fmla="*/ 0 h 13"/>
                  <a:gd name="T4" fmla="*/ 7 w 8"/>
                  <a:gd name="T5" fmla="*/ 6 h 13"/>
                  <a:gd name="T6" fmla="*/ 7 w 8"/>
                  <a:gd name="T7" fmla="*/ 11 h 13"/>
                  <a:gd name="T8" fmla="*/ 5 w 8"/>
                  <a:gd name="T9" fmla="*/ 12 h 13"/>
                  <a:gd name="T10" fmla="*/ 3 w 8"/>
                  <a:gd name="T11" fmla="*/ 12 h 13"/>
                  <a:gd name="T12" fmla="*/ 0 w 8"/>
                  <a:gd name="T13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13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2" y="2"/>
                      <a:pt x="6" y="4"/>
                      <a:pt x="7" y="6"/>
                    </a:cubicBezTo>
                    <a:cubicBezTo>
                      <a:pt x="7" y="8"/>
                      <a:pt x="8" y="10"/>
                      <a:pt x="7" y="11"/>
                    </a:cubicBezTo>
                    <a:cubicBezTo>
                      <a:pt x="7" y="12"/>
                      <a:pt x="6" y="12"/>
                      <a:pt x="5" y="12"/>
                    </a:cubicBezTo>
                    <a:cubicBezTo>
                      <a:pt x="5" y="13"/>
                      <a:pt x="4" y="13"/>
                      <a:pt x="3" y="12"/>
                    </a:cubicBezTo>
                    <a:cubicBezTo>
                      <a:pt x="2" y="9"/>
                      <a:pt x="0" y="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6" name="ïŝ1ïḑè"/>
              <p:cNvSpPr/>
              <p:nvPr/>
            </p:nvSpPr>
            <p:spPr bwMode="auto">
              <a:xfrm>
                <a:off x="7569200" y="3325813"/>
                <a:ext cx="85725" cy="38100"/>
              </a:xfrm>
              <a:custGeom>
                <a:avLst/>
                <a:gdLst>
                  <a:gd name="T0" fmla="*/ 0 w 16"/>
                  <a:gd name="T1" fmla="*/ 3 h 7"/>
                  <a:gd name="T2" fmla="*/ 9 w 16"/>
                  <a:gd name="T3" fmla="*/ 2 h 7"/>
                  <a:gd name="T4" fmla="*/ 12 w 16"/>
                  <a:gd name="T5" fmla="*/ 0 h 7"/>
                  <a:gd name="T6" fmla="*/ 16 w 16"/>
                  <a:gd name="T7" fmla="*/ 0 h 7"/>
                  <a:gd name="T8" fmla="*/ 16 w 16"/>
                  <a:gd name="T9" fmla="*/ 2 h 7"/>
                  <a:gd name="T10" fmla="*/ 15 w 16"/>
                  <a:gd name="T11" fmla="*/ 4 h 7"/>
                  <a:gd name="T12" fmla="*/ 11 w 16"/>
                  <a:gd name="T13" fmla="*/ 7 h 7"/>
                  <a:gd name="T14" fmla="*/ 7 w 16"/>
                  <a:gd name="T15" fmla="*/ 7 h 7"/>
                  <a:gd name="T16" fmla="*/ 7 w 16"/>
                  <a:gd name="T17" fmla="*/ 6 h 7"/>
                  <a:gd name="T18" fmla="*/ 9 w 16"/>
                  <a:gd name="T19" fmla="*/ 5 h 7"/>
                  <a:gd name="T20" fmla="*/ 9 w 16"/>
                  <a:gd name="T21" fmla="*/ 5 h 7"/>
                  <a:gd name="T22" fmla="*/ 8 w 16"/>
                  <a:gd name="T23" fmla="*/ 5 h 7"/>
                  <a:gd name="T24" fmla="*/ 0 w 16"/>
                  <a:gd name="T25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" h="7">
                    <a:moveTo>
                      <a:pt x="0" y="3"/>
                    </a:moveTo>
                    <a:cubicBezTo>
                      <a:pt x="3" y="3"/>
                      <a:pt x="6" y="3"/>
                      <a:pt x="9" y="2"/>
                    </a:cubicBezTo>
                    <a:cubicBezTo>
                      <a:pt x="10" y="1"/>
                      <a:pt x="11" y="0"/>
                      <a:pt x="12" y="0"/>
                    </a:cubicBezTo>
                    <a:cubicBezTo>
                      <a:pt x="13" y="0"/>
                      <a:pt x="14" y="0"/>
                      <a:pt x="16" y="0"/>
                    </a:cubicBezTo>
                    <a:cubicBezTo>
                      <a:pt x="16" y="0"/>
                      <a:pt x="16" y="1"/>
                      <a:pt x="16" y="2"/>
                    </a:cubicBezTo>
                    <a:cubicBezTo>
                      <a:pt x="15" y="2"/>
                      <a:pt x="15" y="3"/>
                      <a:pt x="15" y="4"/>
                    </a:cubicBezTo>
                    <a:cubicBezTo>
                      <a:pt x="14" y="5"/>
                      <a:pt x="12" y="6"/>
                      <a:pt x="11" y="7"/>
                    </a:cubicBezTo>
                    <a:cubicBezTo>
                      <a:pt x="10" y="7"/>
                      <a:pt x="8" y="7"/>
                      <a:pt x="7" y="7"/>
                    </a:cubicBezTo>
                    <a:cubicBezTo>
                      <a:pt x="7" y="7"/>
                      <a:pt x="7" y="6"/>
                      <a:pt x="7" y="6"/>
                    </a:cubicBezTo>
                    <a:cubicBezTo>
                      <a:pt x="8" y="6"/>
                      <a:pt x="8" y="5"/>
                      <a:pt x="9" y="5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9" y="5"/>
                      <a:pt x="8" y="5"/>
                      <a:pt x="8" y="5"/>
                    </a:cubicBezTo>
                    <a:cubicBezTo>
                      <a:pt x="6" y="7"/>
                      <a:pt x="0" y="6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7" name="ïṡļiḍè"/>
              <p:cNvSpPr/>
              <p:nvPr/>
            </p:nvSpPr>
            <p:spPr bwMode="auto">
              <a:xfrm>
                <a:off x="7510463" y="3352800"/>
                <a:ext cx="207963" cy="184150"/>
              </a:xfrm>
              <a:custGeom>
                <a:avLst/>
                <a:gdLst>
                  <a:gd name="T0" fmla="*/ 25 w 39"/>
                  <a:gd name="T1" fmla="*/ 7 h 34"/>
                  <a:gd name="T2" fmla="*/ 25 w 39"/>
                  <a:gd name="T3" fmla="*/ 7 h 34"/>
                  <a:gd name="T4" fmla="*/ 27 w 39"/>
                  <a:gd name="T5" fmla="*/ 6 h 34"/>
                  <a:gd name="T6" fmla="*/ 27 w 39"/>
                  <a:gd name="T7" fmla="*/ 5 h 34"/>
                  <a:gd name="T8" fmla="*/ 24 w 39"/>
                  <a:gd name="T9" fmla="*/ 6 h 34"/>
                  <a:gd name="T10" fmla="*/ 24 w 39"/>
                  <a:gd name="T11" fmla="*/ 7 h 34"/>
                  <a:gd name="T12" fmla="*/ 25 w 39"/>
                  <a:gd name="T13" fmla="*/ 13 h 34"/>
                  <a:gd name="T14" fmla="*/ 26 w 39"/>
                  <a:gd name="T15" fmla="*/ 25 h 34"/>
                  <a:gd name="T16" fmla="*/ 25 w 39"/>
                  <a:gd name="T17" fmla="*/ 32 h 34"/>
                  <a:gd name="T18" fmla="*/ 24 w 39"/>
                  <a:gd name="T19" fmla="*/ 33 h 34"/>
                  <a:gd name="T20" fmla="*/ 21 w 39"/>
                  <a:gd name="T21" fmla="*/ 33 h 34"/>
                  <a:gd name="T22" fmla="*/ 17 w 39"/>
                  <a:gd name="T23" fmla="*/ 31 h 34"/>
                  <a:gd name="T24" fmla="*/ 5 w 39"/>
                  <a:gd name="T25" fmla="*/ 24 h 34"/>
                  <a:gd name="T26" fmla="*/ 0 w 39"/>
                  <a:gd name="T27" fmla="*/ 21 h 34"/>
                  <a:gd name="T28" fmla="*/ 8 w 39"/>
                  <a:gd name="T29" fmla="*/ 23 h 34"/>
                  <a:gd name="T30" fmla="*/ 15 w 39"/>
                  <a:gd name="T31" fmla="*/ 24 h 34"/>
                  <a:gd name="T32" fmla="*/ 19 w 39"/>
                  <a:gd name="T33" fmla="*/ 25 h 34"/>
                  <a:gd name="T34" fmla="*/ 20 w 39"/>
                  <a:gd name="T35" fmla="*/ 18 h 34"/>
                  <a:gd name="T36" fmla="*/ 21 w 39"/>
                  <a:gd name="T37" fmla="*/ 7 h 34"/>
                  <a:gd name="T38" fmla="*/ 21 w 39"/>
                  <a:gd name="T39" fmla="*/ 7 h 34"/>
                  <a:gd name="T40" fmla="*/ 17 w 39"/>
                  <a:gd name="T41" fmla="*/ 9 h 34"/>
                  <a:gd name="T42" fmla="*/ 5 w 39"/>
                  <a:gd name="T43" fmla="*/ 13 h 34"/>
                  <a:gd name="T44" fmla="*/ 3 w 39"/>
                  <a:gd name="T45" fmla="*/ 9 h 34"/>
                  <a:gd name="T46" fmla="*/ 7 w 39"/>
                  <a:gd name="T47" fmla="*/ 10 h 34"/>
                  <a:gd name="T48" fmla="*/ 11 w 39"/>
                  <a:gd name="T49" fmla="*/ 8 h 34"/>
                  <a:gd name="T50" fmla="*/ 19 w 39"/>
                  <a:gd name="T51" fmla="*/ 4 h 34"/>
                  <a:gd name="T52" fmla="*/ 29 w 39"/>
                  <a:gd name="T53" fmla="*/ 2 h 34"/>
                  <a:gd name="T54" fmla="*/ 33 w 39"/>
                  <a:gd name="T55" fmla="*/ 0 h 34"/>
                  <a:gd name="T56" fmla="*/ 37 w 39"/>
                  <a:gd name="T57" fmla="*/ 1 h 34"/>
                  <a:gd name="T58" fmla="*/ 39 w 39"/>
                  <a:gd name="T59" fmla="*/ 3 h 34"/>
                  <a:gd name="T60" fmla="*/ 39 w 39"/>
                  <a:gd name="T61" fmla="*/ 5 h 34"/>
                  <a:gd name="T62" fmla="*/ 25 w 39"/>
                  <a:gd name="T63" fmla="*/ 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9" h="34">
                    <a:moveTo>
                      <a:pt x="25" y="7"/>
                    </a:moveTo>
                    <a:cubicBezTo>
                      <a:pt x="25" y="7"/>
                      <a:pt x="25" y="7"/>
                      <a:pt x="25" y="7"/>
                    </a:cubicBezTo>
                    <a:cubicBezTo>
                      <a:pt x="26" y="6"/>
                      <a:pt x="27" y="6"/>
                      <a:pt x="27" y="6"/>
                    </a:cubicBezTo>
                    <a:cubicBezTo>
                      <a:pt x="27" y="6"/>
                      <a:pt x="27" y="5"/>
                      <a:pt x="27" y="5"/>
                    </a:cubicBezTo>
                    <a:cubicBezTo>
                      <a:pt x="26" y="5"/>
                      <a:pt x="25" y="6"/>
                      <a:pt x="24" y="6"/>
                    </a:cubicBezTo>
                    <a:cubicBezTo>
                      <a:pt x="24" y="6"/>
                      <a:pt x="24" y="6"/>
                      <a:pt x="24" y="7"/>
                    </a:cubicBezTo>
                    <a:cubicBezTo>
                      <a:pt x="26" y="8"/>
                      <a:pt x="25" y="10"/>
                      <a:pt x="25" y="13"/>
                    </a:cubicBezTo>
                    <a:cubicBezTo>
                      <a:pt x="26" y="17"/>
                      <a:pt x="26" y="21"/>
                      <a:pt x="26" y="25"/>
                    </a:cubicBezTo>
                    <a:cubicBezTo>
                      <a:pt x="26" y="26"/>
                      <a:pt x="26" y="31"/>
                      <a:pt x="25" y="32"/>
                    </a:cubicBezTo>
                    <a:cubicBezTo>
                      <a:pt x="25" y="32"/>
                      <a:pt x="25" y="33"/>
                      <a:pt x="24" y="33"/>
                    </a:cubicBezTo>
                    <a:cubicBezTo>
                      <a:pt x="23" y="34"/>
                      <a:pt x="22" y="33"/>
                      <a:pt x="21" y="33"/>
                    </a:cubicBezTo>
                    <a:cubicBezTo>
                      <a:pt x="20" y="32"/>
                      <a:pt x="18" y="32"/>
                      <a:pt x="17" y="31"/>
                    </a:cubicBezTo>
                    <a:cubicBezTo>
                      <a:pt x="13" y="29"/>
                      <a:pt x="8" y="26"/>
                      <a:pt x="5" y="24"/>
                    </a:cubicBezTo>
                    <a:cubicBezTo>
                      <a:pt x="3" y="23"/>
                      <a:pt x="0" y="23"/>
                      <a:pt x="0" y="21"/>
                    </a:cubicBezTo>
                    <a:cubicBezTo>
                      <a:pt x="3" y="21"/>
                      <a:pt x="5" y="23"/>
                      <a:pt x="8" y="23"/>
                    </a:cubicBezTo>
                    <a:cubicBezTo>
                      <a:pt x="10" y="24"/>
                      <a:pt x="12" y="24"/>
                      <a:pt x="15" y="24"/>
                    </a:cubicBezTo>
                    <a:cubicBezTo>
                      <a:pt x="16" y="24"/>
                      <a:pt x="19" y="25"/>
                      <a:pt x="19" y="25"/>
                    </a:cubicBezTo>
                    <a:cubicBezTo>
                      <a:pt x="21" y="23"/>
                      <a:pt x="20" y="21"/>
                      <a:pt x="20" y="18"/>
                    </a:cubicBezTo>
                    <a:cubicBezTo>
                      <a:pt x="21" y="16"/>
                      <a:pt x="22" y="9"/>
                      <a:pt x="21" y="7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0" y="8"/>
                      <a:pt x="18" y="9"/>
                      <a:pt x="17" y="9"/>
                    </a:cubicBezTo>
                    <a:cubicBezTo>
                      <a:pt x="14" y="11"/>
                      <a:pt x="10" y="14"/>
                      <a:pt x="5" y="13"/>
                    </a:cubicBezTo>
                    <a:cubicBezTo>
                      <a:pt x="4" y="12"/>
                      <a:pt x="3" y="11"/>
                      <a:pt x="3" y="9"/>
                    </a:cubicBezTo>
                    <a:cubicBezTo>
                      <a:pt x="4" y="9"/>
                      <a:pt x="5" y="10"/>
                      <a:pt x="7" y="10"/>
                    </a:cubicBezTo>
                    <a:cubicBezTo>
                      <a:pt x="8" y="9"/>
                      <a:pt x="10" y="8"/>
                      <a:pt x="11" y="8"/>
                    </a:cubicBezTo>
                    <a:cubicBezTo>
                      <a:pt x="14" y="6"/>
                      <a:pt x="17" y="5"/>
                      <a:pt x="19" y="4"/>
                    </a:cubicBezTo>
                    <a:cubicBezTo>
                      <a:pt x="22" y="3"/>
                      <a:pt x="25" y="3"/>
                      <a:pt x="29" y="2"/>
                    </a:cubicBezTo>
                    <a:cubicBezTo>
                      <a:pt x="30" y="1"/>
                      <a:pt x="31" y="0"/>
                      <a:pt x="33" y="0"/>
                    </a:cubicBezTo>
                    <a:cubicBezTo>
                      <a:pt x="34" y="0"/>
                      <a:pt x="36" y="1"/>
                      <a:pt x="37" y="1"/>
                    </a:cubicBezTo>
                    <a:cubicBezTo>
                      <a:pt x="38" y="2"/>
                      <a:pt x="38" y="2"/>
                      <a:pt x="39" y="3"/>
                    </a:cubicBezTo>
                    <a:cubicBezTo>
                      <a:pt x="39" y="4"/>
                      <a:pt x="39" y="4"/>
                      <a:pt x="39" y="5"/>
                    </a:cubicBezTo>
                    <a:cubicBezTo>
                      <a:pt x="36" y="7"/>
                      <a:pt x="30" y="8"/>
                      <a:pt x="25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8" name="íṥḻïḍe"/>
              <p:cNvSpPr/>
              <p:nvPr/>
            </p:nvSpPr>
            <p:spPr bwMode="auto">
              <a:xfrm>
                <a:off x="7472363" y="3055938"/>
                <a:ext cx="315913" cy="334963"/>
              </a:xfrm>
              <a:custGeom>
                <a:avLst/>
                <a:gdLst>
                  <a:gd name="T0" fmla="*/ 41 w 59"/>
                  <a:gd name="T1" fmla="*/ 7 h 62"/>
                  <a:gd name="T2" fmla="*/ 31 w 59"/>
                  <a:gd name="T3" fmla="*/ 15 h 62"/>
                  <a:gd name="T4" fmla="*/ 29 w 59"/>
                  <a:gd name="T5" fmla="*/ 18 h 62"/>
                  <a:gd name="T6" fmla="*/ 48 w 59"/>
                  <a:gd name="T7" fmla="*/ 10 h 62"/>
                  <a:gd name="T8" fmla="*/ 57 w 59"/>
                  <a:gd name="T9" fmla="*/ 10 h 62"/>
                  <a:gd name="T10" fmla="*/ 43 w 59"/>
                  <a:gd name="T11" fmla="*/ 30 h 62"/>
                  <a:gd name="T12" fmla="*/ 39 w 59"/>
                  <a:gd name="T13" fmla="*/ 37 h 62"/>
                  <a:gd name="T14" fmla="*/ 51 w 59"/>
                  <a:gd name="T15" fmla="*/ 34 h 62"/>
                  <a:gd name="T16" fmla="*/ 52 w 59"/>
                  <a:gd name="T17" fmla="*/ 41 h 62"/>
                  <a:gd name="T18" fmla="*/ 38 w 59"/>
                  <a:gd name="T19" fmla="*/ 46 h 62"/>
                  <a:gd name="T20" fmla="*/ 26 w 59"/>
                  <a:gd name="T21" fmla="*/ 48 h 62"/>
                  <a:gd name="T22" fmla="*/ 45 w 59"/>
                  <a:gd name="T23" fmla="*/ 40 h 62"/>
                  <a:gd name="T24" fmla="*/ 50 w 59"/>
                  <a:gd name="T25" fmla="*/ 36 h 62"/>
                  <a:gd name="T26" fmla="*/ 39 w 59"/>
                  <a:gd name="T27" fmla="*/ 39 h 62"/>
                  <a:gd name="T28" fmla="*/ 33 w 59"/>
                  <a:gd name="T29" fmla="*/ 42 h 62"/>
                  <a:gd name="T30" fmla="*/ 26 w 59"/>
                  <a:gd name="T31" fmla="*/ 43 h 62"/>
                  <a:gd name="T32" fmla="*/ 2 w 59"/>
                  <a:gd name="T33" fmla="*/ 62 h 62"/>
                  <a:gd name="T34" fmla="*/ 1 w 59"/>
                  <a:gd name="T35" fmla="*/ 56 h 62"/>
                  <a:gd name="T36" fmla="*/ 9 w 59"/>
                  <a:gd name="T37" fmla="*/ 45 h 62"/>
                  <a:gd name="T38" fmla="*/ 3 w 59"/>
                  <a:gd name="T39" fmla="*/ 57 h 62"/>
                  <a:gd name="T40" fmla="*/ 7 w 59"/>
                  <a:gd name="T41" fmla="*/ 54 h 62"/>
                  <a:gd name="T42" fmla="*/ 20 w 59"/>
                  <a:gd name="T43" fmla="*/ 44 h 62"/>
                  <a:gd name="T44" fmla="*/ 28 w 59"/>
                  <a:gd name="T45" fmla="*/ 40 h 62"/>
                  <a:gd name="T46" fmla="*/ 23 w 59"/>
                  <a:gd name="T47" fmla="*/ 34 h 62"/>
                  <a:gd name="T48" fmla="*/ 15 w 59"/>
                  <a:gd name="T49" fmla="*/ 40 h 62"/>
                  <a:gd name="T50" fmla="*/ 20 w 59"/>
                  <a:gd name="T51" fmla="*/ 31 h 62"/>
                  <a:gd name="T52" fmla="*/ 15 w 59"/>
                  <a:gd name="T53" fmla="*/ 30 h 62"/>
                  <a:gd name="T54" fmla="*/ 13 w 59"/>
                  <a:gd name="T55" fmla="*/ 18 h 62"/>
                  <a:gd name="T56" fmla="*/ 12 w 59"/>
                  <a:gd name="T57" fmla="*/ 14 h 62"/>
                  <a:gd name="T58" fmla="*/ 18 w 59"/>
                  <a:gd name="T59" fmla="*/ 22 h 62"/>
                  <a:gd name="T60" fmla="*/ 21 w 59"/>
                  <a:gd name="T61" fmla="*/ 29 h 62"/>
                  <a:gd name="T62" fmla="*/ 23 w 59"/>
                  <a:gd name="T63" fmla="*/ 16 h 62"/>
                  <a:gd name="T64" fmla="*/ 35 w 59"/>
                  <a:gd name="T65" fmla="*/ 3 h 62"/>
                  <a:gd name="T66" fmla="*/ 52 w 59"/>
                  <a:gd name="T67" fmla="*/ 11 h 62"/>
                  <a:gd name="T68" fmla="*/ 35 w 59"/>
                  <a:gd name="T69" fmla="*/ 17 h 62"/>
                  <a:gd name="T70" fmla="*/ 40 w 59"/>
                  <a:gd name="T71" fmla="*/ 28 h 62"/>
                  <a:gd name="T72" fmla="*/ 40 w 59"/>
                  <a:gd name="T73" fmla="*/ 28 h 62"/>
                  <a:gd name="T74" fmla="*/ 49 w 59"/>
                  <a:gd name="T75" fmla="*/ 17 h 62"/>
                  <a:gd name="T76" fmla="*/ 39 w 59"/>
                  <a:gd name="T77" fmla="*/ 29 h 62"/>
                  <a:gd name="T78" fmla="*/ 30 w 59"/>
                  <a:gd name="T79" fmla="*/ 32 h 62"/>
                  <a:gd name="T80" fmla="*/ 32 w 59"/>
                  <a:gd name="T81" fmla="*/ 38 h 62"/>
                  <a:gd name="T82" fmla="*/ 39 w 59"/>
                  <a:gd name="T83" fmla="*/ 29 h 62"/>
                  <a:gd name="T84" fmla="*/ 29 w 59"/>
                  <a:gd name="T85" fmla="*/ 28 h 62"/>
                  <a:gd name="T86" fmla="*/ 30 w 59"/>
                  <a:gd name="T87" fmla="*/ 30 h 62"/>
                  <a:gd name="T88" fmla="*/ 35 w 59"/>
                  <a:gd name="T89" fmla="*/ 20 h 62"/>
                  <a:gd name="T90" fmla="*/ 31 w 59"/>
                  <a:gd name="T91" fmla="*/ 19 h 62"/>
                  <a:gd name="T92" fmla="*/ 31 w 59"/>
                  <a:gd name="T93" fmla="*/ 24 h 62"/>
                  <a:gd name="T94" fmla="*/ 28 w 59"/>
                  <a:gd name="T95" fmla="*/ 31 h 62"/>
                  <a:gd name="T96" fmla="*/ 28 w 59"/>
                  <a:gd name="T97" fmla="*/ 3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59" h="62">
                    <a:moveTo>
                      <a:pt x="33" y="0"/>
                    </a:moveTo>
                    <a:cubicBezTo>
                      <a:pt x="37" y="0"/>
                      <a:pt x="41" y="3"/>
                      <a:pt x="41" y="7"/>
                    </a:cubicBezTo>
                    <a:cubicBezTo>
                      <a:pt x="40" y="8"/>
                      <a:pt x="39" y="9"/>
                      <a:pt x="38" y="10"/>
                    </a:cubicBezTo>
                    <a:cubicBezTo>
                      <a:pt x="36" y="12"/>
                      <a:pt x="34" y="13"/>
                      <a:pt x="31" y="15"/>
                    </a:cubicBezTo>
                    <a:cubicBezTo>
                      <a:pt x="30" y="15"/>
                      <a:pt x="28" y="16"/>
                      <a:pt x="28" y="17"/>
                    </a:cubicBezTo>
                    <a:cubicBezTo>
                      <a:pt x="28" y="17"/>
                      <a:pt x="29" y="18"/>
                      <a:pt x="29" y="18"/>
                    </a:cubicBezTo>
                    <a:cubicBezTo>
                      <a:pt x="31" y="17"/>
                      <a:pt x="32" y="16"/>
                      <a:pt x="34" y="15"/>
                    </a:cubicBezTo>
                    <a:cubicBezTo>
                      <a:pt x="39" y="13"/>
                      <a:pt x="43" y="11"/>
                      <a:pt x="48" y="10"/>
                    </a:cubicBezTo>
                    <a:cubicBezTo>
                      <a:pt x="51" y="9"/>
                      <a:pt x="54" y="8"/>
                      <a:pt x="57" y="9"/>
                    </a:cubicBezTo>
                    <a:cubicBezTo>
                      <a:pt x="57" y="9"/>
                      <a:pt x="57" y="10"/>
                      <a:pt x="57" y="10"/>
                    </a:cubicBezTo>
                    <a:cubicBezTo>
                      <a:pt x="57" y="14"/>
                      <a:pt x="53" y="16"/>
                      <a:pt x="51" y="19"/>
                    </a:cubicBezTo>
                    <a:cubicBezTo>
                      <a:pt x="48" y="22"/>
                      <a:pt x="46" y="26"/>
                      <a:pt x="43" y="30"/>
                    </a:cubicBezTo>
                    <a:cubicBezTo>
                      <a:pt x="43" y="31"/>
                      <a:pt x="43" y="31"/>
                      <a:pt x="42" y="32"/>
                    </a:cubicBezTo>
                    <a:cubicBezTo>
                      <a:pt x="41" y="33"/>
                      <a:pt x="40" y="35"/>
                      <a:pt x="39" y="37"/>
                    </a:cubicBezTo>
                    <a:cubicBezTo>
                      <a:pt x="40" y="37"/>
                      <a:pt x="40" y="37"/>
                      <a:pt x="40" y="37"/>
                    </a:cubicBezTo>
                    <a:cubicBezTo>
                      <a:pt x="42" y="35"/>
                      <a:pt x="49" y="34"/>
                      <a:pt x="51" y="34"/>
                    </a:cubicBezTo>
                    <a:cubicBezTo>
                      <a:pt x="53" y="33"/>
                      <a:pt x="56" y="34"/>
                      <a:pt x="56" y="35"/>
                    </a:cubicBezTo>
                    <a:cubicBezTo>
                      <a:pt x="59" y="37"/>
                      <a:pt x="54" y="40"/>
                      <a:pt x="52" y="41"/>
                    </a:cubicBezTo>
                    <a:cubicBezTo>
                      <a:pt x="50" y="43"/>
                      <a:pt x="46" y="44"/>
                      <a:pt x="43" y="45"/>
                    </a:cubicBezTo>
                    <a:cubicBezTo>
                      <a:pt x="41" y="45"/>
                      <a:pt x="39" y="45"/>
                      <a:pt x="38" y="46"/>
                    </a:cubicBezTo>
                    <a:cubicBezTo>
                      <a:pt x="34" y="47"/>
                      <a:pt x="31" y="48"/>
                      <a:pt x="26" y="48"/>
                    </a:cubicBezTo>
                    <a:cubicBezTo>
                      <a:pt x="26" y="48"/>
                      <a:pt x="26" y="48"/>
                      <a:pt x="26" y="48"/>
                    </a:cubicBezTo>
                    <a:cubicBezTo>
                      <a:pt x="27" y="47"/>
                      <a:pt x="29" y="47"/>
                      <a:pt x="30" y="46"/>
                    </a:cubicBezTo>
                    <a:cubicBezTo>
                      <a:pt x="34" y="44"/>
                      <a:pt x="40" y="42"/>
                      <a:pt x="45" y="40"/>
                    </a:cubicBezTo>
                    <a:cubicBezTo>
                      <a:pt x="47" y="39"/>
                      <a:pt x="50" y="38"/>
                      <a:pt x="51" y="36"/>
                    </a:cubicBezTo>
                    <a:cubicBezTo>
                      <a:pt x="51" y="36"/>
                      <a:pt x="50" y="36"/>
                      <a:pt x="50" y="36"/>
                    </a:cubicBezTo>
                    <a:cubicBezTo>
                      <a:pt x="49" y="37"/>
                      <a:pt x="48" y="37"/>
                      <a:pt x="47" y="37"/>
                    </a:cubicBezTo>
                    <a:cubicBezTo>
                      <a:pt x="45" y="38"/>
                      <a:pt x="42" y="38"/>
                      <a:pt x="39" y="39"/>
                    </a:cubicBezTo>
                    <a:cubicBezTo>
                      <a:pt x="38" y="39"/>
                      <a:pt x="37" y="40"/>
                      <a:pt x="36" y="40"/>
                    </a:cubicBezTo>
                    <a:cubicBezTo>
                      <a:pt x="35" y="41"/>
                      <a:pt x="34" y="42"/>
                      <a:pt x="33" y="42"/>
                    </a:cubicBezTo>
                    <a:cubicBezTo>
                      <a:pt x="31" y="43"/>
                      <a:pt x="30" y="42"/>
                      <a:pt x="29" y="42"/>
                    </a:cubicBezTo>
                    <a:cubicBezTo>
                      <a:pt x="28" y="42"/>
                      <a:pt x="27" y="43"/>
                      <a:pt x="26" y="43"/>
                    </a:cubicBezTo>
                    <a:cubicBezTo>
                      <a:pt x="22" y="45"/>
                      <a:pt x="18" y="46"/>
                      <a:pt x="15" y="48"/>
                    </a:cubicBezTo>
                    <a:cubicBezTo>
                      <a:pt x="11" y="51"/>
                      <a:pt x="8" y="60"/>
                      <a:pt x="2" y="62"/>
                    </a:cubicBezTo>
                    <a:cubicBezTo>
                      <a:pt x="1" y="62"/>
                      <a:pt x="0" y="62"/>
                      <a:pt x="0" y="61"/>
                    </a:cubicBezTo>
                    <a:cubicBezTo>
                      <a:pt x="0" y="60"/>
                      <a:pt x="0" y="57"/>
                      <a:pt x="1" y="56"/>
                    </a:cubicBezTo>
                    <a:cubicBezTo>
                      <a:pt x="3" y="53"/>
                      <a:pt x="5" y="50"/>
                      <a:pt x="7" y="47"/>
                    </a:cubicBezTo>
                    <a:cubicBezTo>
                      <a:pt x="8" y="46"/>
                      <a:pt x="8" y="45"/>
                      <a:pt x="9" y="45"/>
                    </a:cubicBezTo>
                    <a:cubicBezTo>
                      <a:pt x="9" y="46"/>
                      <a:pt x="8" y="47"/>
                      <a:pt x="8" y="48"/>
                    </a:cubicBezTo>
                    <a:cubicBezTo>
                      <a:pt x="6" y="51"/>
                      <a:pt x="4" y="54"/>
                      <a:pt x="3" y="57"/>
                    </a:cubicBezTo>
                    <a:cubicBezTo>
                      <a:pt x="3" y="57"/>
                      <a:pt x="3" y="57"/>
                      <a:pt x="3" y="57"/>
                    </a:cubicBezTo>
                    <a:cubicBezTo>
                      <a:pt x="4" y="56"/>
                      <a:pt x="6" y="55"/>
                      <a:pt x="7" y="54"/>
                    </a:cubicBezTo>
                    <a:cubicBezTo>
                      <a:pt x="9" y="52"/>
                      <a:pt x="10" y="50"/>
                      <a:pt x="12" y="49"/>
                    </a:cubicBezTo>
                    <a:cubicBezTo>
                      <a:pt x="15" y="47"/>
                      <a:pt x="17" y="45"/>
                      <a:pt x="20" y="44"/>
                    </a:cubicBezTo>
                    <a:cubicBezTo>
                      <a:pt x="22" y="43"/>
                      <a:pt x="24" y="42"/>
                      <a:pt x="26" y="41"/>
                    </a:cubicBezTo>
                    <a:cubicBezTo>
                      <a:pt x="27" y="40"/>
                      <a:pt x="28" y="40"/>
                      <a:pt x="28" y="40"/>
                    </a:cubicBezTo>
                    <a:cubicBezTo>
                      <a:pt x="28" y="39"/>
                      <a:pt x="28" y="38"/>
                      <a:pt x="28" y="37"/>
                    </a:cubicBezTo>
                    <a:cubicBezTo>
                      <a:pt x="26" y="36"/>
                      <a:pt x="25" y="35"/>
                      <a:pt x="23" y="34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0" y="36"/>
                      <a:pt x="19" y="40"/>
                      <a:pt x="15" y="40"/>
                    </a:cubicBezTo>
                    <a:cubicBezTo>
                      <a:pt x="15" y="40"/>
                      <a:pt x="15" y="40"/>
                      <a:pt x="15" y="39"/>
                    </a:cubicBezTo>
                    <a:cubicBezTo>
                      <a:pt x="17" y="38"/>
                      <a:pt x="20" y="34"/>
                      <a:pt x="20" y="31"/>
                    </a:cubicBezTo>
                    <a:cubicBezTo>
                      <a:pt x="20" y="31"/>
                      <a:pt x="19" y="31"/>
                      <a:pt x="19" y="30"/>
                    </a:cubicBezTo>
                    <a:cubicBezTo>
                      <a:pt x="18" y="31"/>
                      <a:pt x="15" y="32"/>
                      <a:pt x="15" y="30"/>
                    </a:cubicBezTo>
                    <a:cubicBezTo>
                      <a:pt x="16" y="29"/>
                      <a:pt x="15" y="27"/>
                      <a:pt x="15" y="26"/>
                    </a:cubicBezTo>
                    <a:cubicBezTo>
                      <a:pt x="14" y="23"/>
                      <a:pt x="14" y="21"/>
                      <a:pt x="13" y="18"/>
                    </a:cubicBezTo>
                    <a:cubicBezTo>
                      <a:pt x="12" y="17"/>
                      <a:pt x="12" y="16"/>
                      <a:pt x="11" y="14"/>
                    </a:cubicBezTo>
                    <a:cubicBezTo>
                      <a:pt x="12" y="14"/>
                      <a:pt x="12" y="14"/>
                      <a:pt x="12" y="14"/>
                    </a:cubicBezTo>
                    <a:cubicBezTo>
                      <a:pt x="13" y="15"/>
                      <a:pt x="14" y="15"/>
                      <a:pt x="14" y="16"/>
                    </a:cubicBezTo>
                    <a:cubicBezTo>
                      <a:pt x="16" y="18"/>
                      <a:pt x="17" y="20"/>
                      <a:pt x="18" y="22"/>
                    </a:cubicBezTo>
                    <a:cubicBezTo>
                      <a:pt x="19" y="23"/>
                      <a:pt x="20" y="25"/>
                      <a:pt x="21" y="27"/>
                    </a:cubicBezTo>
                    <a:cubicBezTo>
                      <a:pt x="21" y="28"/>
                      <a:pt x="21" y="28"/>
                      <a:pt x="21" y="29"/>
                    </a:cubicBezTo>
                    <a:cubicBezTo>
                      <a:pt x="23" y="27"/>
                      <a:pt x="25" y="24"/>
                      <a:pt x="25" y="21"/>
                    </a:cubicBezTo>
                    <a:cubicBezTo>
                      <a:pt x="24" y="20"/>
                      <a:pt x="23" y="18"/>
                      <a:pt x="23" y="16"/>
                    </a:cubicBezTo>
                    <a:cubicBezTo>
                      <a:pt x="24" y="16"/>
                      <a:pt x="25" y="16"/>
                      <a:pt x="26" y="17"/>
                    </a:cubicBezTo>
                    <a:cubicBezTo>
                      <a:pt x="28" y="13"/>
                      <a:pt x="34" y="7"/>
                      <a:pt x="35" y="3"/>
                    </a:cubicBezTo>
                    <a:cubicBezTo>
                      <a:pt x="34" y="2"/>
                      <a:pt x="33" y="1"/>
                      <a:pt x="33" y="0"/>
                    </a:cubicBezTo>
                    <a:close/>
                    <a:moveTo>
                      <a:pt x="52" y="11"/>
                    </a:moveTo>
                    <a:cubicBezTo>
                      <a:pt x="47" y="11"/>
                      <a:pt x="44" y="13"/>
                      <a:pt x="41" y="15"/>
                    </a:cubicBezTo>
                    <a:cubicBezTo>
                      <a:pt x="39" y="16"/>
                      <a:pt x="37" y="16"/>
                      <a:pt x="35" y="17"/>
                    </a:cubicBezTo>
                    <a:cubicBezTo>
                      <a:pt x="35" y="17"/>
                      <a:pt x="35" y="17"/>
                      <a:pt x="35" y="17"/>
                    </a:cubicBezTo>
                    <a:cubicBezTo>
                      <a:pt x="38" y="20"/>
                      <a:pt x="41" y="22"/>
                      <a:pt x="40" y="28"/>
                    </a:cubicBezTo>
                    <a:cubicBezTo>
                      <a:pt x="40" y="28"/>
                      <a:pt x="40" y="28"/>
                      <a:pt x="40" y="28"/>
                    </a:cubicBezTo>
                    <a:cubicBezTo>
                      <a:pt x="40" y="28"/>
                      <a:pt x="40" y="28"/>
                      <a:pt x="40" y="28"/>
                    </a:cubicBezTo>
                    <a:cubicBezTo>
                      <a:pt x="41" y="27"/>
                      <a:pt x="42" y="25"/>
                      <a:pt x="43" y="24"/>
                    </a:cubicBezTo>
                    <a:cubicBezTo>
                      <a:pt x="45" y="22"/>
                      <a:pt x="47" y="19"/>
                      <a:pt x="49" y="17"/>
                    </a:cubicBezTo>
                    <a:cubicBezTo>
                      <a:pt x="50" y="15"/>
                      <a:pt x="51" y="13"/>
                      <a:pt x="52" y="11"/>
                    </a:cubicBezTo>
                    <a:close/>
                    <a:moveTo>
                      <a:pt x="39" y="29"/>
                    </a:moveTo>
                    <a:cubicBezTo>
                      <a:pt x="39" y="29"/>
                      <a:pt x="33" y="31"/>
                      <a:pt x="33" y="32"/>
                    </a:cubicBezTo>
                    <a:cubicBezTo>
                      <a:pt x="32" y="32"/>
                      <a:pt x="30" y="32"/>
                      <a:pt x="30" y="32"/>
                    </a:cubicBezTo>
                    <a:cubicBezTo>
                      <a:pt x="30" y="33"/>
                      <a:pt x="30" y="34"/>
                      <a:pt x="30" y="34"/>
                    </a:cubicBezTo>
                    <a:cubicBezTo>
                      <a:pt x="31" y="36"/>
                      <a:pt x="30" y="37"/>
                      <a:pt x="32" y="38"/>
                    </a:cubicBezTo>
                    <a:cubicBezTo>
                      <a:pt x="34" y="34"/>
                      <a:pt x="37" y="32"/>
                      <a:pt x="39" y="29"/>
                    </a:cubicBezTo>
                    <a:cubicBezTo>
                      <a:pt x="39" y="29"/>
                      <a:pt x="39" y="29"/>
                      <a:pt x="39" y="29"/>
                    </a:cubicBezTo>
                    <a:close/>
                    <a:moveTo>
                      <a:pt x="28" y="28"/>
                    </a:moveTo>
                    <a:cubicBezTo>
                      <a:pt x="28" y="28"/>
                      <a:pt x="29" y="28"/>
                      <a:pt x="29" y="28"/>
                    </a:cubicBezTo>
                    <a:cubicBezTo>
                      <a:pt x="29" y="28"/>
                      <a:pt x="29" y="28"/>
                      <a:pt x="29" y="28"/>
                    </a:cubicBezTo>
                    <a:cubicBezTo>
                      <a:pt x="29" y="29"/>
                      <a:pt x="29" y="30"/>
                      <a:pt x="30" y="30"/>
                    </a:cubicBezTo>
                    <a:cubicBezTo>
                      <a:pt x="32" y="28"/>
                      <a:pt x="37" y="28"/>
                      <a:pt x="37" y="24"/>
                    </a:cubicBezTo>
                    <a:cubicBezTo>
                      <a:pt x="36" y="23"/>
                      <a:pt x="36" y="21"/>
                      <a:pt x="35" y="20"/>
                    </a:cubicBezTo>
                    <a:cubicBezTo>
                      <a:pt x="35" y="19"/>
                      <a:pt x="34" y="19"/>
                      <a:pt x="33" y="18"/>
                    </a:cubicBezTo>
                    <a:cubicBezTo>
                      <a:pt x="33" y="18"/>
                      <a:pt x="32" y="18"/>
                      <a:pt x="31" y="19"/>
                    </a:cubicBezTo>
                    <a:cubicBezTo>
                      <a:pt x="32" y="19"/>
                      <a:pt x="34" y="21"/>
                      <a:pt x="33" y="22"/>
                    </a:cubicBezTo>
                    <a:cubicBezTo>
                      <a:pt x="33" y="23"/>
                      <a:pt x="32" y="23"/>
                      <a:pt x="31" y="24"/>
                    </a:cubicBezTo>
                    <a:cubicBezTo>
                      <a:pt x="30" y="25"/>
                      <a:pt x="27" y="28"/>
                      <a:pt x="27" y="30"/>
                    </a:cubicBezTo>
                    <a:cubicBezTo>
                      <a:pt x="27" y="30"/>
                      <a:pt x="27" y="31"/>
                      <a:pt x="28" y="31"/>
                    </a:cubicBezTo>
                    <a:cubicBezTo>
                      <a:pt x="28" y="31"/>
                      <a:pt x="28" y="31"/>
                      <a:pt x="28" y="30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8" y="30"/>
                      <a:pt x="28" y="29"/>
                      <a:pt x="28" y="2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9" name="îSļiďè"/>
              <p:cNvSpPr/>
              <p:nvPr/>
            </p:nvSpPr>
            <p:spPr bwMode="auto">
              <a:xfrm>
                <a:off x="6002338" y="3148013"/>
                <a:ext cx="223838" cy="346075"/>
              </a:xfrm>
              <a:custGeom>
                <a:avLst/>
                <a:gdLst>
                  <a:gd name="T0" fmla="*/ 31 w 42"/>
                  <a:gd name="T1" fmla="*/ 43 h 64"/>
                  <a:gd name="T2" fmla="*/ 33 w 42"/>
                  <a:gd name="T3" fmla="*/ 34 h 64"/>
                  <a:gd name="T4" fmla="*/ 32 w 42"/>
                  <a:gd name="T5" fmla="*/ 28 h 64"/>
                  <a:gd name="T6" fmla="*/ 29 w 42"/>
                  <a:gd name="T7" fmla="*/ 29 h 64"/>
                  <a:gd name="T8" fmla="*/ 23 w 42"/>
                  <a:gd name="T9" fmla="*/ 34 h 64"/>
                  <a:gd name="T10" fmla="*/ 23 w 42"/>
                  <a:gd name="T11" fmla="*/ 40 h 64"/>
                  <a:gd name="T12" fmla="*/ 11 w 42"/>
                  <a:gd name="T13" fmla="*/ 45 h 64"/>
                  <a:gd name="T14" fmla="*/ 1 w 42"/>
                  <a:gd name="T15" fmla="*/ 44 h 64"/>
                  <a:gd name="T16" fmla="*/ 1 w 42"/>
                  <a:gd name="T17" fmla="*/ 40 h 64"/>
                  <a:gd name="T18" fmla="*/ 6 w 42"/>
                  <a:gd name="T19" fmla="*/ 39 h 64"/>
                  <a:gd name="T20" fmla="*/ 13 w 42"/>
                  <a:gd name="T21" fmla="*/ 34 h 64"/>
                  <a:gd name="T22" fmla="*/ 11 w 42"/>
                  <a:gd name="T23" fmla="*/ 31 h 64"/>
                  <a:gd name="T24" fmla="*/ 6 w 42"/>
                  <a:gd name="T25" fmla="*/ 33 h 64"/>
                  <a:gd name="T26" fmla="*/ 1 w 42"/>
                  <a:gd name="T27" fmla="*/ 29 h 64"/>
                  <a:gd name="T28" fmla="*/ 1 w 42"/>
                  <a:gd name="T29" fmla="*/ 28 h 64"/>
                  <a:gd name="T30" fmla="*/ 5 w 42"/>
                  <a:gd name="T31" fmla="*/ 26 h 64"/>
                  <a:gd name="T32" fmla="*/ 8 w 42"/>
                  <a:gd name="T33" fmla="*/ 25 h 64"/>
                  <a:gd name="T34" fmla="*/ 17 w 42"/>
                  <a:gd name="T35" fmla="*/ 21 h 64"/>
                  <a:gd name="T36" fmla="*/ 21 w 42"/>
                  <a:gd name="T37" fmla="*/ 12 h 64"/>
                  <a:gd name="T38" fmla="*/ 22 w 42"/>
                  <a:gd name="T39" fmla="*/ 8 h 64"/>
                  <a:gd name="T40" fmla="*/ 25 w 42"/>
                  <a:gd name="T41" fmla="*/ 0 h 64"/>
                  <a:gd name="T42" fmla="*/ 28 w 42"/>
                  <a:gd name="T43" fmla="*/ 1 h 64"/>
                  <a:gd name="T44" fmla="*/ 29 w 42"/>
                  <a:gd name="T45" fmla="*/ 13 h 64"/>
                  <a:gd name="T46" fmla="*/ 33 w 42"/>
                  <a:gd name="T47" fmla="*/ 13 h 64"/>
                  <a:gd name="T48" fmla="*/ 36 w 42"/>
                  <a:gd name="T49" fmla="*/ 9 h 64"/>
                  <a:gd name="T50" fmla="*/ 41 w 42"/>
                  <a:gd name="T51" fmla="*/ 12 h 64"/>
                  <a:gd name="T52" fmla="*/ 26 w 42"/>
                  <a:gd name="T53" fmla="*/ 21 h 64"/>
                  <a:gd name="T54" fmla="*/ 17 w 42"/>
                  <a:gd name="T55" fmla="*/ 29 h 64"/>
                  <a:gd name="T56" fmla="*/ 25 w 42"/>
                  <a:gd name="T57" fmla="*/ 28 h 64"/>
                  <a:gd name="T58" fmla="*/ 33 w 42"/>
                  <a:gd name="T59" fmla="*/ 24 h 64"/>
                  <a:gd name="T60" fmla="*/ 37 w 42"/>
                  <a:gd name="T61" fmla="*/ 21 h 64"/>
                  <a:gd name="T62" fmla="*/ 42 w 42"/>
                  <a:gd name="T63" fmla="*/ 26 h 64"/>
                  <a:gd name="T64" fmla="*/ 38 w 42"/>
                  <a:gd name="T65" fmla="*/ 38 h 64"/>
                  <a:gd name="T66" fmla="*/ 32 w 42"/>
                  <a:gd name="T67" fmla="*/ 63 h 64"/>
                  <a:gd name="T68" fmla="*/ 25 w 42"/>
                  <a:gd name="T69" fmla="*/ 57 h 64"/>
                  <a:gd name="T70" fmla="*/ 22 w 42"/>
                  <a:gd name="T71" fmla="*/ 55 h 64"/>
                  <a:gd name="T72" fmla="*/ 17 w 42"/>
                  <a:gd name="T73" fmla="*/ 62 h 64"/>
                  <a:gd name="T74" fmla="*/ 15 w 42"/>
                  <a:gd name="T75" fmla="*/ 64 h 64"/>
                  <a:gd name="T76" fmla="*/ 12 w 42"/>
                  <a:gd name="T77" fmla="*/ 64 h 64"/>
                  <a:gd name="T78" fmla="*/ 9 w 42"/>
                  <a:gd name="T79" fmla="*/ 58 h 64"/>
                  <a:gd name="T80" fmla="*/ 11 w 42"/>
                  <a:gd name="T81" fmla="*/ 54 h 64"/>
                  <a:gd name="T82" fmla="*/ 10 w 42"/>
                  <a:gd name="T83" fmla="*/ 52 h 64"/>
                  <a:gd name="T84" fmla="*/ 15 w 42"/>
                  <a:gd name="T85" fmla="*/ 47 h 64"/>
                  <a:gd name="T86" fmla="*/ 22 w 42"/>
                  <a:gd name="T87" fmla="*/ 48 h 64"/>
                  <a:gd name="T88" fmla="*/ 24 w 42"/>
                  <a:gd name="T89" fmla="*/ 53 h 64"/>
                  <a:gd name="T90" fmla="*/ 31 w 42"/>
                  <a:gd name="T91" fmla="*/ 5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2" h="64">
                    <a:moveTo>
                      <a:pt x="31" y="50"/>
                    </a:moveTo>
                    <a:cubicBezTo>
                      <a:pt x="31" y="46"/>
                      <a:pt x="31" y="46"/>
                      <a:pt x="31" y="43"/>
                    </a:cubicBezTo>
                    <a:cubicBezTo>
                      <a:pt x="31" y="42"/>
                      <a:pt x="32" y="40"/>
                      <a:pt x="32" y="38"/>
                    </a:cubicBezTo>
                    <a:cubicBezTo>
                      <a:pt x="33" y="37"/>
                      <a:pt x="33" y="35"/>
                      <a:pt x="33" y="34"/>
                    </a:cubicBezTo>
                    <a:cubicBezTo>
                      <a:pt x="33" y="33"/>
                      <a:pt x="34" y="30"/>
                      <a:pt x="33" y="30"/>
                    </a:cubicBezTo>
                    <a:cubicBezTo>
                      <a:pt x="33" y="29"/>
                      <a:pt x="32" y="28"/>
                      <a:pt x="32" y="28"/>
                    </a:cubicBezTo>
                    <a:cubicBezTo>
                      <a:pt x="31" y="28"/>
                      <a:pt x="31" y="28"/>
                      <a:pt x="30" y="28"/>
                    </a:cubicBezTo>
                    <a:cubicBezTo>
                      <a:pt x="30" y="29"/>
                      <a:pt x="29" y="29"/>
                      <a:pt x="29" y="29"/>
                    </a:cubicBezTo>
                    <a:cubicBezTo>
                      <a:pt x="28" y="29"/>
                      <a:pt x="28" y="30"/>
                      <a:pt x="27" y="30"/>
                    </a:cubicBezTo>
                    <a:cubicBezTo>
                      <a:pt x="25" y="31"/>
                      <a:pt x="24" y="32"/>
                      <a:pt x="23" y="34"/>
                    </a:cubicBezTo>
                    <a:cubicBezTo>
                      <a:pt x="23" y="35"/>
                      <a:pt x="24" y="38"/>
                      <a:pt x="23" y="39"/>
                    </a:cubicBezTo>
                    <a:cubicBezTo>
                      <a:pt x="23" y="39"/>
                      <a:pt x="23" y="40"/>
                      <a:pt x="23" y="40"/>
                    </a:cubicBezTo>
                    <a:cubicBezTo>
                      <a:pt x="21" y="40"/>
                      <a:pt x="18" y="40"/>
                      <a:pt x="17" y="41"/>
                    </a:cubicBezTo>
                    <a:cubicBezTo>
                      <a:pt x="15" y="43"/>
                      <a:pt x="12" y="45"/>
                      <a:pt x="11" y="45"/>
                    </a:cubicBezTo>
                    <a:cubicBezTo>
                      <a:pt x="10" y="46"/>
                      <a:pt x="5" y="46"/>
                      <a:pt x="3" y="45"/>
                    </a:cubicBezTo>
                    <a:cubicBezTo>
                      <a:pt x="3" y="45"/>
                      <a:pt x="2" y="44"/>
                      <a:pt x="1" y="44"/>
                    </a:cubicBezTo>
                    <a:cubicBezTo>
                      <a:pt x="1" y="43"/>
                      <a:pt x="0" y="41"/>
                      <a:pt x="0" y="41"/>
                    </a:cubicBezTo>
                    <a:cubicBezTo>
                      <a:pt x="1" y="40"/>
                      <a:pt x="0" y="40"/>
                      <a:pt x="1" y="40"/>
                    </a:cubicBezTo>
                    <a:cubicBezTo>
                      <a:pt x="2" y="40"/>
                      <a:pt x="3" y="40"/>
                      <a:pt x="3" y="40"/>
                    </a:cubicBezTo>
                    <a:cubicBezTo>
                      <a:pt x="4" y="40"/>
                      <a:pt x="5" y="39"/>
                      <a:pt x="6" y="39"/>
                    </a:cubicBezTo>
                    <a:cubicBezTo>
                      <a:pt x="8" y="38"/>
                      <a:pt x="10" y="37"/>
                      <a:pt x="11" y="37"/>
                    </a:cubicBezTo>
                    <a:cubicBezTo>
                      <a:pt x="12" y="36"/>
                      <a:pt x="13" y="35"/>
                      <a:pt x="13" y="34"/>
                    </a:cubicBezTo>
                    <a:cubicBezTo>
                      <a:pt x="13" y="34"/>
                      <a:pt x="13" y="34"/>
                      <a:pt x="13" y="33"/>
                    </a:cubicBezTo>
                    <a:cubicBezTo>
                      <a:pt x="13" y="32"/>
                      <a:pt x="12" y="32"/>
                      <a:pt x="11" y="31"/>
                    </a:cubicBezTo>
                    <a:cubicBezTo>
                      <a:pt x="10" y="31"/>
                      <a:pt x="9" y="31"/>
                      <a:pt x="8" y="32"/>
                    </a:cubicBezTo>
                    <a:cubicBezTo>
                      <a:pt x="8" y="32"/>
                      <a:pt x="7" y="33"/>
                      <a:pt x="6" y="33"/>
                    </a:cubicBezTo>
                    <a:cubicBezTo>
                      <a:pt x="5" y="32"/>
                      <a:pt x="3" y="32"/>
                      <a:pt x="2" y="30"/>
                    </a:cubicBezTo>
                    <a:cubicBezTo>
                      <a:pt x="1" y="30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8"/>
                      <a:pt x="1" y="28"/>
                    </a:cubicBezTo>
                    <a:cubicBezTo>
                      <a:pt x="1" y="27"/>
                      <a:pt x="1" y="27"/>
                      <a:pt x="1" y="26"/>
                    </a:cubicBezTo>
                    <a:cubicBezTo>
                      <a:pt x="2" y="26"/>
                      <a:pt x="0" y="26"/>
                      <a:pt x="5" y="26"/>
                    </a:cubicBezTo>
                    <a:cubicBezTo>
                      <a:pt x="6" y="26"/>
                      <a:pt x="6" y="26"/>
                      <a:pt x="7" y="26"/>
                    </a:cubicBezTo>
                    <a:cubicBezTo>
                      <a:pt x="7" y="25"/>
                      <a:pt x="7" y="25"/>
                      <a:pt x="8" y="25"/>
                    </a:cubicBezTo>
                    <a:cubicBezTo>
                      <a:pt x="9" y="25"/>
                      <a:pt x="10" y="25"/>
                      <a:pt x="12" y="24"/>
                    </a:cubicBezTo>
                    <a:cubicBezTo>
                      <a:pt x="14" y="23"/>
                      <a:pt x="16" y="22"/>
                      <a:pt x="17" y="21"/>
                    </a:cubicBezTo>
                    <a:cubicBezTo>
                      <a:pt x="18" y="20"/>
                      <a:pt x="19" y="18"/>
                      <a:pt x="19" y="16"/>
                    </a:cubicBezTo>
                    <a:cubicBezTo>
                      <a:pt x="20" y="15"/>
                      <a:pt x="20" y="13"/>
                      <a:pt x="21" y="12"/>
                    </a:cubicBezTo>
                    <a:cubicBezTo>
                      <a:pt x="21" y="11"/>
                      <a:pt x="21" y="10"/>
                      <a:pt x="21" y="9"/>
                    </a:cubicBezTo>
                    <a:cubicBezTo>
                      <a:pt x="21" y="9"/>
                      <a:pt x="22" y="8"/>
                      <a:pt x="22" y="8"/>
                    </a:cubicBezTo>
                    <a:cubicBezTo>
                      <a:pt x="22" y="7"/>
                      <a:pt x="22" y="6"/>
                      <a:pt x="23" y="5"/>
                    </a:cubicBezTo>
                    <a:cubicBezTo>
                      <a:pt x="23" y="3"/>
                      <a:pt x="24" y="1"/>
                      <a:pt x="25" y="0"/>
                    </a:cubicBezTo>
                    <a:cubicBezTo>
                      <a:pt x="26" y="0"/>
                      <a:pt x="26" y="0"/>
                      <a:pt x="27" y="0"/>
                    </a:cubicBezTo>
                    <a:cubicBezTo>
                      <a:pt x="28" y="1"/>
                      <a:pt x="28" y="1"/>
                      <a:pt x="28" y="1"/>
                    </a:cubicBezTo>
                    <a:cubicBezTo>
                      <a:pt x="30" y="5"/>
                      <a:pt x="30" y="6"/>
                      <a:pt x="30" y="7"/>
                    </a:cubicBezTo>
                    <a:cubicBezTo>
                      <a:pt x="31" y="8"/>
                      <a:pt x="30" y="10"/>
                      <a:pt x="29" y="13"/>
                    </a:cubicBezTo>
                    <a:cubicBezTo>
                      <a:pt x="29" y="14"/>
                      <a:pt x="30" y="14"/>
                      <a:pt x="31" y="13"/>
                    </a:cubicBezTo>
                    <a:cubicBezTo>
                      <a:pt x="32" y="13"/>
                      <a:pt x="33" y="12"/>
                      <a:pt x="33" y="13"/>
                    </a:cubicBezTo>
                    <a:cubicBezTo>
                      <a:pt x="32" y="13"/>
                      <a:pt x="34" y="11"/>
                      <a:pt x="34" y="11"/>
                    </a:cubicBezTo>
                    <a:cubicBezTo>
                      <a:pt x="35" y="10"/>
                      <a:pt x="36" y="9"/>
                      <a:pt x="36" y="9"/>
                    </a:cubicBezTo>
                    <a:cubicBezTo>
                      <a:pt x="37" y="9"/>
                      <a:pt x="39" y="8"/>
                      <a:pt x="40" y="9"/>
                    </a:cubicBezTo>
                    <a:cubicBezTo>
                      <a:pt x="41" y="10"/>
                      <a:pt x="42" y="11"/>
                      <a:pt x="41" y="12"/>
                    </a:cubicBezTo>
                    <a:cubicBezTo>
                      <a:pt x="39" y="15"/>
                      <a:pt x="38" y="15"/>
                      <a:pt x="37" y="15"/>
                    </a:cubicBezTo>
                    <a:cubicBezTo>
                      <a:pt x="30" y="18"/>
                      <a:pt x="28" y="19"/>
                      <a:pt x="26" y="21"/>
                    </a:cubicBezTo>
                    <a:cubicBezTo>
                      <a:pt x="23" y="22"/>
                      <a:pt x="23" y="24"/>
                      <a:pt x="20" y="27"/>
                    </a:cubicBezTo>
                    <a:cubicBezTo>
                      <a:pt x="19" y="28"/>
                      <a:pt x="18" y="29"/>
                      <a:pt x="17" y="29"/>
                    </a:cubicBezTo>
                    <a:cubicBezTo>
                      <a:pt x="17" y="30"/>
                      <a:pt x="18" y="32"/>
                      <a:pt x="19" y="32"/>
                    </a:cubicBezTo>
                    <a:cubicBezTo>
                      <a:pt x="20" y="32"/>
                      <a:pt x="23" y="29"/>
                      <a:pt x="25" y="28"/>
                    </a:cubicBezTo>
                    <a:cubicBezTo>
                      <a:pt x="26" y="27"/>
                      <a:pt x="28" y="26"/>
                      <a:pt x="30" y="25"/>
                    </a:cubicBezTo>
                    <a:cubicBezTo>
                      <a:pt x="31" y="25"/>
                      <a:pt x="32" y="25"/>
                      <a:pt x="33" y="24"/>
                    </a:cubicBezTo>
                    <a:cubicBezTo>
                      <a:pt x="34" y="23"/>
                      <a:pt x="35" y="22"/>
                      <a:pt x="36" y="22"/>
                    </a:cubicBezTo>
                    <a:cubicBezTo>
                      <a:pt x="36" y="21"/>
                      <a:pt x="36" y="21"/>
                      <a:pt x="37" y="21"/>
                    </a:cubicBezTo>
                    <a:cubicBezTo>
                      <a:pt x="38" y="21"/>
                      <a:pt x="42" y="21"/>
                      <a:pt x="42" y="22"/>
                    </a:cubicBezTo>
                    <a:cubicBezTo>
                      <a:pt x="42" y="23"/>
                      <a:pt x="42" y="24"/>
                      <a:pt x="42" y="26"/>
                    </a:cubicBezTo>
                    <a:cubicBezTo>
                      <a:pt x="42" y="27"/>
                      <a:pt x="42" y="31"/>
                      <a:pt x="40" y="33"/>
                    </a:cubicBezTo>
                    <a:cubicBezTo>
                      <a:pt x="39" y="35"/>
                      <a:pt x="39" y="36"/>
                      <a:pt x="38" y="38"/>
                    </a:cubicBezTo>
                    <a:cubicBezTo>
                      <a:pt x="35" y="47"/>
                      <a:pt x="35" y="55"/>
                      <a:pt x="33" y="62"/>
                    </a:cubicBezTo>
                    <a:cubicBezTo>
                      <a:pt x="33" y="62"/>
                      <a:pt x="32" y="63"/>
                      <a:pt x="32" y="63"/>
                    </a:cubicBezTo>
                    <a:cubicBezTo>
                      <a:pt x="30" y="63"/>
                      <a:pt x="28" y="62"/>
                      <a:pt x="27" y="60"/>
                    </a:cubicBezTo>
                    <a:cubicBezTo>
                      <a:pt x="26" y="59"/>
                      <a:pt x="26" y="58"/>
                      <a:pt x="25" y="57"/>
                    </a:cubicBezTo>
                    <a:cubicBezTo>
                      <a:pt x="24" y="57"/>
                      <a:pt x="24" y="56"/>
                      <a:pt x="23" y="56"/>
                    </a:cubicBezTo>
                    <a:cubicBezTo>
                      <a:pt x="23" y="56"/>
                      <a:pt x="22" y="55"/>
                      <a:pt x="22" y="55"/>
                    </a:cubicBezTo>
                    <a:cubicBezTo>
                      <a:pt x="21" y="54"/>
                      <a:pt x="20" y="55"/>
                      <a:pt x="19" y="55"/>
                    </a:cubicBezTo>
                    <a:cubicBezTo>
                      <a:pt x="18" y="57"/>
                      <a:pt x="19" y="55"/>
                      <a:pt x="17" y="62"/>
                    </a:cubicBezTo>
                    <a:cubicBezTo>
                      <a:pt x="17" y="62"/>
                      <a:pt x="17" y="63"/>
                      <a:pt x="16" y="63"/>
                    </a:cubicBezTo>
                    <a:cubicBezTo>
                      <a:pt x="16" y="64"/>
                      <a:pt x="16" y="64"/>
                      <a:pt x="15" y="64"/>
                    </a:cubicBezTo>
                    <a:cubicBezTo>
                      <a:pt x="15" y="64"/>
                      <a:pt x="14" y="64"/>
                      <a:pt x="13" y="64"/>
                    </a:cubicBezTo>
                    <a:cubicBezTo>
                      <a:pt x="13" y="64"/>
                      <a:pt x="12" y="64"/>
                      <a:pt x="12" y="64"/>
                    </a:cubicBezTo>
                    <a:cubicBezTo>
                      <a:pt x="12" y="63"/>
                      <a:pt x="13" y="60"/>
                      <a:pt x="12" y="59"/>
                    </a:cubicBezTo>
                    <a:cubicBezTo>
                      <a:pt x="11" y="57"/>
                      <a:pt x="9" y="58"/>
                      <a:pt x="9" y="58"/>
                    </a:cubicBezTo>
                    <a:cubicBezTo>
                      <a:pt x="8" y="57"/>
                      <a:pt x="8" y="56"/>
                      <a:pt x="9" y="55"/>
                    </a:cubicBezTo>
                    <a:cubicBezTo>
                      <a:pt x="10" y="54"/>
                      <a:pt x="10" y="55"/>
                      <a:pt x="11" y="54"/>
                    </a:cubicBezTo>
                    <a:cubicBezTo>
                      <a:pt x="12" y="54"/>
                      <a:pt x="12" y="53"/>
                      <a:pt x="11" y="53"/>
                    </a:cubicBezTo>
                    <a:cubicBezTo>
                      <a:pt x="11" y="52"/>
                      <a:pt x="11" y="52"/>
                      <a:pt x="10" y="52"/>
                    </a:cubicBezTo>
                    <a:cubicBezTo>
                      <a:pt x="9" y="51"/>
                      <a:pt x="9" y="49"/>
                      <a:pt x="10" y="49"/>
                    </a:cubicBezTo>
                    <a:cubicBezTo>
                      <a:pt x="11" y="48"/>
                      <a:pt x="13" y="48"/>
                      <a:pt x="15" y="47"/>
                    </a:cubicBezTo>
                    <a:cubicBezTo>
                      <a:pt x="18" y="46"/>
                      <a:pt x="21" y="46"/>
                      <a:pt x="21" y="46"/>
                    </a:cubicBezTo>
                    <a:cubicBezTo>
                      <a:pt x="22" y="46"/>
                      <a:pt x="23" y="47"/>
                      <a:pt x="22" y="48"/>
                    </a:cubicBezTo>
                    <a:cubicBezTo>
                      <a:pt x="21" y="48"/>
                      <a:pt x="21" y="49"/>
                      <a:pt x="21" y="50"/>
                    </a:cubicBezTo>
                    <a:cubicBezTo>
                      <a:pt x="21" y="52"/>
                      <a:pt x="23" y="53"/>
                      <a:pt x="24" y="53"/>
                    </a:cubicBezTo>
                    <a:cubicBezTo>
                      <a:pt x="26" y="55"/>
                      <a:pt x="28" y="53"/>
                      <a:pt x="29" y="52"/>
                    </a:cubicBezTo>
                    <a:cubicBezTo>
                      <a:pt x="29" y="52"/>
                      <a:pt x="30" y="50"/>
                      <a:pt x="31" y="5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40" name="îšḻiḋê"/>
              <p:cNvSpPr/>
              <p:nvPr/>
            </p:nvSpPr>
            <p:spPr bwMode="auto">
              <a:xfrm>
                <a:off x="5970588" y="3390900"/>
                <a:ext cx="52388" cy="119063"/>
              </a:xfrm>
              <a:custGeom>
                <a:avLst/>
                <a:gdLst>
                  <a:gd name="T0" fmla="*/ 1 w 10"/>
                  <a:gd name="T1" fmla="*/ 17 h 22"/>
                  <a:gd name="T2" fmla="*/ 1 w 10"/>
                  <a:gd name="T3" fmla="*/ 8 h 22"/>
                  <a:gd name="T4" fmla="*/ 2 w 10"/>
                  <a:gd name="T5" fmla="*/ 2 h 22"/>
                  <a:gd name="T6" fmla="*/ 2 w 10"/>
                  <a:gd name="T7" fmla="*/ 1 h 22"/>
                  <a:gd name="T8" fmla="*/ 3 w 10"/>
                  <a:gd name="T9" fmla="*/ 1 h 22"/>
                  <a:gd name="T10" fmla="*/ 5 w 10"/>
                  <a:gd name="T11" fmla="*/ 2 h 22"/>
                  <a:gd name="T12" fmla="*/ 7 w 10"/>
                  <a:gd name="T13" fmla="*/ 5 h 22"/>
                  <a:gd name="T14" fmla="*/ 9 w 10"/>
                  <a:gd name="T15" fmla="*/ 8 h 22"/>
                  <a:gd name="T16" fmla="*/ 10 w 10"/>
                  <a:gd name="T17" fmla="*/ 12 h 22"/>
                  <a:gd name="T18" fmla="*/ 10 w 10"/>
                  <a:gd name="T19" fmla="*/ 17 h 22"/>
                  <a:gd name="T20" fmla="*/ 9 w 10"/>
                  <a:gd name="T21" fmla="*/ 21 h 22"/>
                  <a:gd name="T22" fmla="*/ 7 w 10"/>
                  <a:gd name="T23" fmla="*/ 22 h 22"/>
                  <a:gd name="T24" fmla="*/ 4 w 10"/>
                  <a:gd name="T25" fmla="*/ 21 h 22"/>
                  <a:gd name="T26" fmla="*/ 1 w 10"/>
                  <a:gd name="T27" fmla="*/ 17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" h="22">
                    <a:moveTo>
                      <a:pt x="1" y="17"/>
                    </a:moveTo>
                    <a:cubicBezTo>
                      <a:pt x="0" y="14"/>
                      <a:pt x="1" y="11"/>
                      <a:pt x="1" y="8"/>
                    </a:cubicBezTo>
                    <a:cubicBezTo>
                      <a:pt x="1" y="6"/>
                      <a:pt x="2" y="4"/>
                      <a:pt x="2" y="2"/>
                    </a:cubicBezTo>
                    <a:cubicBezTo>
                      <a:pt x="2" y="2"/>
                      <a:pt x="2" y="1"/>
                      <a:pt x="2" y="1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4" y="1"/>
                      <a:pt x="4" y="1"/>
                      <a:pt x="5" y="2"/>
                    </a:cubicBezTo>
                    <a:cubicBezTo>
                      <a:pt x="5" y="5"/>
                      <a:pt x="6" y="5"/>
                      <a:pt x="7" y="5"/>
                    </a:cubicBezTo>
                    <a:cubicBezTo>
                      <a:pt x="7" y="6"/>
                      <a:pt x="8" y="7"/>
                      <a:pt x="9" y="8"/>
                    </a:cubicBezTo>
                    <a:cubicBezTo>
                      <a:pt x="9" y="9"/>
                      <a:pt x="10" y="11"/>
                      <a:pt x="10" y="12"/>
                    </a:cubicBezTo>
                    <a:cubicBezTo>
                      <a:pt x="10" y="14"/>
                      <a:pt x="10" y="16"/>
                      <a:pt x="10" y="17"/>
                    </a:cubicBezTo>
                    <a:cubicBezTo>
                      <a:pt x="10" y="19"/>
                      <a:pt x="9" y="21"/>
                      <a:pt x="9" y="21"/>
                    </a:cubicBezTo>
                    <a:cubicBezTo>
                      <a:pt x="8" y="22"/>
                      <a:pt x="7" y="22"/>
                      <a:pt x="7" y="22"/>
                    </a:cubicBezTo>
                    <a:cubicBezTo>
                      <a:pt x="6" y="22"/>
                      <a:pt x="5" y="21"/>
                      <a:pt x="4" y="21"/>
                    </a:cubicBezTo>
                    <a:cubicBezTo>
                      <a:pt x="3" y="19"/>
                      <a:pt x="1" y="18"/>
                      <a:pt x="1" y="1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41" name="íşļîḍè"/>
              <p:cNvSpPr/>
              <p:nvPr/>
            </p:nvSpPr>
            <p:spPr bwMode="auto">
              <a:xfrm>
                <a:off x="5472113" y="3132138"/>
                <a:ext cx="401638" cy="388938"/>
              </a:xfrm>
              <a:custGeom>
                <a:avLst/>
                <a:gdLst>
                  <a:gd name="T0" fmla="*/ 32 w 75"/>
                  <a:gd name="T1" fmla="*/ 71 h 72"/>
                  <a:gd name="T2" fmla="*/ 25 w 75"/>
                  <a:gd name="T3" fmla="*/ 68 h 72"/>
                  <a:gd name="T4" fmla="*/ 28 w 75"/>
                  <a:gd name="T5" fmla="*/ 65 h 72"/>
                  <a:gd name="T6" fmla="*/ 40 w 75"/>
                  <a:gd name="T7" fmla="*/ 61 h 72"/>
                  <a:gd name="T8" fmla="*/ 43 w 75"/>
                  <a:gd name="T9" fmla="*/ 61 h 72"/>
                  <a:gd name="T10" fmla="*/ 47 w 75"/>
                  <a:gd name="T11" fmla="*/ 63 h 72"/>
                  <a:gd name="T12" fmla="*/ 51 w 75"/>
                  <a:gd name="T13" fmla="*/ 53 h 72"/>
                  <a:gd name="T14" fmla="*/ 58 w 75"/>
                  <a:gd name="T15" fmla="*/ 40 h 72"/>
                  <a:gd name="T16" fmla="*/ 62 w 75"/>
                  <a:gd name="T17" fmla="*/ 33 h 72"/>
                  <a:gd name="T18" fmla="*/ 59 w 75"/>
                  <a:gd name="T19" fmla="*/ 32 h 72"/>
                  <a:gd name="T20" fmla="*/ 56 w 75"/>
                  <a:gd name="T21" fmla="*/ 33 h 72"/>
                  <a:gd name="T22" fmla="*/ 48 w 75"/>
                  <a:gd name="T23" fmla="*/ 40 h 72"/>
                  <a:gd name="T24" fmla="*/ 47 w 75"/>
                  <a:gd name="T25" fmla="*/ 45 h 72"/>
                  <a:gd name="T26" fmla="*/ 43 w 75"/>
                  <a:gd name="T27" fmla="*/ 49 h 72"/>
                  <a:gd name="T28" fmla="*/ 41 w 75"/>
                  <a:gd name="T29" fmla="*/ 44 h 72"/>
                  <a:gd name="T30" fmla="*/ 36 w 75"/>
                  <a:gd name="T31" fmla="*/ 45 h 72"/>
                  <a:gd name="T32" fmla="*/ 31 w 75"/>
                  <a:gd name="T33" fmla="*/ 49 h 72"/>
                  <a:gd name="T34" fmla="*/ 29 w 75"/>
                  <a:gd name="T35" fmla="*/ 52 h 72"/>
                  <a:gd name="T36" fmla="*/ 27 w 75"/>
                  <a:gd name="T37" fmla="*/ 58 h 72"/>
                  <a:gd name="T38" fmla="*/ 24 w 75"/>
                  <a:gd name="T39" fmla="*/ 60 h 72"/>
                  <a:gd name="T40" fmla="*/ 24 w 75"/>
                  <a:gd name="T41" fmla="*/ 53 h 72"/>
                  <a:gd name="T42" fmla="*/ 22 w 75"/>
                  <a:gd name="T43" fmla="*/ 52 h 72"/>
                  <a:gd name="T44" fmla="*/ 20 w 75"/>
                  <a:gd name="T45" fmla="*/ 53 h 72"/>
                  <a:gd name="T46" fmla="*/ 10 w 75"/>
                  <a:gd name="T47" fmla="*/ 69 h 72"/>
                  <a:gd name="T48" fmla="*/ 4 w 75"/>
                  <a:gd name="T49" fmla="*/ 71 h 72"/>
                  <a:gd name="T50" fmla="*/ 1 w 75"/>
                  <a:gd name="T51" fmla="*/ 69 h 72"/>
                  <a:gd name="T52" fmla="*/ 0 w 75"/>
                  <a:gd name="T53" fmla="*/ 65 h 72"/>
                  <a:gd name="T54" fmla="*/ 2 w 75"/>
                  <a:gd name="T55" fmla="*/ 57 h 72"/>
                  <a:gd name="T56" fmla="*/ 6 w 75"/>
                  <a:gd name="T57" fmla="*/ 59 h 72"/>
                  <a:gd name="T58" fmla="*/ 13 w 75"/>
                  <a:gd name="T59" fmla="*/ 55 h 72"/>
                  <a:gd name="T60" fmla="*/ 21 w 75"/>
                  <a:gd name="T61" fmla="*/ 47 h 72"/>
                  <a:gd name="T62" fmla="*/ 28 w 75"/>
                  <a:gd name="T63" fmla="*/ 40 h 72"/>
                  <a:gd name="T64" fmla="*/ 27 w 75"/>
                  <a:gd name="T65" fmla="*/ 31 h 72"/>
                  <a:gd name="T66" fmla="*/ 28 w 75"/>
                  <a:gd name="T67" fmla="*/ 28 h 72"/>
                  <a:gd name="T68" fmla="*/ 33 w 75"/>
                  <a:gd name="T69" fmla="*/ 23 h 72"/>
                  <a:gd name="T70" fmla="*/ 32 w 75"/>
                  <a:gd name="T71" fmla="*/ 20 h 72"/>
                  <a:gd name="T72" fmla="*/ 26 w 75"/>
                  <a:gd name="T73" fmla="*/ 14 h 72"/>
                  <a:gd name="T74" fmla="*/ 41 w 75"/>
                  <a:gd name="T75" fmla="*/ 13 h 72"/>
                  <a:gd name="T76" fmla="*/ 52 w 75"/>
                  <a:gd name="T77" fmla="*/ 7 h 72"/>
                  <a:gd name="T78" fmla="*/ 61 w 75"/>
                  <a:gd name="T79" fmla="*/ 2 h 72"/>
                  <a:gd name="T80" fmla="*/ 66 w 75"/>
                  <a:gd name="T81" fmla="*/ 2 h 72"/>
                  <a:gd name="T82" fmla="*/ 67 w 75"/>
                  <a:gd name="T83" fmla="*/ 9 h 72"/>
                  <a:gd name="T84" fmla="*/ 51 w 75"/>
                  <a:gd name="T85" fmla="*/ 18 h 72"/>
                  <a:gd name="T86" fmla="*/ 52 w 75"/>
                  <a:gd name="T87" fmla="*/ 22 h 72"/>
                  <a:gd name="T88" fmla="*/ 56 w 75"/>
                  <a:gd name="T89" fmla="*/ 28 h 72"/>
                  <a:gd name="T90" fmla="*/ 68 w 75"/>
                  <a:gd name="T91" fmla="*/ 22 h 72"/>
                  <a:gd name="T92" fmla="*/ 74 w 75"/>
                  <a:gd name="T93" fmla="*/ 25 h 72"/>
                  <a:gd name="T94" fmla="*/ 74 w 75"/>
                  <a:gd name="T95" fmla="*/ 31 h 72"/>
                  <a:gd name="T96" fmla="*/ 69 w 75"/>
                  <a:gd name="T97" fmla="*/ 40 h 72"/>
                  <a:gd name="T98" fmla="*/ 62 w 75"/>
                  <a:gd name="T99" fmla="*/ 55 h 72"/>
                  <a:gd name="T100" fmla="*/ 57 w 75"/>
                  <a:gd name="T101" fmla="*/ 68 h 72"/>
                  <a:gd name="T102" fmla="*/ 53 w 75"/>
                  <a:gd name="T103" fmla="*/ 71 h 72"/>
                  <a:gd name="T104" fmla="*/ 46 w 75"/>
                  <a:gd name="T105" fmla="*/ 67 h 72"/>
                  <a:gd name="T106" fmla="*/ 40 w 75"/>
                  <a:gd name="T107" fmla="*/ 68 h 72"/>
                  <a:gd name="T108" fmla="*/ 30 w 75"/>
                  <a:gd name="T109" fmla="*/ 29 h 72"/>
                  <a:gd name="T110" fmla="*/ 34 w 75"/>
                  <a:gd name="T111" fmla="*/ 37 h 72"/>
                  <a:gd name="T112" fmla="*/ 45 w 75"/>
                  <a:gd name="T113" fmla="*/ 32 h 72"/>
                  <a:gd name="T114" fmla="*/ 46 w 75"/>
                  <a:gd name="T115" fmla="*/ 24 h 72"/>
                  <a:gd name="T116" fmla="*/ 38 w 75"/>
                  <a:gd name="T117" fmla="*/ 24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75" h="72">
                    <a:moveTo>
                      <a:pt x="40" y="70"/>
                    </a:moveTo>
                    <a:cubicBezTo>
                      <a:pt x="39" y="71"/>
                      <a:pt x="38" y="71"/>
                      <a:pt x="37" y="71"/>
                    </a:cubicBezTo>
                    <a:cubicBezTo>
                      <a:pt x="36" y="71"/>
                      <a:pt x="33" y="71"/>
                      <a:pt x="32" y="71"/>
                    </a:cubicBezTo>
                    <a:cubicBezTo>
                      <a:pt x="30" y="71"/>
                      <a:pt x="29" y="71"/>
                      <a:pt x="28" y="70"/>
                    </a:cubicBezTo>
                    <a:cubicBezTo>
                      <a:pt x="26" y="70"/>
                      <a:pt x="25" y="70"/>
                      <a:pt x="25" y="70"/>
                    </a:cubicBezTo>
                    <a:cubicBezTo>
                      <a:pt x="25" y="69"/>
                      <a:pt x="25" y="69"/>
                      <a:pt x="25" y="68"/>
                    </a:cubicBezTo>
                    <a:cubicBezTo>
                      <a:pt x="25" y="68"/>
                      <a:pt x="25" y="67"/>
                      <a:pt x="25" y="67"/>
                    </a:cubicBezTo>
                    <a:cubicBezTo>
                      <a:pt x="26" y="67"/>
                      <a:pt x="26" y="66"/>
                      <a:pt x="26" y="66"/>
                    </a:cubicBezTo>
                    <a:cubicBezTo>
                      <a:pt x="27" y="66"/>
                      <a:pt x="27" y="65"/>
                      <a:pt x="28" y="65"/>
                    </a:cubicBezTo>
                    <a:cubicBezTo>
                      <a:pt x="30" y="64"/>
                      <a:pt x="36" y="62"/>
                      <a:pt x="35" y="62"/>
                    </a:cubicBezTo>
                    <a:cubicBezTo>
                      <a:pt x="34" y="62"/>
                      <a:pt x="37" y="62"/>
                      <a:pt x="37" y="62"/>
                    </a:cubicBezTo>
                    <a:cubicBezTo>
                      <a:pt x="38" y="61"/>
                      <a:pt x="40" y="61"/>
                      <a:pt x="40" y="61"/>
                    </a:cubicBezTo>
                    <a:cubicBezTo>
                      <a:pt x="40" y="61"/>
                      <a:pt x="41" y="60"/>
                      <a:pt x="41" y="60"/>
                    </a:cubicBezTo>
                    <a:cubicBezTo>
                      <a:pt x="42" y="60"/>
                      <a:pt x="42" y="61"/>
                      <a:pt x="42" y="61"/>
                    </a:cubicBezTo>
                    <a:cubicBezTo>
                      <a:pt x="43" y="61"/>
                      <a:pt x="43" y="61"/>
                      <a:pt x="43" y="61"/>
                    </a:cubicBezTo>
                    <a:cubicBezTo>
                      <a:pt x="44" y="61"/>
                      <a:pt x="44" y="61"/>
                      <a:pt x="45" y="62"/>
                    </a:cubicBezTo>
                    <a:cubicBezTo>
                      <a:pt x="45" y="62"/>
                      <a:pt x="46" y="62"/>
                      <a:pt x="46" y="63"/>
                    </a:cubicBezTo>
                    <a:cubicBezTo>
                      <a:pt x="47" y="63"/>
                      <a:pt x="47" y="63"/>
                      <a:pt x="47" y="63"/>
                    </a:cubicBezTo>
                    <a:cubicBezTo>
                      <a:pt x="48" y="63"/>
                      <a:pt x="50" y="62"/>
                      <a:pt x="50" y="61"/>
                    </a:cubicBezTo>
                    <a:cubicBezTo>
                      <a:pt x="51" y="60"/>
                      <a:pt x="51" y="60"/>
                      <a:pt x="51" y="58"/>
                    </a:cubicBezTo>
                    <a:cubicBezTo>
                      <a:pt x="51" y="56"/>
                      <a:pt x="51" y="55"/>
                      <a:pt x="51" y="53"/>
                    </a:cubicBezTo>
                    <a:cubicBezTo>
                      <a:pt x="52" y="51"/>
                      <a:pt x="53" y="48"/>
                      <a:pt x="54" y="48"/>
                    </a:cubicBezTo>
                    <a:cubicBezTo>
                      <a:pt x="54" y="48"/>
                      <a:pt x="55" y="46"/>
                      <a:pt x="55" y="45"/>
                    </a:cubicBezTo>
                    <a:cubicBezTo>
                      <a:pt x="56" y="43"/>
                      <a:pt x="57" y="41"/>
                      <a:pt x="58" y="40"/>
                    </a:cubicBezTo>
                    <a:cubicBezTo>
                      <a:pt x="58" y="39"/>
                      <a:pt x="59" y="38"/>
                      <a:pt x="59" y="38"/>
                    </a:cubicBezTo>
                    <a:cubicBezTo>
                      <a:pt x="60" y="37"/>
                      <a:pt x="61" y="36"/>
                      <a:pt x="61" y="35"/>
                    </a:cubicBezTo>
                    <a:cubicBezTo>
                      <a:pt x="62" y="34"/>
                      <a:pt x="62" y="33"/>
                      <a:pt x="62" y="33"/>
                    </a:cubicBezTo>
                    <a:cubicBezTo>
                      <a:pt x="62" y="33"/>
                      <a:pt x="62" y="32"/>
                      <a:pt x="62" y="32"/>
                    </a:cubicBezTo>
                    <a:cubicBezTo>
                      <a:pt x="62" y="32"/>
                      <a:pt x="61" y="31"/>
                      <a:pt x="61" y="31"/>
                    </a:cubicBezTo>
                    <a:cubicBezTo>
                      <a:pt x="61" y="31"/>
                      <a:pt x="59" y="31"/>
                      <a:pt x="59" y="32"/>
                    </a:cubicBezTo>
                    <a:cubicBezTo>
                      <a:pt x="58" y="32"/>
                      <a:pt x="58" y="32"/>
                      <a:pt x="58" y="32"/>
                    </a:cubicBezTo>
                    <a:cubicBezTo>
                      <a:pt x="58" y="32"/>
                      <a:pt x="56" y="33"/>
                      <a:pt x="57" y="33"/>
                    </a:cubicBezTo>
                    <a:cubicBezTo>
                      <a:pt x="59" y="32"/>
                      <a:pt x="58" y="32"/>
                      <a:pt x="56" y="33"/>
                    </a:cubicBezTo>
                    <a:cubicBezTo>
                      <a:pt x="56" y="33"/>
                      <a:pt x="55" y="34"/>
                      <a:pt x="54" y="34"/>
                    </a:cubicBezTo>
                    <a:cubicBezTo>
                      <a:pt x="53" y="34"/>
                      <a:pt x="52" y="36"/>
                      <a:pt x="51" y="37"/>
                    </a:cubicBezTo>
                    <a:cubicBezTo>
                      <a:pt x="50" y="38"/>
                      <a:pt x="49" y="39"/>
                      <a:pt x="48" y="40"/>
                    </a:cubicBezTo>
                    <a:cubicBezTo>
                      <a:pt x="48" y="41"/>
                      <a:pt x="47" y="41"/>
                      <a:pt x="47" y="41"/>
                    </a:cubicBezTo>
                    <a:cubicBezTo>
                      <a:pt x="47" y="41"/>
                      <a:pt x="47" y="42"/>
                      <a:pt x="47" y="42"/>
                    </a:cubicBezTo>
                    <a:cubicBezTo>
                      <a:pt x="47" y="43"/>
                      <a:pt x="47" y="44"/>
                      <a:pt x="47" y="45"/>
                    </a:cubicBezTo>
                    <a:cubicBezTo>
                      <a:pt x="47" y="45"/>
                      <a:pt x="46" y="45"/>
                      <a:pt x="46" y="46"/>
                    </a:cubicBezTo>
                    <a:cubicBezTo>
                      <a:pt x="46" y="48"/>
                      <a:pt x="45" y="48"/>
                      <a:pt x="45" y="49"/>
                    </a:cubicBezTo>
                    <a:cubicBezTo>
                      <a:pt x="44" y="49"/>
                      <a:pt x="43" y="49"/>
                      <a:pt x="43" y="49"/>
                    </a:cubicBezTo>
                    <a:cubicBezTo>
                      <a:pt x="42" y="49"/>
                      <a:pt x="41" y="48"/>
                      <a:pt x="41" y="47"/>
                    </a:cubicBezTo>
                    <a:cubicBezTo>
                      <a:pt x="41" y="47"/>
                      <a:pt x="41" y="46"/>
                      <a:pt x="41" y="45"/>
                    </a:cubicBezTo>
                    <a:cubicBezTo>
                      <a:pt x="41" y="45"/>
                      <a:pt x="41" y="44"/>
                      <a:pt x="41" y="44"/>
                    </a:cubicBezTo>
                    <a:cubicBezTo>
                      <a:pt x="40" y="43"/>
                      <a:pt x="40" y="42"/>
                      <a:pt x="39" y="42"/>
                    </a:cubicBezTo>
                    <a:cubicBezTo>
                      <a:pt x="38" y="43"/>
                      <a:pt x="37" y="44"/>
                      <a:pt x="36" y="44"/>
                    </a:cubicBezTo>
                    <a:cubicBezTo>
                      <a:pt x="36" y="44"/>
                      <a:pt x="36" y="44"/>
                      <a:pt x="36" y="45"/>
                    </a:cubicBezTo>
                    <a:cubicBezTo>
                      <a:pt x="35" y="45"/>
                      <a:pt x="35" y="45"/>
                      <a:pt x="34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3" y="47"/>
                      <a:pt x="32" y="49"/>
                      <a:pt x="31" y="49"/>
                    </a:cubicBezTo>
                    <a:cubicBezTo>
                      <a:pt x="31" y="50"/>
                      <a:pt x="31" y="50"/>
                      <a:pt x="31" y="50"/>
                    </a:cubicBezTo>
                    <a:cubicBezTo>
                      <a:pt x="30" y="51"/>
                      <a:pt x="30" y="51"/>
                      <a:pt x="30" y="51"/>
                    </a:cubicBezTo>
                    <a:cubicBezTo>
                      <a:pt x="30" y="52"/>
                      <a:pt x="30" y="52"/>
                      <a:pt x="29" y="52"/>
                    </a:cubicBezTo>
                    <a:cubicBezTo>
                      <a:pt x="29" y="53"/>
                      <a:pt x="28" y="54"/>
                      <a:pt x="28" y="54"/>
                    </a:cubicBezTo>
                    <a:cubicBezTo>
                      <a:pt x="28" y="55"/>
                      <a:pt x="28" y="56"/>
                      <a:pt x="28" y="56"/>
                    </a:cubicBezTo>
                    <a:cubicBezTo>
                      <a:pt x="27" y="57"/>
                      <a:pt x="27" y="58"/>
                      <a:pt x="27" y="58"/>
                    </a:cubicBezTo>
                    <a:cubicBezTo>
                      <a:pt x="26" y="59"/>
                      <a:pt x="26" y="59"/>
                      <a:pt x="26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4" y="60"/>
                      <a:pt x="24" y="60"/>
                      <a:pt x="24" y="60"/>
                    </a:cubicBezTo>
                    <a:cubicBezTo>
                      <a:pt x="24" y="60"/>
                      <a:pt x="24" y="59"/>
                      <a:pt x="24" y="59"/>
                    </a:cubicBezTo>
                    <a:cubicBezTo>
                      <a:pt x="24" y="57"/>
                      <a:pt x="23" y="56"/>
                      <a:pt x="23" y="55"/>
                    </a:cubicBezTo>
                    <a:cubicBezTo>
                      <a:pt x="23" y="55"/>
                      <a:pt x="24" y="53"/>
                      <a:pt x="24" y="53"/>
                    </a:cubicBezTo>
                    <a:cubicBezTo>
                      <a:pt x="23" y="52"/>
                      <a:pt x="23" y="52"/>
                      <a:pt x="23" y="52"/>
                    </a:cubicBezTo>
                    <a:cubicBezTo>
                      <a:pt x="23" y="52"/>
                      <a:pt x="23" y="52"/>
                      <a:pt x="23" y="52"/>
                    </a:cubicBezTo>
                    <a:cubicBezTo>
                      <a:pt x="23" y="52"/>
                      <a:pt x="23" y="52"/>
                      <a:pt x="22" y="52"/>
                    </a:cubicBezTo>
                    <a:cubicBezTo>
                      <a:pt x="22" y="52"/>
                      <a:pt x="22" y="52"/>
                      <a:pt x="22" y="52"/>
                    </a:cubicBezTo>
                    <a:cubicBezTo>
                      <a:pt x="22" y="52"/>
                      <a:pt x="21" y="52"/>
                      <a:pt x="21" y="52"/>
                    </a:cubicBezTo>
                    <a:cubicBezTo>
                      <a:pt x="21" y="53"/>
                      <a:pt x="20" y="53"/>
                      <a:pt x="20" y="53"/>
                    </a:cubicBezTo>
                    <a:cubicBezTo>
                      <a:pt x="19" y="54"/>
                      <a:pt x="17" y="56"/>
                      <a:pt x="17" y="56"/>
                    </a:cubicBezTo>
                    <a:cubicBezTo>
                      <a:pt x="15" y="58"/>
                      <a:pt x="13" y="62"/>
                      <a:pt x="12" y="64"/>
                    </a:cubicBezTo>
                    <a:cubicBezTo>
                      <a:pt x="12" y="66"/>
                      <a:pt x="11" y="67"/>
                      <a:pt x="10" y="69"/>
                    </a:cubicBezTo>
                    <a:cubicBezTo>
                      <a:pt x="10" y="70"/>
                      <a:pt x="10" y="71"/>
                      <a:pt x="9" y="71"/>
                    </a:cubicBezTo>
                    <a:cubicBezTo>
                      <a:pt x="8" y="72"/>
                      <a:pt x="7" y="71"/>
                      <a:pt x="6" y="71"/>
                    </a:cubicBezTo>
                    <a:cubicBezTo>
                      <a:pt x="5" y="71"/>
                      <a:pt x="4" y="71"/>
                      <a:pt x="4" y="71"/>
                    </a:cubicBezTo>
                    <a:cubicBezTo>
                      <a:pt x="3" y="71"/>
                      <a:pt x="3" y="71"/>
                      <a:pt x="3" y="71"/>
                    </a:cubicBezTo>
                    <a:cubicBezTo>
                      <a:pt x="3" y="70"/>
                      <a:pt x="2" y="70"/>
                      <a:pt x="2" y="70"/>
                    </a:cubicBezTo>
                    <a:cubicBezTo>
                      <a:pt x="2" y="70"/>
                      <a:pt x="1" y="70"/>
                      <a:pt x="1" y="69"/>
                    </a:cubicBezTo>
                    <a:cubicBezTo>
                      <a:pt x="1" y="69"/>
                      <a:pt x="0" y="69"/>
                      <a:pt x="0" y="69"/>
                    </a:cubicBezTo>
                    <a:cubicBezTo>
                      <a:pt x="0" y="69"/>
                      <a:pt x="0" y="69"/>
                      <a:pt x="0" y="68"/>
                    </a:cubicBezTo>
                    <a:cubicBezTo>
                      <a:pt x="0" y="68"/>
                      <a:pt x="0" y="66"/>
                      <a:pt x="0" y="65"/>
                    </a:cubicBezTo>
                    <a:cubicBezTo>
                      <a:pt x="0" y="65"/>
                      <a:pt x="1" y="62"/>
                      <a:pt x="1" y="60"/>
                    </a:cubicBezTo>
                    <a:cubicBezTo>
                      <a:pt x="1" y="60"/>
                      <a:pt x="1" y="59"/>
                      <a:pt x="1" y="58"/>
                    </a:cubicBezTo>
                    <a:cubicBezTo>
                      <a:pt x="1" y="57"/>
                      <a:pt x="0" y="57"/>
                      <a:pt x="2" y="57"/>
                    </a:cubicBezTo>
                    <a:cubicBezTo>
                      <a:pt x="3" y="57"/>
                      <a:pt x="3" y="58"/>
                      <a:pt x="4" y="58"/>
                    </a:cubicBezTo>
                    <a:cubicBezTo>
                      <a:pt x="4" y="58"/>
                      <a:pt x="5" y="59"/>
                      <a:pt x="5" y="59"/>
                    </a:cubicBezTo>
                    <a:cubicBezTo>
                      <a:pt x="6" y="59"/>
                      <a:pt x="6" y="59"/>
                      <a:pt x="6" y="59"/>
                    </a:cubicBezTo>
                    <a:cubicBezTo>
                      <a:pt x="7" y="59"/>
                      <a:pt x="7" y="59"/>
                      <a:pt x="7" y="59"/>
                    </a:cubicBezTo>
                    <a:cubicBezTo>
                      <a:pt x="8" y="59"/>
                      <a:pt x="10" y="57"/>
                      <a:pt x="10" y="56"/>
                    </a:cubicBezTo>
                    <a:cubicBezTo>
                      <a:pt x="10" y="56"/>
                      <a:pt x="12" y="55"/>
                      <a:pt x="13" y="55"/>
                    </a:cubicBezTo>
                    <a:cubicBezTo>
                      <a:pt x="15" y="53"/>
                      <a:pt x="17" y="50"/>
                      <a:pt x="17" y="50"/>
                    </a:cubicBezTo>
                    <a:cubicBezTo>
                      <a:pt x="18" y="49"/>
                      <a:pt x="19" y="48"/>
                      <a:pt x="20" y="48"/>
                    </a:cubicBezTo>
                    <a:cubicBezTo>
                      <a:pt x="20" y="47"/>
                      <a:pt x="21" y="47"/>
                      <a:pt x="21" y="47"/>
                    </a:cubicBezTo>
                    <a:cubicBezTo>
                      <a:pt x="21" y="47"/>
                      <a:pt x="24" y="44"/>
                      <a:pt x="25" y="43"/>
                    </a:cubicBezTo>
                    <a:cubicBezTo>
                      <a:pt x="26" y="42"/>
                      <a:pt x="27" y="42"/>
                      <a:pt x="27" y="41"/>
                    </a:cubicBezTo>
                    <a:cubicBezTo>
                      <a:pt x="27" y="41"/>
                      <a:pt x="27" y="41"/>
                      <a:pt x="28" y="40"/>
                    </a:cubicBezTo>
                    <a:cubicBezTo>
                      <a:pt x="28" y="39"/>
                      <a:pt x="28" y="38"/>
                      <a:pt x="28" y="37"/>
                    </a:cubicBezTo>
                    <a:cubicBezTo>
                      <a:pt x="28" y="36"/>
                      <a:pt x="28" y="35"/>
                      <a:pt x="27" y="33"/>
                    </a:cubicBezTo>
                    <a:cubicBezTo>
                      <a:pt x="27" y="33"/>
                      <a:pt x="28" y="31"/>
                      <a:pt x="27" y="31"/>
                    </a:cubicBezTo>
                    <a:cubicBezTo>
                      <a:pt x="27" y="30"/>
                      <a:pt x="27" y="30"/>
                      <a:pt x="27" y="30"/>
                    </a:cubicBezTo>
                    <a:cubicBezTo>
                      <a:pt x="27" y="29"/>
                      <a:pt x="27" y="29"/>
                      <a:pt x="28" y="29"/>
                    </a:cubicBezTo>
                    <a:cubicBezTo>
                      <a:pt x="28" y="29"/>
                      <a:pt x="28" y="28"/>
                      <a:pt x="28" y="28"/>
                    </a:cubicBezTo>
                    <a:cubicBezTo>
                      <a:pt x="28" y="28"/>
                      <a:pt x="28" y="28"/>
                      <a:pt x="28" y="27"/>
                    </a:cubicBezTo>
                    <a:cubicBezTo>
                      <a:pt x="28" y="27"/>
                      <a:pt x="29" y="27"/>
                      <a:pt x="29" y="26"/>
                    </a:cubicBezTo>
                    <a:cubicBezTo>
                      <a:pt x="31" y="25"/>
                      <a:pt x="32" y="24"/>
                      <a:pt x="33" y="23"/>
                    </a:cubicBezTo>
                    <a:cubicBezTo>
                      <a:pt x="33" y="22"/>
                      <a:pt x="34" y="22"/>
                      <a:pt x="34" y="21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3" y="21"/>
                      <a:pt x="32" y="20"/>
                      <a:pt x="32" y="20"/>
                    </a:cubicBezTo>
                    <a:cubicBezTo>
                      <a:pt x="31" y="20"/>
                      <a:pt x="30" y="20"/>
                      <a:pt x="30" y="19"/>
                    </a:cubicBezTo>
                    <a:cubicBezTo>
                      <a:pt x="29" y="19"/>
                      <a:pt x="26" y="17"/>
                      <a:pt x="26" y="16"/>
                    </a:cubicBezTo>
                    <a:cubicBezTo>
                      <a:pt x="25" y="15"/>
                      <a:pt x="24" y="14"/>
                      <a:pt x="26" y="14"/>
                    </a:cubicBezTo>
                    <a:cubicBezTo>
                      <a:pt x="27" y="14"/>
                      <a:pt x="31" y="14"/>
                      <a:pt x="33" y="15"/>
                    </a:cubicBezTo>
                    <a:cubicBezTo>
                      <a:pt x="35" y="14"/>
                      <a:pt x="35" y="15"/>
                      <a:pt x="37" y="14"/>
                    </a:cubicBezTo>
                    <a:cubicBezTo>
                      <a:pt x="37" y="14"/>
                      <a:pt x="40" y="13"/>
                      <a:pt x="41" y="13"/>
                    </a:cubicBezTo>
                    <a:cubicBezTo>
                      <a:pt x="43" y="12"/>
                      <a:pt x="45" y="11"/>
                      <a:pt x="47" y="10"/>
                    </a:cubicBezTo>
                    <a:cubicBezTo>
                      <a:pt x="48" y="10"/>
                      <a:pt x="50" y="9"/>
                      <a:pt x="51" y="8"/>
                    </a:cubicBezTo>
                    <a:cubicBezTo>
                      <a:pt x="51" y="8"/>
                      <a:pt x="52" y="8"/>
                      <a:pt x="52" y="7"/>
                    </a:cubicBezTo>
                    <a:cubicBezTo>
                      <a:pt x="53" y="7"/>
                      <a:pt x="54" y="7"/>
                      <a:pt x="54" y="6"/>
                    </a:cubicBezTo>
                    <a:cubicBezTo>
                      <a:pt x="56" y="5"/>
                      <a:pt x="57" y="5"/>
                      <a:pt x="59" y="4"/>
                    </a:cubicBezTo>
                    <a:cubicBezTo>
                      <a:pt x="59" y="3"/>
                      <a:pt x="60" y="3"/>
                      <a:pt x="61" y="2"/>
                    </a:cubicBezTo>
                    <a:cubicBezTo>
                      <a:pt x="61" y="2"/>
                      <a:pt x="63" y="1"/>
                      <a:pt x="63" y="1"/>
                    </a:cubicBezTo>
                    <a:cubicBezTo>
                      <a:pt x="64" y="0"/>
                      <a:pt x="64" y="1"/>
                      <a:pt x="65" y="1"/>
                    </a:cubicBezTo>
                    <a:cubicBezTo>
                      <a:pt x="65" y="1"/>
                      <a:pt x="66" y="1"/>
                      <a:pt x="66" y="2"/>
                    </a:cubicBezTo>
                    <a:cubicBezTo>
                      <a:pt x="66" y="2"/>
                      <a:pt x="67" y="3"/>
                      <a:pt x="68" y="3"/>
                    </a:cubicBezTo>
                    <a:cubicBezTo>
                      <a:pt x="68" y="4"/>
                      <a:pt x="68" y="5"/>
                      <a:pt x="68" y="6"/>
                    </a:cubicBezTo>
                    <a:cubicBezTo>
                      <a:pt x="68" y="6"/>
                      <a:pt x="68" y="8"/>
                      <a:pt x="67" y="9"/>
                    </a:cubicBezTo>
                    <a:cubicBezTo>
                      <a:pt x="66" y="9"/>
                      <a:pt x="65" y="10"/>
                      <a:pt x="63" y="10"/>
                    </a:cubicBezTo>
                    <a:cubicBezTo>
                      <a:pt x="62" y="11"/>
                      <a:pt x="61" y="12"/>
                      <a:pt x="60" y="12"/>
                    </a:cubicBezTo>
                    <a:cubicBezTo>
                      <a:pt x="56" y="14"/>
                      <a:pt x="53" y="16"/>
                      <a:pt x="51" y="18"/>
                    </a:cubicBezTo>
                    <a:cubicBezTo>
                      <a:pt x="50" y="18"/>
                      <a:pt x="50" y="18"/>
                      <a:pt x="50" y="19"/>
                    </a:cubicBezTo>
                    <a:cubicBezTo>
                      <a:pt x="50" y="19"/>
                      <a:pt x="50" y="20"/>
                      <a:pt x="50" y="20"/>
                    </a:cubicBezTo>
                    <a:cubicBezTo>
                      <a:pt x="51" y="21"/>
                      <a:pt x="52" y="21"/>
                      <a:pt x="52" y="22"/>
                    </a:cubicBezTo>
                    <a:cubicBezTo>
                      <a:pt x="53" y="24"/>
                      <a:pt x="52" y="26"/>
                      <a:pt x="52" y="27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5" y="29"/>
                      <a:pt x="55" y="29"/>
                      <a:pt x="56" y="28"/>
                    </a:cubicBezTo>
                    <a:cubicBezTo>
                      <a:pt x="58" y="27"/>
                      <a:pt x="60" y="27"/>
                      <a:pt x="62" y="26"/>
                    </a:cubicBezTo>
                    <a:cubicBezTo>
                      <a:pt x="63" y="25"/>
                      <a:pt x="66" y="23"/>
                      <a:pt x="66" y="23"/>
                    </a:cubicBezTo>
                    <a:cubicBezTo>
                      <a:pt x="66" y="23"/>
                      <a:pt x="67" y="22"/>
                      <a:pt x="68" y="22"/>
                    </a:cubicBezTo>
                    <a:cubicBezTo>
                      <a:pt x="68" y="22"/>
                      <a:pt x="69" y="22"/>
                      <a:pt x="69" y="22"/>
                    </a:cubicBezTo>
                    <a:cubicBezTo>
                      <a:pt x="70" y="22"/>
                      <a:pt x="71" y="23"/>
                      <a:pt x="72" y="23"/>
                    </a:cubicBezTo>
                    <a:cubicBezTo>
                      <a:pt x="73" y="24"/>
                      <a:pt x="74" y="24"/>
                      <a:pt x="74" y="25"/>
                    </a:cubicBezTo>
                    <a:cubicBezTo>
                      <a:pt x="75" y="26"/>
                      <a:pt x="75" y="26"/>
                      <a:pt x="75" y="26"/>
                    </a:cubicBezTo>
                    <a:cubicBezTo>
                      <a:pt x="75" y="27"/>
                      <a:pt x="75" y="29"/>
                      <a:pt x="74" y="30"/>
                    </a:cubicBezTo>
                    <a:cubicBezTo>
                      <a:pt x="74" y="30"/>
                      <a:pt x="74" y="31"/>
                      <a:pt x="74" y="31"/>
                    </a:cubicBezTo>
                    <a:cubicBezTo>
                      <a:pt x="72" y="33"/>
                      <a:pt x="72" y="34"/>
                      <a:pt x="71" y="35"/>
                    </a:cubicBezTo>
                    <a:cubicBezTo>
                      <a:pt x="71" y="36"/>
                      <a:pt x="71" y="36"/>
                      <a:pt x="70" y="37"/>
                    </a:cubicBezTo>
                    <a:cubicBezTo>
                      <a:pt x="70" y="38"/>
                      <a:pt x="69" y="39"/>
                      <a:pt x="69" y="40"/>
                    </a:cubicBezTo>
                    <a:cubicBezTo>
                      <a:pt x="68" y="42"/>
                      <a:pt x="67" y="43"/>
                      <a:pt x="66" y="45"/>
                    </a:cubicBezTo>
                    <a:cubicBezTo>
                      <a:pt x="65" y="45"/>
                      <a:pt x="65" y="46"/>
                      <a:pt x="65" y="47"/>
                    </a:cubicBezTo>
                    <a:cubicBezTo>
                      <a:pt x="63" y="50"/>
                      <a:pt x="63" y="52"/>
                      <a:pt x="62" y="55"/>
                    </a:cubicBezTo>
                    <a:cubicBezTo>
                      <a:pt x="61" y="56"/>
                      <a:pt x="61" y="56"/>
                      <a:pt x="61" y="57"/>
                    </a:cubicBezTo>
                    <a:cubicBezTo>
                      <a:pt x="60" y="59"/>
                      <a:pt x="59" y="61"/>
                      <a:pt x="59" y="64"/>
                    </a:cubicBezTo>
                    <a:cubicBezTo>
                      <a:pt x="58" y="65"/>
                      <a:pt x="58" y="66"/>
                      <a:pt x="57" y="68"/>
                    </a:cubicBezTo>
                    <a:cubicBezTo>
                      <a:pt x="57" y="68"/>
                      <a:pt x="57" y="69"/>
                      <a:pt x="56" y="70"/>
                    </a:cubicBezTo>
                    <a:cubicBezTo>
                      <a:pt x="56" y="70"/>
                      <a:pt x="55" y="70"/>
                      <a:pt x="55" y="70"/>
                    </a:cubicBezTo>
                    <a:cubicBezTo>
                      <a:pt x="54" y="71"/>
                      <a:pt x="53" y="71"/>
                      <a:pt x="53" y="71"/>
                    </a:cubicBezTo>
                    <a:cubicBezTo>
                      <a:pt x="52" y="72"/>
                      <a:pt x="51" y="71"/>
                      <a:pt x="50" y="71"/>
                    </a:cubicBezTo>
                    <a:cubicBezTo>
                      <a:pt x="49" y="71"/>
                      <a:pt x="48" y="72"/>
                      <a:pt x="48" y="71"/>
                    </a:cubicBezTo>
                    <a:cubicBezTo>
                      <a:pt x="47" y="70"/>
                      <a:pt x="46" y="68"/>
                      <a:pt x="46" y="67"/>
                    </a:cubicBezTo>
                    <a:cubicBezTo>
                      <a:pt x="45" y="67"/>
                      <a:pt x="45" y="66"/>
                      <a:pt x="45" y="66"/>
                    </a:cubicBezTo>
                    <a:cubicBezTo>
                      <a:pt x="44" y="65"/>
                      <a:pt x="43" y="65"/>
                      <a:pt x="43" y="65"/>
                    </a:cubicBezTo>
                    <a:cubicBezTo>
                      <a:pt x="42" y="65"/>
                      <a:pt x="40" y="66"/>
                      <a:pt x="40" y="68"/>
                    </a:cubicBezTo>
                    <a:cubicBezTo>
                      <a:pt x="40" y="68"/>
                      <a:pt x="40" y="70"/>
                      <a:pt x="40" y="70"/>
                    </a:cubicBezTo>
                    <a:close/>
                    <a:moveTo>
                      <a:pt x="31" y="28"/>
                    </a:move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31"/>
                      <a:pt x="30" y="31"/>
                      <a:pt x="30" y="31"/>
                    </a:cubicBezTo>
                    <a:cubicBezTo>
                      <a:pt x="30" y="31"/>
                      <a:pt x="31" y="34"/>
                      <a:pt x="32" y="35"/>
                    </a:cubicBezTo>
                    <a:cubicBezTo>
                      <a:pt x="33" y="36"/>
                      <a:pt x="34" y="37"/>
                      <a:pt x="34" y="37"/>
                    </a:cubicBezTo>
                    <a:cubicBezTo>
                      <a:pt x="34" y="37"/>
                      <a:pt x="36" y="37"/>
                      <a:pt x="36" y="37"/>
                    </a:cubicBezTo>
                    <a:cubicBezTo>
                      <a:pt x="36" y="37"/>
                      <a:pt x="39" y="36"/>
                      <a:pt x="41" y="35"/>
                    </a:cubicBezTo>
                    <a:cubicBezTo>
                      <a:pt x="44" y="34"/>
                      <a:pt x="45" y="32"/>
                      <a:pt x="45" y="32"/>
                    </a:cubicBezTo>
                    <a:cubicBezTo>
                      <a:pt x="46" y="31"/>
                      <a:pt x="46" y="31"/>
                      <a:pt x="46" y="31"/>
                    </a:cubicBezTo>
                    <a:cubicBezTo>
                      <a:pt x="46" y="31"/>
                      <a:pt x="47" y="29"/>
                      <a:pt x="47" y="27"/>
                    </a:cubicBezTo>
                    <a:cubicBezTo>
                      <a:pt x="47" y="24"/>
                      <a:pt x="46" y="24"/>
                      <a:pt x="46" y="24"/>
                    </a:cubicBezTo>
                    <a:cubicBezTo>
                      <a:pt x="46" y="24"/>
                      <a:pt x="45" y="22"/>
                      <a:pt x="44" y="22"/>
                    </a:cubicBezTo>
                    <a:cubicBezTo>
                      <a:pt x="44" y="22"/>
                      <a:pt x="42" y="22"/>
                      <a:pt x="42" y="22"/>
                    </a:cubicBezTo>
                    <a:cubicBezTo>
                      <a:pt x="41" y="22"/>
                      <a:pt x="40" y="22"/>
                      <a:pt x="38" y="24"/>
                    </a:cubicBezTo>
                    <a:cubicBezTo>
                      <a:pt x="36" y="24"/>
                      <a:pt x="35" y="25"/>
                      <a:pt x="34" y="26"/>
                    </a:cubicBezTo>
                    <a:cubicBezTo>
                      <a:pt x="33" y="27"/>
                      <a:pt x="32" y="27"/>
                      <a:pt x="31" y="2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</p:grpSp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45434" y="3565096"/>
              <a:ext cx="1597290" cy="1591194"/>
            </a:xfrm>
            <a:prstGeom prst="rect">
              <a:avLst/>
            </a:prstGeom>
          </p:spPr>
        </p:pic>
      </p:grpSp>
      <p:sp>
        <p:nvSpPr>
          <p:cNvPr id="2" name="object 6">
            <a:extLst>
              <a:ext uri="{FF2B5EF4-FFF2-40B4-BE49-F238E27FC236}">
                <a16:creationId xmlns:a16="http://schemas.microsoft.com/office/drawing/2014/main" id="{6D8AB898-0D45-858D-2562-7EAB0CD0F896}"/>
              </a:ext>
            </a:extLst>
          </p:cNvPr>
          <p:cNvSpPr/>
          <p:nvPr/>
        </p:nvSpPr>
        <p:spPr>
          <a:xfrm>
            <a:off x="6940295" y="251459"/>
            <a:ext cx="3188207" cy="47853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584292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B159E-797C-0188-04F2-48821B70E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874EEFC-CB5B-CC6B-0D79-FB94FB26FA37}"/>
              </a:ext>
            </a:extLst>
          </p:cNvPr>
          <p:cNvSpPr/>
          <p:nvPr/>
        </p:nvSpPr>
        <p:spPr>
          <a:xfrm>
            <a:off x="-115266" y="-15238"/>
            <a:ext cx="12191999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US" altLang="zh-CN" sz="1200" b="1"/>
          </a:p>
          <a:p>
            <a:endParaRPr lang="en-US" altLang="zh-CN" sz="1200" b="1"/>
          </a:p>
          <a:p>
            <a:endParaRPr lang="en-US" altLang="zh-CN" sz="1200" b="1"/>
          </a:p>
          <a:p>
            <a:endParaRPr lang="en-US" altLang="zh-CN" sz="1200" b="1"/>
          </a:p>
          <a:p>
            <a:r>
              <a:rPr lang="en-US" altLang="zh-CN" sz="1200" b="1"/>
              <a:t> </a:t>
            </a:r>
            <a:endParaRPr lang="en-US" altLang="zh-CN" sz="1200" b="1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EE2B1C4-0D2A-F2AF-9AEF-9F32BBF32174}"/>
              </a:ext>
            </a:extLst>
          </p:cNvPr>
          <p:cNvSpPr/>
          <p:nvPr/>
        </p:nvSpPr>
        <p:spPr>
          <a:xfrm>
            <a:off x="10789919" y="337058"/>
            <a:ext cx="958596" cy="2923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6342DACE-4CB9-1EB3-C2C8-903DC9F00480}"/>
              </a:ext>
            </a:extLst>
          </p:cNvPr>
          <p:cNvGrpSpPr/>
          <p:nvPr/>
        </p:nvGrpSpPr>
        <p:grpSpPr>
          <a:xfrm>
            <a:off x="440308" y="275081"/>
            <a:ext cx="11312525" cy="6148705"/>
            <a:chOff x="440308" y="275081"/>
            <a:chExt cx="11312525" cy="614870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9961247-F9E6-540B-C1A9-3F0BF1580D10}"/>
                </a:ext>
              </a:extLst>
            </p:cNvPr>
            <p:cNvSpPr/>
            <p:nvPr/>
          </p:nvSpPr>
          <p:spPr>
            <a:xfrm>
              <a:off x="10320536" y="275081"/>
              <a:ext cx="391659" cy="4381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60244802-802E-B5BE-6E15-6696FBEAEFB1}"/>
                </a:ext>
              </a:extLst>
            </p:cNvPr>
            <p:cNvSpPr/>
            <p:nvPr/>
          </p:nvSpPr>
          <p:spPr>
            <a:xfrm>
              <a:off x="443483" y="821436"/>
              <a:ext cx="11306175" cy="5599430"/>
            </a:xfrm>
            <a:custGeom>
              <a:avLst/>
              <a:gdLst/>
              <a:ahLst/>
              <a:cxnLst/>
              <a:rect l="l" t="t" r="r" b="b"/>
              <a:pathLst>
                <a:path w="11306175" h="5599430">
                  <a:moveTo>
                    <a:pt x="0" y="0"/>
                  </a:moveTo>
                  <a:lnTo>
                    <a:pt x="11306175" y="0"/>
                  </a:lnTo>
                </a:path>
                <a:path w="11306175" h="5599430">
                  <a:moveTo>
                    <a:pt x="0" y="5599176"/>
                  </a:moveTo>
                  <a:lnTo>
                    <a:pt x="11306175" y="5599176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>
            <a:extLst>
              <a:ext uri="{FF2B5EF4-FFF2-40B4-BE49-F238E27FC236}">
                <a16:creationId xmlns:a16="http://schemas.microsoft.com/office/drawing/2014/main" id="{41A895D3-CEF4-0817-01F7-4D3F5F4B7188}"/>
              </a:ext>
            </a:extLst>
          </p:cNvPr>
          <p:cNvGrpSpPr/>
          <p:nvPr/>
        </p:nvGrpSpPr>
        <p:grpSpPr>
          <a:xfrm>
            <a:off x="0" y="121920"/>
            <a:ext cx="341630" cy="699770"/>
            <a:chOff x="0" y="121920"/>
            <a:chExt cx="341630" cy="699770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1A958397-2FF1-BF95-8E63-A3E5AFB21010}"/>
                </a:ext>
              </a:extLst>
            </p:cNvPr>
            <p:cNvSpPr/>
            <p:nvPr/>
          </p:nvSpPr>
          <p:spPr>
            <a:xfrm>
              <a:off x="0" y="121920"/>
              <a:ext cx="341375" cy="69951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DBCFB3DB-6790-F3CC-E0AD-17F0D9704C90}"/>
                </a:ext>
              </a:extLst>
            </p:cNvPr>
            <p:cNvSpPr/>
            <p:nvPr/>
          </p:nvSpPr>
          <p:spPr>
            <a:xfrm>
              <a:off x="0" y="121920"/>
              <a:ext cx="341376" cy="69951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60FD9284-D7F3-B2ED-437B-C4EFCF1162C5}"/>
                </a:ext>
              </a:extLst>
            </p:cNvPr>
            <p:cNvSpPr/>
            <p:nvPr/>
          </p:nvSpPr>
          <p:spPr>
            <a:xfrm>
              <a:off x="0" y="121920"/>
              <a:ext cx="341630" cy="699770"/>
            </a:xfrm>
            <a:custGeom>
              <a:avLst/>
              <a:gdLst/>
              <a:ahLst/>
              <a:cxnLst/>
              <a:rect l="l" t="t" r="r" b="b"/>
              <a:pathLst>
                <a:path w="341630" h="699769">
                  <a:moveTo>
                    <a:pt x="341376" y="0"/>
                  </a:moveTo>
                  <a:lnTo>
                    <a:pt x="0" y="0"/>
                  </a:lnTo>
                  <a:lnTo>
                    <a:pt x="0" y="699515"/>
                  </a:lnTo>
                  <a:lnTo>
                    <a:pt x="196278" y="699515"/>
                  </a:lnTo>
                  <a:lnTo>
                    <a:pt x="341376" y="0"/>
                  </a:lnTo>
                  <a:close/>
                </a:path>
              </a:pathLst>
            </a:custGeom>
            <a:solidFill>
              <a:srgbClr val="0079B9">
                <a:alpha val="5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02DCB3D6-195C-5044-C61D-88A93F3E720F}"/>
                </a:ext>
              </a:extLst>
            </p:cNvPr>
            <p:cNvSpPr/>
            <p:nvPr/>
          </p:nvSpPr>
          <p:spPr>
            <a:xfrm>
              <a:off x="240029" y="361950"/>
              <a:ext cx="58419" cy="222885"/>
            </a:xfrm>
            <a:custGeom>
              <a:avLst/>
              <a:gdLst/>
              <a:ahLst/>
              <a:cxnLst/>
              <a:rect l="l" t="t" r="r" b="b"/>
              <a:pathLst>
                <a:path w="58420" h="222884">
                  <a:moveTo>
                    <a:pt x="57912" y="0"/>
                  </a:moveTo>
                  <a:lnTo>
                    <a:pt x="45262" y="0"/>
                  </a:lnTo>
                  <a:lnTo>
                    <a:pt x="0" y="222503"/>
                  </a:lnTo>
                  <a:lnTo>
                    <a:pt x="12649" y="222503"/>
                  </a:lnTo>
                  <a:lnTo>
                    <a:pt x="57912" y="0"/>
                  </a:lnTo>
                  <a:close/>
                </a:path>
              </a:pathLst>
            </a:custGeom>
            <a:solidFill>
              <a:srgbClr val="F1A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FBD33BD9-C4E2-181A-D9B3-46D09F84C6E9}"/>
                </a:ext>
              </a:extLst>
            </p:cNvPr>
            <p:cNvSpPr/>
            <p:nvPr/>
          </p:nvSpPr>
          <p:spPr>
            <a:xfrm>
              <a:off x="240029" y="361950"/>
              <a:ext cx="58419" cy="222885"/>
            </a:xfrm>
            <a:custGeom>
              <a:avLst/>
              <a:gdLst/>
              <a:ahLst/>
              <a:cxnLst/>
              <a:rect l="l" t="t" r="r" b="b"/>
              <a:pathLst>
                <a:path w="58420" h="222884">
                  <a:moveTo>
                    <a:pt x="45262" y="0"/>
                  </a:moveTo>
                  <a:lnTo>
                    <a:pt x="57912" y="0"/>
                  </a:lnTo>
                  <a:lnTo>
                    <a:pt x="12649" y="222503"/>
                  </a:lnTo>
                  <a:lnTo>
                    <a:pt x="0" y="222503"/>
                  </a:lnTo>
                  <a:lnTo>
                    <a:pt x="45262" y="0"/>
                  </a:lnTo>
                  <a:close/>
                </a:path>
              </a:pathLst>
            </a:custGeom>
            <a:ln w="38100">
              <a:solidFill>
                <a:srgbClr val="F1A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>
            <a:extLst>
              <a:ext uri="{FF2B5EF4-FFF2-40B4-BE49-F238E27FC236}">
                <a16:creationId xmlns:a16="http://schemas.microsoft.com/office/drawing/2014/main" id="{85FE8063-DEC3-3411-9AFF-57414D797055}"/>
              </a:ext>
            </a:extLst>
          </p:cNvPr>
          <p:cNvSpPr/>
          <p:nvPr/>
        </p:nvSpPr>
        <p:spPr>
          <a:xfrm>
            <a:off x="12146280" y="336804"/>
            <a:ext cx="45720" cy="265430"/>
          </a:xfrm>
          <a:custGeom>
            <a:avLst/>
            <a:gdLst/>
            <a:ahLst/>
            <a:cxnLst/>
            <a:rect l="l" t="t" r="r" b="b"/>
            <a:pathLst>
              <a:path w="45720" h="265430">
                <a:moveTo>
                  <a:pt x="45720" y="0"/>
                </a:moveTo>
                <a:lnTo>
                  <a:pt x="0" y="0"/>
                </a:lnTo>
                <a:lnTo>
                  <a:pt x="0" y="265175"/>
                </a:lnTo>
                <a:lnTo>
                  <a:pt x="45720" y="265175"/>
                </a:lnTo>
                <a:lnTo>
                  <a:pt x="45720" y="0"/>
                </a:lnTo>
                <a:close/>
              </a:path>
            </a:pathLst>
          </a:custGeom>
          <a:solidFill>
            <a:srgbClr val="F1A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9BC64AE3-BABD-E00F-6AC0-BBFC6C3701DD}"/>
              </a:ext>
            </a:extLst>
          </p:cNvPr>
          <p:cNvSpPr/>
          <p:nvPr/>
        </p:nvSpPr>
        <p:spPr>
          <a:xfrm>
            <a:off x="6940295" y="251459"/>
            <a:ext cx="3188207" cy="47853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7B566063-5271-1938-E66C-E79ADA00D95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5" dirty="0"/>
              <a:t>竢 实 扬</a:t>
            </a:r>
            <a:r>
              <a:rPr spc="160" dirty="0"/>
              <a:t> </a:t>
            </a:r>
            <a:r>
              <a:rPr spc="5" dirty="0"/>
              <a:t>华</a:t>
            </a:r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A10F92FB-00D9-D67D-FA11-0E43316164A0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5" dirty="0"/>
              <a:t>自 强 不</a:t>
            </a:r>
            <a:r>
              <a:rPr spc="170" dirty="0"/>
              <a:t> </a:t>
            </a:r>
            <a:r>
              <a:rPr spc="5" dirty="0"/>
              <a:t>息</a:t>
            </a:r>
          </a:p>
        </p:txBody>
      </p:sp>
      <p:sp>
        <p:nvSpPr>
          <p:cNvPr id="26" name="object 14">
            <a:extLst>
              <a:ext uri="{FF2B5EF4-FFF2-40B4-BE49-F238E27FC236}">
                <a16:creationId xmlns:a16="http://schemas.microsoft.com/office/drawing/2014/main" id="{C6CC42D5-4D6F-28F4-5A06-53E4489B430A}"/>
              </a:ext>
            </a:extLst>
          </p:cNvPr>
          <p:cNvSpPr txBox="1">
            <a:spLocks/>
          </p:cNvSpPr>
          <p:nvPr/>
        </p:nvSpPr>
        <p:spPr>
          <a:xfrm>
            <a:off x="421030" y="238124"/>
            <a:ext cx="7162140" cy="7482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Arial Black" panose="020B0A04020102020204"/>
                <a:ea typeface="+mj-ea"/>
                <a:cs typeface="Arial Black" panose="020B0A04020102020204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 sz="2300" kern="0" spc="40" dirty="0">
                <a:solidFill>
                  <a:srgbClr val="404040"/>
                </a:solidFill>
                <a:latin typeface="Arial Black" panose="020B0A04020102020204" pitchFamily="34" charset="0"/>
              </a:rPr>
              <a:t>4. </a:t>
            </a:r>
            <a:r>
              <a:rPr lang="en-US" sz="2400" b="1" kern="0" spc="40" dirty="0">
                <a:solidFill>
                  <a:srgbClr val="40404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Remaining Work</a:t>
            </a:r>
            <a:r>
              <a:rPr lang="en-US" altLang="zh-CN" sz="2400" b="1" kern="0" spc="40" dirty="0">
                <a:solidFill>
                  <a:srgbClr val="40404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and Timeline</a:t>
            </a:r>
            <a:endParaRPr lang="zh-CN" altLang="en-US" sz="2400" b="1" spc="600" dirty="0">
              <a:solidFill>
                <a:prstClr val="black"/>
              </a:solidFill>
              <a:latin typeface="Arial Black" panose="020B0A04020102020204" pitchFamily="34" charset="0"/>
              <a:ea typeface="微软雅黑" panose="020B0503020204020204" charset="-122"/>
              <a:cs typeface="Arial" panose="020B0604020202020204" pitchFamily="34" charset="0"/>
              <a:sym typeface="微软雅黑" panose="020B0503020204020204" charset="-122"/>
            </a:endParaRPr>
          </a:p>
          <a:p>
            <a:pPr marL="12700">
              <a:spcBef>
                <a:spcPts val="95"/>
              </a:spcBef>
            </a:pPr>
            <a:endParaRPr lang="en-US" sz="2300" kern="0" spc="40" dirty="0">
              <a:solidFill>
                <a:srgbClr val="40404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CD52B7D-E1D5-0971-8778-DE194D11B1AB}"/>
              </a:ext>
            </a:extLst>
          </p:cNvPr>
          <p:cNvSpPr txBox="1"/>
          <p:nvPr/>
        </p:nvSpPr>
        <p:spPr>
          <a:xfrm>
            <a:off x="4121453" y="1030227"/>
            <a:ext cx="4038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/>
              <a:t>Remaining Work</a:t>
            </a:r>
            <a:endParaRPr lang="zh-CN" altLang="en-US" sz="4000" b="1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DEC99B0-C1CC-9448-AB4F-59DB66ECB1E8}"/>
              </a:ext>
            </a:extLst>
          </p:cNvPr>
          <p:cNvSpPr txBox="1"/>
          <p:nvPr/>
        </p:nvSpPr>
        <p:spPr>
          <a:xfrm>
            <a:off x="2219579" y="1981102"/>
            <a:ext cx="777240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Algorithm:</a:t>
            </a:r>
            <a:r>
              <a:rPr lang="en-US" altLang="zh-CN" sz="2400" dirty="0"/>
              <a:t> Joint optimization of partition and device ordering; explore hybrid strategies combining </a:t>
            </a:r>
            <a:r>
              <a:rPr lang="en-US" altLang="zh-CN" sz="2400" dirty="0" err="1"/>
              <a:t>HiveMind</a:t>
            </a:r>
            <a:r>
              <a:rPr lang="en-US" altLang="zh-CN" sz="2400" dirty="0"/>
              <a:t> and </a:t>
            </a:r>
            <a:r>
              <a:rPr lang="en-US" altLang="zh-CN" sz="2400" dirty="0" err="1"/>
              <a:t>EdgePipe</a:t>
            </a:r>
            <a:r>
              <a:rPr lang="en-US" altLang="zh-CN" sz="2400" dirty="0"/>
              <a:t>.</a:t>
            </a:r>
          </a:p>
          <a:p>
            <a:r>
              <a:rPr lang="en-US" altLang="zh-CN" sz="2400" b="1" dirty="0"/>
              <a:t>Evaluation:</a:t>
            </a:r>
            <a:r>
              <a:rPr lang="en-US" altLang="zh-CN" sz="2400" dirty="0"/>
              <a:t> Ablation study (partition vs. ordering vs. bandwidth); scalability tests with more devices and larger models.</a:t>
            </a:r>
          </a:p>
          <a:p>
            <a:r>
              <a:rPr lang="en-US" altLang="zh-CN" sz="2400" b="1" dirty="0"/>
              <a:t>Platform:</a:t>
            </a:r>
            <a:r>
              <a:rPr lang="en-US" altLang="zh-CN" sz="2400" dirty="0"/>
              <a:t> Add batch experiment export and communication-overhead visualization.</a:t>
            </a:r>
          </a:p>
          <a:p>
            <a:r>
              <a:rPr lang="en-US" altLang="zh-CN" sz="2400" b="1" dirty="0"/>
              <a:t>Thesis:</a:t>
            </a:r>
            <a:r>
              <a:rPr lang="en-US" altLang="zh-CN" sz="2400" dirty="0"/>
              <a:t> Complete related work, refine methodology, and finalize discussion.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01802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30AC1-7A51-F30A-F1C6-7005CE15F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B3A4B4F-4240-22D7-CA46-CD6B9603CA9E}"/>
              </a:ext>
            </a:extLst>
          </p:cNvPr>
          <p:cNvSpPr/>
          <p:nvPr/>
        </p:nvSpPr>
        <p:spPr>
          <a:xfrm>
            <a:off x="-115266" y="-15238"/>
            <a:ext cx="12191999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US" altLang="zh-CN" sz="1200" b="1"/>
          </a:p>
          <a:p>
            <a:endParaRPr lang="en-US" altLang="zh-CN" sz="1200" b="1"/>
          </a:p>
          <a:p>
            <a:endParaRPr lang="en-US" altLang="zh-CN" sz="1200" b="1"/>
          </a:p>
          <a:p>
            <a:endParaRPr lang="en-US" altLang="zh-CN" sz="1200" b="1"/>
          </a:p>
          <a:p>
            <a:r>
              <a:rPr lang="en-US" altLang="zh-CN" sz="1200" b="1"/>
              <a:t> </a:t>
            </a:r>
            <a:endParaRPr lang="en-US" altLang="zh-CN" sz="1200" b="1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AC44DD7-D4D4-371E-BE63-7F39D98BE3AB}"/>
              </a:ext>
            </a:extLst>
          </p:cNvPr>
          <p:cNvSpPr/>
          <p:nvPr/>
        </p:nvSpPr>
        <p:spPr>
          <a:xfrm>
            <a:off x="10789919" y="337058"/>
            <a:ext cx="958596" cy="2923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8D1D825D-9BC6-E716-9717-633729094375}"/>
              </a:ext>
            </a:extLst>
          </p:cNvPr>
          <p:cNvGrpSpPr/>
          <p:nvPr/>
        </p:nvGrpSpPr>
        <p:grpSpPr>
          <a:xfrm>
            <a:off x="440308" y="275081"/>
            <a:ext cx="11312525" cy="6148705"/>
            <a:chOff x="440308" y="275081"/>
            <a:chExt cx="11312525" cy="614870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7CA86D2-B41E-6056-420D-A0AF41844852}"/>
                </a:ext>
              </a:extLst>
            </p:cNvPr>
            <p:cNvSpPr/>
            <p:nvPr/>
          </p:nvSpPr>
          <p:spPr>
            <a:xfrm>
              <a:off x="10320536" y="275081"/>
              <a:ext cx="391659" cy="4381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F1EDBF0E-63C4-0FE0-226C-92498ED200F0}"/>
                </a:ext>
              </a:extLst>
            </p:cNvPr>
            <p:cNvSpPr/>
            <p:nvPr/>
          </p:nvSpPr>
          <p:spPr>
            <a:xfrm>
              <a:off x="443483" y="821436"/>
              <a:ext cx="11306175" cy="5599430"/>
            </a:xfrm>
            <a:custGeom>
              <a:avLst/>
              <a:gdLst/>
              <a:ahLst/>
              <a:cxnLst/>
              <a:rect l="l" t="t" r="r" b="b"/>
              <a:pathLst>
                <a:path w="11306175" h="5599430">
                  <a:moveTo>
                    <a:pt x="0" y="0"/>
                  </a:moveTo>
                  <a:lnTo>
                    <a:pt x="11306175" y="0"/>
                  </a:lnTo>
                </a:path>
                <a:path w="11306175" h="5599430">
                  <a:moveTo>
                    <a:pt x="0" y="5599176"/>
                  </a:moveTo>
                  <a:lnTo>
                    <a:pt x="11306175" y="5599176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>
            <a:extLst>
              <a:ext uri="{FF2B5EF4-FFF2-40B4-BE49-F238E27FC236}">
                <a16:creationId xmlns:a16="http://schemas.microsoft.com/office/drawing/2014/main" id="{AFE9B97D-952C-207E-4AB1-CEC5791114B4}"/>
              </a:ext>
            </a:extLst>
          </p:cNvPr>
          <p:cNvGrpSpPr/>
          <p:nvPr/>
        </p:nvGrpSpPr>
        <p:grpSpPr>
          <a:xfrm>
            <a:off x="0" y="121920"/>
            <a:ext cx="341630" cy="699770"/>
            <a:chOff x="0" y="121920"/>
            <a:chExt cx="341630" cy="699770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8D9B082D-CB28-D1D2-50D2-34DC57D0B162}"/>
                </a:ext>
              </a:extLst>
            </p:cNvPr>
            <p:cNvSpPr/>
            <p:nvPr/>
          </p:nvSpPr>
          <p:spPr>
            <a:xfrm>
              <a:off x="0" y="121920"/>
              <a:ext cx="341375" cy="69951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81879DBC-0B4B-DF25-4507-CD2068564B3E}"/>
                </a:ext>
              </a:extLst>
            </p:cNvPr>
            <p:cNvSpPr/>
            <p:nvPr/>
          </p:nvSpPr>
          <p:spPr>
            <a:xfrm>
              <a:off x="0" y="121920"/>
              <a:ext cx="341376" cy="69951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5BC4253D-43EA-C84E-E4C7-B81AF8BDC0A7}"/>
                </a:ext>
              </a:extLst>
            </p:cNvPr>
            <p:cNvSpPr/>
            <p:nvPr/>
          </p:nvSpPr>
          <p:spPr>
            <a:xfrm>
              <a:off x="0" y="121920"/>
              <a:ext cx="341630" cy="699770"/>
            </a:xfrm>
            <a:custGeom>
              <a:avLst/>
              <a:gdLst/>
              <a:ahLst/>
              <a:cxnLst/>
              <a:rect l="l" t="t" r="r" b="b"/>
              <a:pathLst>
                <a:path w="341630" h="699769">
                  <a:moveTo>
                    <a:pt x="341376" y="0"/>
                  </a:moveTo>
                  <a:lnTo>
                    <a:pt x="0" y="0"/>
                  </a:lnTo>
                  <a:lnTo>
                    <a:pt x="0" y="699515"/>
                  </a:lnTo>
                  <a:lnTo>
                    <a:pt x="196278" y="699515"/>
                  </a:lnTo>
                  <a:lnTo>
                    <a:pt x="341376" y="0"/>
                  </a:lnTo>
                  <a:close/>
                </a:path>
              </a:pathLst>
            </a:custGeom>
            <a:solidFill>
              <a:srgbClr val="0079B9">
                <a:alpha val="5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0FBAED18-2E7E-A066-DCC8-2BD4677B2625}"/>
                </a:ext>
              </a:extLst>
            </p:cNvPr>
            <p:cNvSpPr/>
            <p:nvPr/>
          </p:nvSpPr>
          <p:spPr>
            <a:xfrm>
              <a:off x="240029" y="361950"/>
              <a:ext cx="58419" cy="222885"/>
            </a:xfrm>
            <a:custGeom>
              <a:avLst/>
              <a:gdLst/>
              <a:ahLst/>
              <a:cxnLst/>
              <a:rect l="l" t="t" r="r" b="b"/>
              <a:pathLst>
                <a:path w="58420" h="222884">
                  <a:moveTo>
                    <a:pt x="57912" y="0"/>
                  </a:moveTo>
                  <a:lnTo>
                    <a:pt x="45262" y="0"/>
                  </a:lnTo>
                  <a:lnTo>
                    <a:pt x="0" y="222503"/>
                  </a:lnTo>
                  <a:lnTo>
                    <a:pt x="12649" y="222503"/>
                  </a:lnTo>
                  <a:lnTo>
                    <a:pt x="57912" y="0"/>
                  </a:lnTo>
                  <a:close/>
                </a:path>
              </a:pathLst>
            </a:custGeom>
            <a:solidFill>
              <a:srgbClr val="F1A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D417F214-A623-B149-B12D-49254689C7B1}"/>
                </a:ext>
              </a:extLst>
            </p:cNvPr>
            <p:cNvSpPr/>
            <p:nvPr/>
          </p:nvSpPr>
          <p:spPr>
            <a:xfrm>
              <a:off x="240029" y="361950"/>
              <a:ext cx="58419" cy="222885"/>
            </a:xfrm>
            <a:custGeom>
              <a:avLst/>
              <a:gdLst/>
              <a:ahLst/>
              <a:cxnLst/>
              <a:rect l="l" t="t" r="r" b="b"/>
              <a:pathLst>
                <a:path w="58420" h="222884">
                  <a:moveTo>
                    <a:pt x="45262" y="0"/>
                  </a:moveTo>
                  <a:lnTo>
                    <a:pt x="57912" y="0"/>
                  </a:lnTo>
                  <a:lnTo>
                    <a:pt x="12649" y="222503"/>
                  </a:lnTo>
                  <a:lnTo>
                    <a:pt x="0" y="222503"/>
                  </a:lnTo>
                  <a:lnTo>
                    <a:pt x="45262" y="0"/>
                  </a:lnTo>
                  <a:close/>
                </a:path>
              </a:pathLst>
            </a:custGeom>
            <a:ln w="38100">
              <a:solidFill>
                <a:srgbClr val="F1A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>
            <a:extLst>
              <a:ext uri="{FF2B5EF4-FFF2-40B4-BE49-F238E27FC236}">
                <a16:creationId xmlns:a16="http://schemas.microsoft.com/office/drawing/2014/main" id="{ADA0E294-DC43-6788-6248-F3EB5D2AA52A}"/>
              </a:ext>
            </a:extLst>
          </p:cNvPr>
          <p:cNvSpPr/>
          <p:nvPr/>
        </p:nvSpPr>
        <p:spPr>
          <a:xfrm>
            <a:off x="12146280" y="336804"/>
            <a:ext cx="45720" cy="265430"/>
          </a:xfrm>
          <a:custGeom>
            <a:avLst/>
            <a:gdLst/>
            <a:ahLst/>
            <a:cxnLst/>
            <a:rect l="l" t="t" r="r" b="b"/>
            <a:pathLst>
              <a:path w="45720" h="265430">
                <a:moveTo>
                  <a:pt x="45720" y="0"/>
                </a:moveTo>
                <a:lnTo>
                  <a:pt x="0" y="0"/>
                </a:lnTo>
                <a:lnTo>
                  <a:pt x="0" y="265175"/>
                </a:lnTo>
                <a:lnTo>
                  <a:pt x="45720" y="265175"/>
                </a:lnTo>
                <a:lnTo>
                  <a:pt x="45720" y="0"/>
                </a:lnTo>
                <a:close/>
              </a:path>
            </a:pathLst>
          </a:custGeom>
          <a:solidFill>
            <a:srgbClr val="F1A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82F0331A-18E5-B524-8702-248956BF3F8B}"/>
              </a:ext>
            </a:extLst>
          </p:cNvPr>
          <p:cNvSpPr/>
          <p:nvPr/>
        </p:nvSpPr>
        <p:spPr>
          <a:xfrm>
            <a:off x="6940295" y="251459"/>
            <a:ext cx="3188207" cy="47853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A1892060-4CF1-8A2F-078C-092A6987C36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5" dirty="0"/>
              <a:t>竢 实 扬</a:t>
            </a:r>
            <a:r>
              <a:rPr spc="160" dirty="0"/>
              <a:t> </a:t>
            </a:r>
            <a:r>
              <a:rPr spc="5" dirty="0"/>
              <a:t>华</a:t>
            </a:r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BF685130-7AA7-5424-C7B4-F5FC234533AD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5" dirty="0"/>
              <a:t>自 强 不</a:t>
            </a:r>
            <a:r>
              <a:rPr spc="170" dirty="0"/>
              <a:t> </a:t>
            </a:r>
            <a:r>
              <a:rPr spc="5" dirty="0"/>
              <a:t>息</a:t>
            </a:r>
          </a:p>
        </p:txBody>
      </p:sp>
      <p:sp>
        <p:nvSpPr>
          <p:cNvPr id="26" name="object 14">
            <a:extLst>
              <a:ext uri="{FF2B5EF4-FFF2-40B4-BE49-F238E27FC236}">
                <a16:creationId xmlns:a16="http://schemas.microsoft.com/office/drawing/2014/main" id="{D4CB60BB-1871-F433-6003-E3AC578FDFE0}"/>
              </a:ext>
            </a:extLst>
          </p:cNvPr>
          <p:cNvSpPr txBox="1">
            <a:spLocks/>
          </p:cNvSpPr>
          <p:nvPr/>
        </p:nvSpPr>
        <p:spPr>
          <a:xfrm>
            <a:off x="421030" y="238124"/>
            <a:ext cx="7162140" cy="7482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Arial Black" panose="020B0A04020102020204"/>
                <a:ea typeface="+mj-ea"/>
                <a:cs typeface="Arial Black" panose="020B0A04020102020204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 sz="2300" kern="0" spc="40" dirty="0">
                <a:solidFill>
                  <a:srgbClr val="404040"/>
                </a:solidFill>
                <a:latin typeface="Arial Black" panose="020B0A04020102020204" pitchFamily="34" charset="0"/>
              </a:rPr>
              <a:t>4. </a:t>
            </a:r>
            <a:r>
              <a:rPr lang="en-US" sz="2400" b="1" kern="0" spc="40" dirty="0">
                <a:solidFill>
                  <a:srgbClr val="40404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Remaining Work</a:t>
            </a:r>
            <a:r>
              <a:rPr lang="en-US" altLang="zh-CN" sz="2400" b="1" kern="0" spc="40" dirty="0">
                <a:solidFill>
                  <a:srgbClr val="40404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and Timeline</a:t>
            </a:r>
            <a:endParaRPr lang="zh-CN" altLang="en-US" sz="2400" b="1" spc="600" dirty="0">
              <a:solidFill>
                <a:prstClr val="black"/>
              </a:solidFill>
              <a:latin typeface="Arial Black" panose="020B0A04020102020204" pitchFamily="34" charset="0"/>
              <a:ea typeface="微软雅黑" panose="020B0503020204020204" charset="-122"/>
              <a:cs typeface="Arial" panose="020B0604020202020204" pitchFamily="34" charset="0"/>
              <a:sym typeface="微软雅黑" panose="020B0503020204020204" charset="-122"/>
            </a:endParaRPr>
          </a:p>
          <a:p>
            <a:pPr marL="12700">
              <a:spcBef>
                <a:spcPts val="95"/>
              </a:spcBef>
            </a:pPr>
            <a:endParaRPr lang="en-US" sz="2300" kern="0" spc="40" dirty="0">
              <a:solidFill>
                <a:srgbClr val="40404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64A3E6B-0927-415C-CC5D-049A5F858DA7}"/>
              </a:ext>
            </a:extLst>
          </p:cNvPr>
          <p:cNvSpPr txBox="1"/>
          <p:nvPr/>
        </p:nvSpPr>
        <p:spPr>
          <a:xfrm>
            <a:off x="2219579" y="1981102"/>
            <a:ext cx="777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D7278298-E3B8-DB61-F46F-30FA74D2856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73" y="1313306"/>
            <a:ext cx="9051811" cy="4455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8425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5D1FF-DEE7-566B-D660-176B3D6D0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9B7C6AA-BC9D-53E2-F76C-87BABEC462C8}"/>
              </a:ext>
            </a:extLst>
          </p:cNvPr>
          <p:cNvSpPr/>
          <p:nvPr/>
        </p:nvSpPr>
        <p:spPr>
          <a:xfrm>
            <a:off x="-127316" y="-120155"/>
            <a:ext cx="12191999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zh-CN" altLang="en-US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7F37C0F-455B-CE78-7159-CE23658719ED}"/>
              </a:ext>
            </a:extLst>
          </p:cNvPr>
          <p:cNvSpPr/>
          <p:nvPr/>
        </p:nvSpPr>
        <p:spPr>
          <a:xfrm>
            <a:off x="10789919" y="337058"/>
            <a:ext cx="958596" cy="2923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ADAE73C7-07C8-FCFA-9273-4C390D3FF28E}"/>
              </a:ext>
            </a:extLst>
          </p:cNvPr>
          <p:cNvGrpSpPr/>
          <p:nvPr/>
        </p:nvGrpSpPr>
        <p:grpSpPr>
          <a:xfrm>
            <a:off x="440308" y="275081"/>
            <a:ext cx="11312525" cy="6148705"/>
            <a:chOff x="440308" y="275081"/>
            <a:chExt cx="11312525" cy="614870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A970917-987D-61F6-7006-6493F8A20CD5}"/>
                </a:ext>
              </a:extLst>
            </p:cNvPr>
            <p:cNvSpPr/>
            <p:nvPr/>
          </p:nvSpPr>
          <p:spPr>
            <a:xfrm>
              <a:off x="10320536" y="275081"/>
              <a:ext cx="391659" cy="4381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D4625C02-AB18-B3C3-A5A9-EBB6F7EA40BF}"/>
                </a:ext>
              </a:extLst>
            </p:cNvPr>
            <p:cNvSpPr/>
            <p:nvPr/>
          </p:nvSpPr>
          <p:spPr>
            <a:xfrm>
              <a:off x="443483" y="821436"/>
              <a:ext cx="11306175" cy="5599430"/>
            </a:xfrm>
            <a:custGeom>
              <a:avLst/>
              <a:gdLst/>
              <a:ahLst/>
              <a:cxnLst/>
              <a:rect l="l" t="t" r="r" b="b"/>
              <a:pathLst>
                <a:path w="11306175" h="5599430">
                  <a:moveTo>
                    <a:pt x="0" y="0"/>
                  </a:moveTo>
                  <a:lnTo>
                    <a:pt x="11306175" y="0"/>
                  </a:lnTo>
                </a:path>
                <a:path w="11306175" h="5599430">
                  <a:moveTo>
                    <a:pt x="0" y="5599176"/>
                  </a:moveTo>
                  <a:lnTo>
                    <a:pt x="11306175" y="5599176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>
            <a:extLst>
              <a:ext uri="{FF2B5EF4-FFF2-40B4-BE49-F238E27FC236}">
                <a16:creationId xmlns:a16="http://schemas.microsoft.com/office/drawing/2014/main" id="{48E6C6C6-4F57-B77E-E616-8EE997B8CF85}"/>
              </a:ext>
            </a:extLst>
          </p:cNvPr>
          <p:cNvGrpSpPr/>
          <p:nvPr/>
        </p:nvGrpSpPr>
        <p:grpSpPr>
          <a:xfrm>
            <a:off x="0" y="121920"/>
            <a:ext cx="341630" cy="699770"/>
            <a:chOff x="0" y="121920"/>
            <a:chExt cx="341630" cy="699770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E30AAFE9-2718-034F-3644-B9999E73FC01}"/>
                </a:ext>
              </a:extLst>
            </p:cNvPr>
            <p:cNvSpPr/>
            <p:nvPr/>
          </p:nvSpPr>
          <p:spPr>
            <a:xfrm>
              <a:off x="0" y="121920"/>
              <a:ext cx="341375" cy="69951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1D4BB08B-E032-56DC-DE10-1C24EE04A613}"/>
                </a:ext>
              </a:extLst>
            </p:cNvPr>
            <p:cNvSpPr/>
            <p:nvPr/>
          </p:nvSpPr>
          <p:spPr>
            <a:xfrm>
              <a:off x="0" y="121920"/>
              <a:ext cx="341376" cy="69951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23372475-253A-F2E3-25DD-D4F317679084}"/>
                </a:ext>
              </a:extLst>
            </p:cNvPr>
            <p:cNvSpPr/>
            <p:nvPr/>
          </p:nvSpPr>
          <p:spPr>
            <a:xfrm>
              <a:off x="0" y="121920"/>
              <a:ext cx="341630" cy="699770"/>
            </a:xfrm>
            <a:custGeom>
              <a:avLst/>
              <a:gdLst/>
              <a:ahLst/>
              <a:cxnLst/>
              <a:rect l="l" t="t" r="r" b="b"/>
              <a:pathLst>
                <a:path w="341630" h="699769">
                  <a:moveTo>
                    <a:pt x="341376" y="0"/>
                  </a:moveTo>
                  <a:lnTo>
                    <a:pt x="0" y="0"/>
                  </a:lnTo>
                  <a:lnTo>
                    <a:pt x="0" y="699515"/>
                  </a:lnTo>
                  <a:lnTo>
                    <a:pt x="196278" y="699515"/>
                  </a:lnTo>
                  <a:lnTo>
                    <a:pt x="341376" y="0"/>
                  </a:lnTo>
                  <a:close/>
                </a:path>
              </a:pathLst>
            </a:custGeom>
            <a:solidFill>
              <a:srgbClr val="0079B9">
                <a:alpha val="5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33A7D8FA-39BE-0C37-5A3C-395612588D92}"/>
                </a:ext>
              </a:extLst>
            </p:cNvPr>
            <p:cNvSpPr/>
            <p:nvPr/>
          </p:nvSpPr>
          <p:spPr>
            <a:xfrm>
              <a:off x="240029" y="361950"/>
              <a:ext cx="58419" cy="222885"/>
            </a:xfrm>
            <a:custGeom>
              <a:avLst/>
              <a:gdLst/>
              <a:ahLst/>
              <a:cxnLst/>
              <a:rect l="l" t="t" r="r" b="b"/>
              <a:pathLst>
                <a:path w="58420" h="222884">
                  <a:moveTo>
                    <a:pt x="57912" y="0"/>
                  </a:moveTo>
                  <a:lnTo>
                    <a:pt x="45262" y="0"/>
                  </a:lnTo>
                  <a:lnTo>
                    <a:pt x="0" y="222503"/>
                  </a:lnTo>
                  <a:lnTo>
                    <a:pt x="12649" y="222503"/>
                  </a:lnTo>
                  <a:lnTo>
                    <a:pt x="57912" y="0"/>
                  </a:lnTo>
                  <a:close/>
                </a:path>
              </a:pathLst>
            </a:custGeom>
            <a:solidFill>
              <a:srgbClr val="F1A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E757CC02-9546-347E-1AE6-4E3A77F2EF40}"/>
                </a:ext>
              </a:extLst>
            </p:cNvPr>
            <p:cNvSpPr/>
            <p:nvPr/>
          </p:nvSpPr>
          <p:spPr>
            <a:xfrm>
              <a:off x="240029" y="361950"/>
              <a:ext cx="58419" cy="222885"/>
            </a:xfrm>
            <a:custGeom>
              <a:avLst/>
              <a:gdLst/>
              <a:ahLst/>
              <a:cxnLst/>
              <a:rect l="l" t="t" r="r" b="b"/>
              <a:pathLst>
                <a:path w="58420" h="222884">
                  <a:moveTo>
                    <a:pt x="45262" y="0"/>
                  </a:moveTo>
                  <a:lnTo>
                    <a:pt x="57912" y="0"/>
                  </a:lnTo>
                  <a:lnTo>
                    <a:pt x="12649" y="222503"/>
                  </a:lnTo>
                  <a:lnTo>
                    <a:pt x="0" y="222503"/>
                  </a:lnTo>
                  <a:lnTo>
                    <a:pt x="45262" y="0"/>
                  </a:lnTo>
                  <a:close/>
                </a:path>
              </a:pathLst>
            </a:custGeom>
            <a:ln w="38100">
              <a:solidFill>
                <a:srgbClr val="F1A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>
            <a:extLst>
              <a:ext uri="{FF2B5EF4-FFF2-40B4-BE49-F238E27FC236}">
                <a16:creationId xmlns:a16="http://schemas.microsoft.com/office/drawing/2014/main" id="{63F918C0-26C8-5370-6A76-B63EEABC1434}"/>
              </a:ext>
            </a:extLst>
          </p:cNvPr>
          <p:cNvSpPr/>
          <p:nvPr/>
        </p:nvSpPr>
        <p:spPr>
          <a:xfrm>
            <a:off x="12146280" y="336804"/>
            <a:ext cx="45720" cy="265430"/>
          </a:xfrm>
          <a:custGeom>
            <a:avLst/>
            <a:gdLst/>
            <a:ahLst/>
            <a:cxnLst/>
            <a:rect l="l" t="t" r="r" b="b"/>
            <a:pathLst>
              <a:path w="45720" h="265430">
                <a:moveTo>
                  <a:pt x="45720" y="0"/>
                </a:moveTo>
                <a:lnTo>
                  <a:pt x="0" y="0"/>
                </a:lnTo>
                <a:lnTo>
                  <a:pt x="0" y="265175"/>
                </a:lnTo>
                <a:lnTo>
                  <a:pt x="45720" y="265175"/>
                </a:lnTo>
                <a:lnTo>
                  <a:pt x="45720" y="0"/>
                </a:lnTo>
                <a:close/>
              </a:path>
            </a:pathLst>
          </a:custGeom>
          <a:solidFill>
            <a:srgbClr val="F1A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90DE7461-B971-FC23-46B2-7494AB187056}"/>
              </a:ext>
            </a:extLst>
          </p:cNvPr>
          <p:cNvSpPr/>
          <p:nvPr/>
        </p:nvSpPr>
        <p:spPr>
          <a:xfrm>
            <a:off x="6940295" y="251459"/>
            <a:ext cx="3188207" cy="47853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5E3BF85F-9F8D-3B91-1D1E-7BD44E299B7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5" dirty="0"/>
              <a:t>竢 实 扬</a:t>
            </a:r>
            <a:r>
              <a:rPr spc="160" dirty="0"/>
              <a:t> </a:t>
            </a:r>
            <a:r>
              <a:rPr spc="5" dirty="0"/>
              <a:t>华</a:t>
            </a:r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970AFB98-45FF-0593-4B07-017199FE7F3F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5" dirty="0"/>
              <a:t>自 强 不</a:t>
            </a:r>
            <a:r>
              <a:rPr spc="170" dirty="0"/>
              <a:t> </a:t>
            </a:r>
            <a:r>
              <a:rPr spc="5" dirty="0"/>
              <a:t>息</a:t>
            </a:r>
          </a:p>
        </p:txBody>
      </p:sp>
      <p:sp>
        <p:nvSpPr>
          <p:cNvPr id="26" name="object 14">
            <a:extLst>
              <a:ext uri="{FF2B5EF4-FFF2-40B4-BE49-F238E27FC236}">
                <a16:creationId xmlns:a16="http://schemas.microsoft.com/office/drawing/2014/main" id="{6A61B1C3-C3F7-79AF-1AF1-29EAE3560442}"/>
              </a:ext>
            </a:extLst>
          </p:cNvPr>
          <p:cNvSpPr txBox="1">
            <a:spLocks/>
          </p:cNvSpPr>
          <p:nvPr/>
        </p:nvSpPr>
        <p:spPr>
          <a:xfrm>
            <a:off x="421030" y="238124"/>
            <a:ext cx="7162140" cy="3661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Arial Black" panose="020B0A04020102020204"/>
                <a:ea typeface="+mj-ea"/>
                <a:cs typeface="Arial Black" panose="020B0A04020102020204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 sz="2300" kern="0" spc="40" dirty="0">
                <a:solidFill>
                  <a:srgbClr val="404040"/>
                </a:solidFill>
              </a:rPr>
              <a:t>Reference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857E458-BBC9-B962-3A81-9C8B15FA1E48}"/>
              </a:ext>
            </a:extLst>
          </p:cNvPr>
          <p:cNvSpPr txBox="1"/>
          <p:nvPr/>
        </p:nvSpPr>
        <p:spPr>
          <a:xfrm>
            <a:off x="373273" y="866551"/>
            <a:ext cx="11513927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[1] P. Ren, X. Qiao, Y. Huang, L. Liu, C. Pu, and S. </a:t>
            </a:r>
            <a:r>
              <a:rPr lang="en-US" altLang="zh-CN" sz="1300" dirty="0" err="1">
                <a:latin typeface="Arial" panose="020B0604020202020204" pitchFamily="34" charset="0"/>
                <a:cs typeface="Arial" panose="020B0604020202020204" pitchFamily="34" charset="0"/>
              </a:rPr>
              <a:t>Dustdar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, “A Survey on Collaborative DNN Inference for Edge Intelligence,” </a:t>
            </a:r>
            <a:r>
              <a:rPr lang="en-US" altLang="zh-CN" sz="1300" i="1" dirty="0">
                <a:latin typeface="Arial" panose="020B0604020202020204" pitchFamily="34" charset="0"/>
                <a:cs typeface="Arial" panose="020B0604020202020204" pitchFamily="34" charset="0"/>
              </a:rPr>
              <a:t>IEEE Transactions on Services Computing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, 2022.</a:t>
            </a:r>
            <a:endParaRPr lang="zh-CN" altLang="zh-CN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[2] Y. Hu, C. Imes, X. Zhao, S. Kundu, P. A. </a:t>
            </a:r>
            <a:r>
              <a:rPr lang="en-US" altLang="zh-CN" sz="1300" dirty="0" err="1">
                <a:latin typeface="Arial" panose="020B0604020202020204" pitchFamily="34" charset="0"/>
                <a:cs typeface="Arial" panose="020B0604020202020204" pitchFamily="34" charset="0"/>
              </a:rPr>
              <a:t>Beerel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, S. P. Crago, and J. P. N. Walters, “Pipeline Parallelism for Inference on Heterogeneous Edge Computing,” </a:t>
            </a:r>
            <a:r>
              <a:rPr lang="en-US" altLang="zh-CN" sz="1300" i="1" dirty="0" err="1">
                <a:latin typeface="Arial" panose="020B0604020202020204" pitchFamily="34" charset="0"/>
                <a:cs typeface="Arial" panose="020B0604020202020204" pitchFamily="34" charset="0"/>
              </a:rPr>
              <a:t>arXiv</a:t>
            </a:r>
            <a:r>
              <a:rPr lang="en-US" altLang="zh-CN" sz="1300" i="1" dirty="0">
                <a:latin typeface="Arial" panose="020B0604020202020204" pitchFamily="34" charset="0"/>
                <a:cs typeface="Arial" panose="020B0604020202020204" pitchFamily="34" charset="0"/>
              </a:rPr>
              <a:t> preprint arXiv:2110.14895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, 2021.</a:t>
            </a:r>
            <a:endParaRPr lang="zh-CN" altLang="zh-CN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[3] Dai, P., Han, B., Li, K., Xu, X., Xing, H. and Liu, K. (2015) ‘Joint Optimization of Device Placement and Model Partitioning for Cooperative DNN Inference in Heterogeneous Edge Computing’, IEEE Transactions on Services Computing, 14(8), pp. 1–15.</a:t>
            </a:r>
          </a:p>
          <a:p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[4] Y. Kang, J. Hauswald, C. Gao, A. Rovinski, T. </a:t>
            </a:r>
            <a:r>
              <a:rPr lang="en-US" altLang="zh-CN" sz="1300" dirty="0" err="1">
                <a:latin typeface="Arial" panose="020B0604020202020204" pitchFamily="34" charset="0"/>
                <a:cs typeface="Arial" panose="020B0604020202020204" pitchFamily="34" charset="0"/>
              </a:rPr>
              <a:t>Mudge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, J. Mars, and L. Tang, “Neurosurgeon: Collaborative intelligence between the cloud and mobile edge,” </a:t>
            </a:r>
            <a:r>
              <a:rPr lang="en-US" altLang="zh-CN" sz="1300" i="1" dirty="0">
                <a:latin typeface="Arial" panose="020B0604020202020204" pitchFamily="34" charset="0"/>
                <a:cs typeface="Arial" panose="020B0604020202020204" pitchFamily="34" charset="0"/>
              </a:rPr>
              <a:t>ACM SIGARCH Computer Architecture News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, vol. 45, no. 1, pp. 615–629, 2017.</a:t>
            </a:r>
            <a:endParaRPr lang="zh-CN" altLang="zh-CN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[5] Z. Zhou, X. Chen, E. Li, L. Zeng, K. Luo, and J. Zhang, “Edge intelligence: Paving the last mile of artificial intelligence with edge computing,” </a:t>
            </a:r>
            <a:r>
              <a:rPr lang="en-US" altLang="zh-CN" sz="1300" i="1" dirty="0">
                <a:latin typeface="Arial" panose="020B0604020202020204" pitchFamily="34" charset="0"/>
                <a:cs typeface="Arial" panose="020B0604020202020204" pitchFamily="34" charset="0"/>
              </a:rPr>
              <a:t>Proceedings of the IEEE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, vol. 107, no. 8, pp. 1738–1762, 2019.</a:t>
            </a:r>
            <a:endParaRPr lang="zh-CN" altLang="zh-CN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[6] D. Narayanan, A. </a:t>
            </a:r>
            <a:r>
              <a:rPr lang="en-US" altLang="zh-CN" sz="1300" dirty="0" err="1">
                <a:latin typeface="Arial" panose="020B0604020202020204" pitchFamily="34" charset="0"/>
                <a:cs typeface="Arial" panose="020B0604020202020204" pitchFamily="34" charset="0"/>
              </a:rPr>
              <a:t>Harlap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, A. </a:t>
            </a:r>
            <a:r>
              <a:rPr lang="en-US" altLang="zh-CN" sz="1300" dirty="0" err="1">
                <a:latin typeface="Arial" panose="020B0604020202020204" pitchFamily="34" charset="0"/>
                <a:cs typeface="Arial" panose="020B0604020202020204" pitchFamily="34" charset="0"/>
              </a:rPr>
              <a:t>Phanishayee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, V. Seshadri, N. R. </a:t>
            </a:r>
            <a:r>
              <a:rPr lang="en-US" altLang="zh-CN" sz="1300" dirty="0" err="1">
                <a:latin typeface="Arial" panose="020B0604020202020204" pitchFamily="34" charset="0"/>
                <a:cs typeface="Arial" panose="020B0604020202020204" pitchFamily="34" charset="0"/>
              </a:rPr>
              <a:t>Devanur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, G. R. Ganger, P. B. Gibbons, and M. Zaharia, “</a:t>
            </a:r>
            <a:r>
              <a:rPr lang="en-US" altLang="zh-CN" sz="1300" dirty="0" err="1">
                <a:latin typeface="Arial" panose="020B0604020202020204" pitchFamily="34" charset="0"/>
                <a:cs typeface="Arial" panose="020B0604020202020204" pitchFamily="34" charset="0"/>
              </a:rPr>
              <a:t>PipeDream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: Generalized pipeline parallelism for DNN training,” in </a:t>
            </a:r>
            <a:r>
              <a:rPr lang="en-US" altLang="zh-CN" sz="1300" i="1" dirty="0">
                <a:latin typeface="Arial" panose="020B0604020202020204" pitchFamily="34" charset="0"/>
                <a:cs typeface="Arial" panose="020B0604020202020204" pitchFamily="34" charset="0"/>
              </a:rPr>
              <a:t>Proceedings of the 27th ACM Symposium on Operating Systems Principles (SOSP)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, 2019.</a:t>
            </a:r>
            <a:endParaRPr lang="zh-CN" altLang="zh-CN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[7] Y. Huang et al., “</a:t>
            </a:r>
            <a:r>
              <a:rPr lang="en-US" altLang="zh-CN" sz="1300" dirty="0" err="1">
                <a:latin typeface="Arial" panose="020B0604020202020204" pitchFamily="34" charset="0"/>
                <a:cs typeface="Arial" panose="020B0604020202020204" pitchFamily="34" charset="0"/>
              </a:rPr>
              <a:t>GPipe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: Efficient training of giant neural networks using pipeline parallelism,” </a:t>
            </a:r>
            <a:r>
              <a:rPr lang="en-US" altLang="zh-CN" sz="1300" i="1" dirty="0" err="1"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, 2019.</a:t>
            </a:r>
            <a:endParaRPr lang="zh-CN" altLang="zh-CN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[8] A. Vaswani, N. </a:t>
            </a:r>
            <a:r>
              <a:rPr lang="en-US" altLang="zh-CN" sz="1300" dirty="0" err="1">
                <a:latin typeface="Arial" panose="020B0604020202020204" pitchFamily="34" charset="0"/>
                <a:cs typeface="Arial" panose="020B0604020202020204" pitchFamily="34" charset="0"/>
              </a:rPr>
              <a:t>Shazeer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, N. Parmar, J. </a:t>
            </a:r>
            <a:r>
              <a:rPr lang="en-US" altLang="zh-CN" sz="1300" dirty="0" err="1">
                <a:latin typeface="Arial" panose="020B0604020202020204" pitchFamily="34" charset="0"/>
                <a:cs typeface="Arial" panose="020B0604020202020204" pitchFamily="34" charset="0"/>
              </a:rPr>
              <a:t>Uszkoreit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, L. Jones, A. N. Gomez, Ł. Kaiser, and I. </a:t>
            </a:r>
            <a:r>
              <a:rPr lang="en-US" altLang="zh-CN" sz="1300" dirty="0" err="1">
                <a:latin typeface="Arial" panose="020B0604020202020204" pitchFamily="34" charset="0"/>
                <a:cs typeface="Arial" panose="020B0604020202020204" pitchFamily="34" charset="0"/>
              </a:rPr>
              <a:t>Polosukhin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, “Attention is all you need,” in </a:t>
            </a:r>
            <a:r>
              <a:rPr lang="en-US" altLang="zh-CN" sz="1300" i="1" dirty="0">
                <a:latin typeface="Arial" panose="020B0604020202020204" pitchFamily="34" charset="0"/>
                <a:cs typeface="Arial" panose="020B0604020202020204" pitchFamily="34" charset="0"/>
              </a:rPr>
              <a:t>Advances in Neural Information Processing Systems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, 2017.</a:t>
            </a:r>
            <a:endParaRPr lang="zh-CN" altLang="zh-CN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[9] Z. Zhao, K. M. </a:t>
            </a:r>
            <a:r>
              <a:rPr lang="en-US" altLang="zh-CN" sz="1300" dirty="0" err="1">
                <a:latin typeface="Arial" panose="020B0604020202020204" pitchFamily="34" charset="0"/>
                <a:cs typeface="Arial" panose="020B0604020202020204" pitchFamily="34" charset="0"/>
              </a:rPr>
              <a:t>Barijough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, and A. </a:t>
            </a:r>
            <a:r>
              <a:rPr lang="en-US" altLang="zh-CN" sz="1300" dirty="0" err="1">
                <a:latin typeface="Arial" panose="020B0604020202020204" pitchFamily="34" charset="0"/>
                <a:cs typeface="Arial" panose="020B0604020202020204" pitchFamily="34" charset="0"/>
              </a:rPr>
              <a:t>Gerstlauer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, “</a:t>
            </a:r>
            <a:r>
              <a:rPr lang="en-US" altLang="zh-CN" sz="1300" dirty="0" err="1">
                <a:latin typeface="Arial" panose="020B0604020202020204" pitchFamily="34" charset="0"/>
                <a:cs typeface="Arial" panose="020B0604020202020204" pitchFamily="34" charset="0"/>
              </a:rPr>
              <a:t>DeepThings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: Distributed adaptive deep learning inference on resource-constrained IoT edge clusters,” </a:t>
            </a:r>
            <a:r>
              <a:rPr lang="en-US" altLang="zh-CN" sz="1300" i="1" dirty="0">
                <a:latin typeface="Arial" panose="020B0604020202020204" pitchFamily="34" charset="0"/>
                <a:cs typeface="Arial" panose="020B0604020202020204" pitchFamily="34" charset="0"/>
              </a:rPr>
              <a:t>IEEE Transactions on Computer-Aided Design of Integrated Circuits and Systems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, vol. 37, no. 11, pp. 2348–2359, 2018.</a:t>
            </a:r>
            <a:endParaRPr lang="zh-CN" altLang="zh-CN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[10] S. </a:t>
            </a:r>
            <a:r>
              <a:rPr lang="en-US" altLang="zh-CN" sz="1300" dirty="0" err="1">
                <a:latin typeface="Arial" panose="020B0604020202020204" pitchFamily="34" charset="0"/>
                <a:cs typeface="Arial" panose="020B0604020202020204" pitchFamily="34" charset="0"/>
              </a:rPr>
              <a:t>Teerapittayanon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, B. McDanel, and H.-T. Kung, “</a:t>
            </a:r>
            <a:r>
              <a:rPr lang="en-US" altLang="zh-CN" sz="1300" dirty="0" err="1">
                <a:latin typeface="Arial" panose="020B0604020202020204" pitchFamily="34" charset="0"/>
                <a:cs typeface="Arial" panose="020B0604020202020204" pitchFamily="34" charset="0"/>
              </a:rPr>
              <a:t>BranchyNet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: Fast inference via early exiting from deep neural networks,” in </a:t>
            </a:r>
            <a:r>
              <a:rPr lang="en-US" altLang="zh-CN" sz="1300" i="1" dirty="0">
                <a:latin typeface="Arial" panose="020B0604020202020204" pitchFamily="34" charset="0"/>
                <a:cs typeface="Arial" panose="020B0604020202020204" pitchFamily="34" charset="0"/>
              </a:rPr>
              <a:t>23rd International Conference on Pattern Recognition (ICPR)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, 2016.</a:t>
            </a:r>
          </a:p>
          <a:p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[11] M. </a:t>
            </a:r>
            <a:r>
              <a:rPr lang="en-US" altLang="zh-CN" sz="1300" dirty="0" err="1">
                <a:latin typeface="Arial" panose="020B0604020202020204" pitchFamily="34" charset="0"/>
                <a:cs typeface="Arial" panose="020B0604020202020204" pitchFamily="34" charset="0"/>
              </a:rPr>
              <a:t>Satyanarayanan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, “The emergence of edge computing,” Computer, vol. 50, no. 1, pp. 30–39, 2017.</a:t>
            </a:r>
            <a:endParaRPr lang="zh-CN" altLang="zh-CN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[12] E. Li, L. Zeng, Z. Zhou, and X. Chen, “Boomerang: On-demand cooperative deep neural network inference for edge intelligence on the industrial internet of things,” IEEE Network, vol. 33, no. 5, pp. 96–103, 2019.</a:t>
            </a:r>
            <a:endParaRPr lang="zh-CN" altLang="zh-CN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[13] Y. Mao, C. You, J. Zhang, K. Huang, and K. B. </a:t>
            </a:r>
            <a:r>
              <a:rPr lang="en-US" altLang="zh-CN" sz="1300" dirty="0" err="1">
                <a:latin typeface="Arial" panose="020B0604020202020204" pitchFamily="34" charset="0"/>
                <a:cs typeface="Arial" panose="020B0604020202020204" pitchFamily="34" charset="0"/>
              </a:rPr>
              <a:t>Letaief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, “A survey on mobile edge computing: The communication perspective,” IEEE Communications Surveys &amp; Tutorials, vol. 19, no. 4, pp. 2322–2358, 2017.</a:t>
            </a:r>
            <a:endParaRPr lang="zh-CN" altLang="zh-CN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[14] L. Zhou, M. H. </a:t>
            </a:r>
            <a:r>
              <a:rPr lang="en-US" altLang="zh-CN" sz="1300" dirty="0" err="1">
                <a:latin typeface="Arial" panose="020B0604020202020204" pitchFamily="34" charset="0"/>
                <a:cs typeface="Arial" panose="020B0604020202020204" pitchFamily="34" charset="0"/>
              </a:rPr>
              <a:t>Samavatian</a:t>
            </a:r>
            <a:r>
              <a:rPr lang="en-US" altLang="zh-CN" sz="1300" dirty="0">
                <a:latin typeface="Arial" panose="020B0604020202020204" pitchFamily="34" charset="0"/>
                <a:cs typeface="Arial" panose="020B0604020202020204" pitchFamily="34" charset="0"/>
              </a:rPr>
              <a:t>, A. Bacha, S. Majumdar, and R. Teodorescu, “Adaptive parallel execution of deep neural networks on heterogeneous edge devices,” in Proceedings of the 4th ACM/IEEE Symposium on Edge Computing (SEC), 2019.</a:t>
            </a:r>
            <a:endParaRPr lang="zh-CN" altLang="zh-CN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zh-CN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zh-CN" altLang="zh-CN" sz="16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401640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2"/>
            <a:ext cx="12191999" cy="68564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79B9">
              <a:alpha val="909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87723" y="1220724"/>
              <a:ext cx="4438015" cy="4438015"/>
            </a:xfrm>
            <a:custGeom>
              <a:avLst/>
              <a:gdLst/>
              <a:ahLst/>
              <a:cxnLst/>
              <a:rect l="l" t="t" r="r" b="b"/>
              <a:pathLst>
                <a:path w="4438015" h="4438015">
                  <a:moveTo>
                    <a:pt x="2218943" y="0"/>
                  </a:moveTo>
                  <a:lnTo>
                    <a:pt x="2170689" y="514"/>
                  </a:lnTo>
                  <a:lnTo>
                    <a:pt x="2122686" y="2049"/>
                  </a:lnTo>
                  <a:lnTo>
                    <a:pt x="2074945" y="4596"/>
                  </a:lnTo>
                  <a:lnTo>
                    <a:pt x="2027476" y="8144"/>
                  </a:lnTo>
                  <a:lnTo>
                    <a:pt x="1980290" y="12682"/>
                  </a:lnTo>
                  <a:lnTo>
                    <a:pt x="1933397" y="18199"/>
                  </a:lnTo>
                  <a:lnTo>
                    <a:pt x="1886808" y="24687"/>
                  </a:lnTo>
                  <a:lnTo>
                    <a:pt x="1840533" y="32133"/>
                  </a:lnTo>
                  <a:lnTo>
                    <a:pt x="1794582" y="40528"/>
                  </a:lnTo>
                  <a:lnTo>
                    <a:pt x="1748966" y="49861"/>
                  </a:lnTo>
                  <a:lnTo>
                    <a:pt x="1703695" y="60122"/>
                  </a:lnTo>
                  <a:lnTo>
                    <a:pt x="1658780" y="71301"/>
                  </a:lnTo>
                  <a:lnTo>
                    <a:pt x="1614231" y="83387"/>
                  </a:lnTo>
                  <a:lnTo>
                    <a:pt x="1570058" y="96369"/>
                  </a:lnTo>
                  <a:lnTo>
                    <a:pt x="1526272" y="110238"/>
                  </a:lnTo>
                  <a:lnTo>
                    <a:pt x="1482883" y="124982"/>
                  </a:lnTo>
                  <a:lnTo>
                    <a:pt x="1439902" y="140592"/>
                  </a:lnTo>
                  <a:lnTo>
                    <a:pt x="1397339" y="157057"/>
                  </a:lnTo>
                  <a:lnTo>
                    <a:pt x="1355205" y="174367"/>
                  </a:lnTo>
                  <a:lnTo>
                    <a:pt x="1313509" y="192510"/>
                  </a:lnTo>
                  <a:lnTo>
                    <a:pt x="1272262" y="211478"/>
                  </a:lnTo>
                  <a:lnTo>
                    <a:pt x="1231476" y="231259"/>
                  </a:lnTo>
                  <a:lnTo>
                    <a:pt x="1191159" y="251843"/>
                  </a:lnTo>
                  <a:lnTo>
                    <a:pt x="1151323" y="273220"/>
                  </a:lnTo>
                  <a:lnTo>
                    <a:pt x="1111977" y="295379"/>
                  </a:lnTo>
                  <a:lnTo>
                    <a:pt x="1073133" y="318309"/>
                  </a:lnTo>
                  <a:lnTo>
                    <a:pt x="1034800" y="342001"/>
                  </a:lnTo>
                  <a:lnTo>
                    <a:pt x="996990" y="366444"/>
                  </a:lnTo>
                  <a:lnTo>
                    <a:pt x="959712" y="391628"/>
                  </a:lnTo>
                  <a:lnTo>
                    <a:pt x="922977" y="417542"/>
                  </a:lnTo>
                  <a:lnTo>
                    <a:pt x="886796" y="444175"/>
                  </a:lnTo>
                  <a:lnTo>
                    <a:pt x="851178" y="471518"/>
                  </a:lnTo>
                  <a:lnTo>
                    <a:pt x="816134" y="499560"/>
                  </a:lnTo>
                  <a:lnTo>
                    <a:pt x="781674" y="528291"/>
                  </a:lnTo>
                  <a:lnTo>
                    <a:pt x="747810" y="557699"/>
                  </a:lnTo>
                  <a:lnTo>
                    <a:pt x="714551" y="587776"/>
                  </a:lnTo>
                  <a:lnTo>
                    <a:pt x="681907" y="618510"/>
                  </a:lnTo>
                  <a:lnTo>
                    <a:pt x="649890" y="649890"/>
                  </a:lnTo>
                  <a:lnTo>
                    <a:pt x="618510" y="681907"/>
                  </a:lnTo>
                  <a:lnTo>
                    <a:pt x="587776" y="714551"/>
                  </a:lnTo>
                  <a:lnTo>
                    <a:pt x="557699" y="747810"/>
                  </a:lnTo>
                  <a:lnTo>
                    <a:pt x="528291" y="781674"/>
                  </a:lnTo>
                  <a:lnTo>
                    <a:pt x="499560" y="816134"/>
                  </a:lnTo>
                  <a:lnTo>
                    <a:pt x="471518" y="851178"/>
                  </a:lnTo>
                  <a:lnTo>
                    <a:pt x="444175" y="886796"/>
                  </a:lnTo>
                  <a:lnTo>
                    <a:pt x="417542" y="922977"/>
                  </a:lnTo>
                  <a:lnTo>
                    <a:pt x="391628" y="959712"/>
                  </a:lnTo>
                  <a:lnTo>
                    <a:pt x="366444" y="996990"/>
                  </a:lnTo>
                  <a:lnTo>
                    <a:pt x="342001" y="1034800"/>
                  </a:lnTo>
                  <a:lnTo>
                    <a:pt x="318309" y="1073133"/>
                  </a:lnTo>
                  <a:lnTo>
                    <a:pt x="295379" y="1111977"/>
                  </a:lnTo>
                  <a:lnTo>
                    <a:pt x="273220" y="1151323"/>
                  </a:lnTo>
                  <a:lnTo>
                    <a:pt x="251843" y="1191159"/>
                  </a:lnTo>
                  <a:lnTo>
                    <a:pt x="231259" y="1231476"/>
                  </a:lnTo>
                  <a:lnTo>
                    <a:pt x="211478" y="1272262"/>
                  </a:lnTo>
                  <a:lnTo>
                    <a:pt x="192510" y="1313509"/>
                  </a:lnTo>
                  <a:lnTo>
                    <a:pt x="174367" y="1355205"/>
                  </a:lnTo>
                  <a:lnTo>
                    <a:pt x="157057" y="1397339"/>
                  </a:lnTo>
                  <a:lnTo>
                    <a:pt x="140592" y="1439902"/>
                  </a:lnTo>
                  <a:lnTo>
                    <a:pt x="124982" y="1482883"/>
                  </a:lnTo>
                  <a:lnTo>
                    <a:pt x="110238" y="1526272"/>
                  </a:lnTo>
                  <a:lnTo>
                    <a:pt x="96369" y="1570058"/>
                  </a:lnTo>
                  <a:lnTo>
                    <a:pt x="83387" y="1614231"/>
                  </a:lnTo>
                  <a:lnTo>
                    <a:pt x="71301" y="1658780"/>
                  </a:lnTo>
                  <a:lnTo>
                    <a:pt x="60122" y="1703695"/>
                  </a:lnTo>
                  <a:lnTo>
                    <a:pt x="49861" y="1748966"/>
                  </a:lnTo>
                  <a:lnTo>
                    <a:pt x="40528" y="1794582"/>
                  </a:lnTo>
                  <a:lnTo>
                    <a:pt x="32133" y="1840533"/>
                  </a:lnTo>
                  <a:lnTo>
                    <a:pt x="24687" y="1886808"/>
                  </a:lnTo>
                  <a:lnTo>
                    <a:pt x="18199" y="1933397"/>
                  </a:lnTo>
                  <a:lnTo>
                    <a:pt x="12682" y="1980290"/>
                  </a:lnTo>
                  <a:lnTo>
                    <a:pt x="8144" y="2027476"/>
                  </a:lnTo>
                  <a:lnTo>
                    <a:pt x="4596" y="2074945"/>
                  </a:lnTo>
                  <a:lnTo>
                    <a:pt x="2049" y="2122686"/>
                  </a:lnTo>
                  <a:lnTo>
                    <a:pt x="514" y="2170689"/>
                  </a:lnTo>
                  <a:lnTo>
                    <a:pt x="0" y="2218943"/>
                  </a:lnTo>
                  <a:lnTo>
                    <a:pt x="514" y="2267198"/>
                  </a:lnTo>
                  <a:lnTo>
                    <a:pt x="2049" y="2315201"/>
                  </a:lnTo>
                  <a:lnTo>
                    <a:pt x="4596" y="2362942"/>
                  </a:lnTo>
                  <a:lnTo>
                    <a:pt x="8144" y="2410411"/>
                  </a:lnTo>
                  <a:lnTo>
                    <a:pt x="12682" y="2457597"/>
                  </a:lnTo>
                  <a:lnTo>
                    <a:pt x="18199" y="2504490"/>
                  </a:lnTo>
                  <a:lnTo>
                    <a:pt x="24687" y="2551079"/>
                  </a:lnTo>
                  <a:lnTo>
                    <a:pt x="32133" y="2597354"/>
                  </a:lnTo>
                  <a:lnTo>
                    <a:pt x="40528" y="2643305"/>
                  </a:lnTo>
                  <a:lnTo>
                    <a:pt x="49861" y="2688921"/>
                  </a:lnTo>
                  <a:lnTo>
                    <a:pt x="60122" y="2734192"/>
                  </a:lnTo>
                  <a:lnTo>
                    <a:pt x="71301" y="2779107"/>
                  </a:lnTo>
                  <a:lnTo>
                    <a:pt x="83387" y="2823656"/>
                  </a:lnTo>
                  <a:lnTo>
                    <a:pt x="96369" y="2867829"/>
                  </a:lnTo>
                  <a:lnTo>
                    <a:pt x="110238" y="2911615"/>
                  </a:lnTo>
                  <a:lnTo>
                    <a:pt x="124982" y="2955004"/>
                  </a:lnTo>
                  <a:lnTo>
                    <a:pt x="140592" y="2997985"/>
                  </a:lnTo>
                  <a:lnTo>
                    <a:pt x="157057" y="3040548"/>
                  </a:lnTo>
                  <a:lnTo>
                    <a:pt x="174367" y="3082682"/>
                  </a:lnTo>
                  <a:lnTo>
                    <a:pt x="192510" y="3124378"/>
                  </a:lnTo>
                  <a:lnTo>
                    <a:pt x="211478" y="3165625"/>
                  </a:lnTo>
                  <a:lnTo>
                    <a:pt x="231259" y="3206411"/>
                  </a:lnTo>
                  <a:lnTo>
                    <a:pt x="251843" y="3246728"/>
                  </a:lnTo>
                  <a:lnTo>
                    <a:pt x="273220" y="3286564"/>
                  </a:lnTo>
                  <a:lnTo>
                    <a:pt x="295379" y="3325910"/>
                  </a:lnTo>
                  <a:lnTo>
                    <a:pt x="318309" y="3364754"/>
                  </a:lnTo>
                  <a:lnTo>
                    <a:pt x="342001" y="3403087"/>
                  </a:lnTo>
                  <a:lnTo>
                    <a:pt x="366444" y="3440897"/>
                  </a:lnTo>
                  <a:lnTo>
                    <a:pt x="391628" y="3478175"/>
                  </a:lnTo>
                  <a:lnTo>
                    <a:pt x="417542" y="3514910"/>
                  </a:lnTo>
                  <a:lnTo>
                    <a:pt x="444175" y="3551091"/>
                  </a:lnTo>
                  <a:lnTo>
                    <a:pt x="471518" y="3586709"/>
                  </a:lnTo>
                  <a:lnTo>
                    <a:pt x="499560" y="3621753"/>
                  </a:lnTo>
                  <a:lnTo>
                    <a:pt x="528291" y="3656213"/>
                  </a:lnTo>
                  <a:lnTo>
                    <a:pt x="557699" y="3690077"/>
                  </a:lnTo>
                  <a:lnTo>
                    <a:pt x="587776" y="3723336"/>
                  </a:lnTo>
                  <a:lnTo>
                    <a:pt x="618510" y="3755980"/>
                  </a:lnTo>
                  <a:lnTo>
                    <a:pt x="649890" y="3787997"/>
                  </a:lnTo>
                  <a:lnTo>
                    <a:pt x="681907" y="3819377"/>
                  </a:lnTo>
                  <a:lnTo>
                    <a:pt x="714551" y="3850111"/>
                  </a:lnTo>
                  <a:lnTo>
                    <a:pt x="747810" y="3880188"/>
                  </a:lnTo>
                  <a:lnTo>
                    <a:pt x="781674" y="3909596"/>
                  </a:lnTo>
                  <a:lnTo>
                    <a:pt x="816134" y="3938327"/>
                  </a:lnTo>
                  <a:lnTo>
                    <a:pt x="851178" y="3966369"/>
                  </a:lnTo>
                  <a:lnTo>
                    <a:pt x="886796" y="3993712"/>
                  </a:lnTo>
                  <a:lnTo>
                    <a:pt x="922977" y="4020345"/>
                  </a:lnTo>
                  <a:lnTo>
                    <a:pt x="959712" y="4046259"/>
                  </a:lnTo>
                  <a:lnTo>
                    <a:pt x="996990" y="4071443"/>
                  </a:lnTo>
                  <a:lnTo>
                    <a:pt x="1034800" y="4095886"/>
                  </a:lnTo>
                  <a:lnTo>
                    <a:pt x="1073133" y="4119578"/>
                  </a:lnTo>
                  <a:lnTo>
                    <a:pt x="1111977" y="4142508"/>
                  </a:lnTo>
                  <a:lnTo>
                    <a:pt x="1151323" y="4164667"/>
                  </a:lnTo>
                  <a:lnTo>
                    <a:pt x="1191159" y="4186044"/>
                  </a:lnTo>
                  <a:lnTo>
                    <a:pt x="1231476" y="4206628"/>
                  </a:lnTo>
                  <a:lnTo>
                    <a:pt x="1272262" y="4226409"/>
                  </a:lnTo>
                  <a:lnTo>
                    <a:pt x="1313509" y="4245377"/>
                  </a:lnTo>
                  <a:lnTo>
                    <a:pt x="1355205" y="4263520"/>
                  </a:lnTo>
                  <a:lnTo>
                    <a:pt x="1397339" y="4280830"/>
                  </a:lnTo>
                  <a:lnTo>
                    <a:pt x="1439902" y="4297295"/>
                  </a:lnTo>
                  <a:lnTo>
                    <a:pt x="1482883" y="4312905"/>
                  </a:lnTo>
                  <a:lnTo>
                    <a:pt x="1526272" y="4327649"/>
                  </a:lnTo>
                  <a:lnTo>
                    <a:pt x="1570058" y="4341518"/>
                  </a:lnTo>
                  <a:lnTo>
                    <a:pt x="1614231" y="4354500"/>
                  </a:lnTo>
                  <a:lnTo>
                    <a:pt x="1658780" y="4366586"/>
                  </a:lnTo>
                  <a:lnTo>
                    <a:pt x="1703695" y="4377765"/>
                  </a:lnTo>
                  <a:lnTo>
                    <a:pt x="1748966" y="4388026"/>
                  </a:lnTo>
                  <a:lnTo>
                    <a:pt x="1794582" y="4397359"/>
                  </a:lnTo>
                  <a:lnTo>
                    <a:pt x="1840533" y="4405754"/>
                  </a:lnTo>
                  <a:lnTo>
                    <a:pt x="1886808" y="4413200"/>
                  </a:lnTo>
                  <a:lnTo>
                    <a:pt x="1933397" y="4419688"/>
                  </a:lnTo>
                  <a:lnTo>
                    <a:pt x="1980290" y="4425205"/>
                  </a:lnTo>
                  <a:lnTo>
                    <a:pt x="2027476" y="4429743"/>
                  </a:lnTo>
                  <a:lnTo>
                    <a:pt x="2074945" y="4433291"/>
                  </a:lnTo>
                  <a:lnTo>
                    <a:pt x="2122686" y="4435838"/>
                  </a:lnTo>
                  <a:lnTo>
                    <a:pt x="2170689" y="4437373"/>
                  </a:lnTo>
                  <a:lnTo>
                    <a:pt x="2218943" y="4437888"/>
                  </a:lnTo>
                  <a:lnTo>
                    <a:pt x="2267198" y="4437373"/>
                  </a:lnTo>
                  <a:lnTo>
                    <a:pt x="2315201" y="4435838"/>
                  </a:lnTo>
                  <a:lnTo>
                    <a:pt x="2362942" y="4433291"/>
                  </a:lnTo>
                  <a:lnTo>
                    <a:pt x="2410411" y="4429743"/>
                  </a:lnTo>
                  <a:lnTo>
                    <a:pt x="2457597" y="4425205"/>
                  </a:lnTo>
                  <a:lnTo>
                    <a:pt x="2504490" y="4419688"/>
                  </a:lnTo>
                  <a:lnTo>
                    <a:pt x="2551079" y="4413200"/>
                  </a:lnTo>
                  <a:lnTo>
                    <a:pt x="2597354" y="4405754"/>
                  </a:lnTo>
                  <a:lnTo>
                    <a:pt x="2643305" y="4397359"/>
                  </a:lnTo>
                  <a:lnTo>
                    <a:pt x="2688921" y="4388026"/>
                  </a:lnTo>
                  <a:lnTo>
                    <a:pt x="2734192" y="4377765"/>
                  </a:lnTo>
                  <a:lnTo>
                    <a:pt x="2779107" y="4366586"/>
                  </a:lnTo>
                  <a:lnTo>
                    <a:pt x="2823656" y="4354500"/>
                  </a:lnTo>
                  <a:lnTo>
                    <a:pt x="2867829" y="4341518"/>
                  </a:lnTo>
                  <a:lnTo>
                    <a:pt x="2911615" y="4327649"/>
                  </a:lnTo>
                  <a:lnTo>
                    <a:pt x="2955004" y="4312905"/>
                  </a:lnTo>
                  <a:lnTo>
                    <a:pt x="2997985" y="4297295"/>
                  </a:lnTo>
                  <a:lnTo>
                    <a:pt x="3040548" y="4280830"/>
                  </a:lnTo>
                  <a:lnTo>
                    <a:pt x="3082682" y="4263520"/>
                  </a:lnTo>
                  <a:lnTo>
                    <a:pt x="3124378" y="4245377"/>
                  </a:lnTo>
                  <a:lnTo>
                    <a:pt x="3165625" y="4226409"/>
                  </a:lnTo>
                  <a:lnTo>
                    <a:pt x="3206411" y="4206628"/>
                  </a:lnTo>
                  <a:lnTo>
                    <a:pt x="3246728" y="4186044"/>
                  </a:lnTo>
                  <a:lnTo>
                    <a:pt x="3286564" y="4164667"/>
                  </a:lnTo>
                  <a:lnTo>
                    <a:pt x="3325910" y="4142508"/>
                  </a:lnTo>
                  <a:lnTo>
                    <a:pt x="3364754" y="4119578"/>
                  </a:lnTo>
                  <a:lnTo>
                    <a:pt x="3403087" y="4095886"/>
                  </a:lnTo>
                  <a:lnTo>
                    <a:pt x="3440897" y="4071443"/>
                  </a:lnTo>
                  <a:lnTo>
                    <a:pt x="3478175" y="4046259"/>
                  </a:lnTo>
                  <a:lnTo>
                    <a:pt x="3514910" y="4020345"/>
                  </a:lnTo>
                  <a:lnTo>
                    <a:pt x="3551091" y="3993712"/>
                  </a:lnTo>
                  <a:lnTo>
                    <a:pt x="3586709" y="3966369"/>
                  </a:lnTo>
                  <a:lnTo>
                    <a:pt x="3621753" y="3938327"/>
                  </a:lnTo>
                  <a:lnTo>
                    <a:pt x="3656213" y="3909596"/>
                  </a:lnTo>
                  <a:lnTo>
                    <a:pt x="3690077" y="3880188"/>
                  </a:lnTo>
                  <a:lnTo>
                    <a:pt x="3723336" y="3850111"/>
                  </a:lnTo>
                  <a:lnTo>
                    <a:pt x="3755980" y="3819377"/>
                  </a:lnTo>
                  <a:lnTo>
                    <a:pt x="3787997" y="3787997"/>
                  </a:lnTo>
                  <a:lnTo>
                    <a:pt x="3819377" y="3755980"/>
                  </a:lnTo>
                  <a:lnTo>
                    <a:pt x="3850111" y="3723336"/>
                  </a:lnTo>
                  <a:lnTo>
                    <a:pt x="3880188" y="3690077"/>
                  </a:lnTo>
                  <a:lnTo>
                    <a:pt x="3909596" y="3656213"/>
                  </a:lnTo>
                  <a:lnTo>
                    <a:pt x="3938327" y="3621753"/>
                  </a:lnTo>
                  <a:lnTo>
                    <a:pt x="3966369" y="3586709"/>
                  </a:lnTo>
                  <a:lnTo>
                    <a:pt x="3993712" y="3551091"/>
                  </a:lnTo>
                  <a:lnTo>
                    <a:pt x="4020345" y="3514910"/>
                  </a:lnTo>
                  <a:lnTo>
                    <a:pt x="4046259" y="3478175"/>
                  </a:lnTo>
                  <a:lnTo>
                    <a:pt x="4071443" y="3440897"/>
                  </a:lnTo>
                  <a:lnTo>
                    <a:pt x="4095886" y="3403087"/>
                  </a:lnTo>
                  <a:lnTo>
                    <a:pt x="4119578" y="3364754"/>
                  </a:lnTo>
                  <a:lnTo>
                    <a:pt x="4142508" y="3325910"/>
                  </a:lnTo>
                  <a:lnTo>
                    <a:pt x="4164667" y="3286564"/>
                  </a:lnTo>
                  <a:lnTo>
                    <a:pt x="4186044" y="3246728"/>
                  </a:lnTo>
                  <a:lnTo>
                    <a:pt x="4206628" y="3206411"/>
                  </a:lnTo>
                  <a:lnTo>
                    <a:pt x="4226409" y="3165625"/>
                  </a:lnTo>
                  <a:lnTo>
                    <a:pt x="4245377" y="3124378"/>
                  </a:lnTo>
                  <a:lnTo>
                    <a:pt x="4263520" y="3082682"/>
                  </a:lnTo>
                  <a:lnTo>
                    <a:pt x="4280830" y="3040548"/>
                  </a:lnTo>
                  <a:lnTo>
                    <a:pt x="4297295" y="2997985"/>
                  </a:lnTo>
                  <a:lnTo>
                    <a:pt x="4312905" y="2955004"/>
                  </a:lnTo>
                  <a:lnTo>
                    <a:pt x="4327649" y="2911615"/>
                  </a:lnTo>
                  <a:lnTo>
                    <a:pt x="4341518" y="2867829"/>
                  </a:lnTo>
                  <a:lnTo>
                    <a:pt x="4354500" y="2823656"/>
                  </a:lnTo>
                  <a:lnTo>
                    <a:pt x="4366586" y="2779107"/>
                  </a:lnTo>
                  <a:lnTo>
                    <a:pt x="4377765" y="2734192"/>
                  </a:lnTo>
                  <a:lnTo>
                    <a:pt x="4388026" y="2688921"/>
                  </a:lnTo>
                  <a:lnTo>
                    <a:pt x="4397359" y="2643305"/>
                  </a:lnTo>
                  <a:lnTo>
                    <a:pt x="4405754" y="2597354"/>
                  </a:lnTo>
                  <a:lnTo>
                    <a:pt x="4413200" y="2551079"/>
                  </a:lnTo>
                  <a:lnTo>
                    <a:pt x="4419688" y="2504490"/>
                  </a:lnTo>
                  <a:lnTo>
                    <a:pt x="4425205" y="2457597"/>
                  </a:lnTo>
                  <a:lnTo>
                    <a:pt x="4429743" y="2410411"/>
                  </a:lnTo>
                  <a:lnTo>
                    <a:pt x="4433291" y="2362942"/>
                  </a:lnTo>
                  <a:lnTo>
                    <a:pt x="4435838" y="2315201"/>
                  </a:lnTo>
                  <a:lnTo>
                    <a:pt x="4437373" y="2267198"/>
                  </a:lnTo>
                  <a:lnTo>
                    <a:pt x="4437887" y="2218943"/>
                  </a:lnTo>
                  <a:lnTo>
                    <a:pt x="4437373" y="2170689"/>
                  </a:lnTo>
                  <a:lnTo>
                    <a:pt x="4435838" y="2122686"/>
                  </a:lnTo>
                  <a:lnTo>
                    <a:pt x="4433291" y="2074945"/>
                  </a:lnTo>
                  <a:lnTo>
                    <a:pt x="4429743" y="2027476"/>
                  </a:lnTo>
                  <a:lnTo>
                    <a:pt x="4425205" y="1980290"/>
                  </a:lnTo>
                  <a:lnTo>
                    <a:pt x="4419688" y="1933397"/>
                  </a:lnTo>
                  <a:lnTo>
                    <a:pt x="4413200" y="1886808"/>
                  </a:lnTo>
                  <a:lnTo>
                    <a:pt x="4405754" y="1840533"/>
                  </a:lnTo>
                  <a:lnTo>
                    <a:pt x="4397359" y="1794582"/>
                  </a:lnTo>
                  <a:lnTo>
                    <a:pt x="4388026" y="1748966"/>
                  </a:lnTo>
                  <a:lnTo>
                    <a:pt x="4377765" y="1703695"/>
                  </a:lnTo>
                  <a:lnTo>
                    <a:pt x="4366586" y="1658780"/>
                  </a:lnTo>
                  <a:lnTo>
                    <a:pt x="4354500" y="1614231"/>
                  </a:lnTo>
                  <a:lnTo>
                    <a:pt x="4341518" y="1570058"/>
                  </a:lnTo>
                  <a:lnTo>
                    <a:pt x="4327649" y="1526272"/>
                  </a:lnTo>
                  <a:lnTo>
                    <a:pt x="4312905" y="1482883"/>
                  </a:lnTo>
                  <a:lnTo>
                    <a:pt x="4297295" y="1439902"/>
                  </a:lnTo>
                  <a:lnTo>
                    <a:pt x="4280830" y="1397339"/>
                  </a:lnTo>
                  <a:lnTo>
                    <a:pt x="4263520" y="1355205"/>
                  </a:lnTo>
                  <a:lnTo>
                    <a:pt x="4245377" y="1313509"/>
                  </a:lnTo>
                  <a:lnTo>
                    <a:pt x="4226409" y="1272262"/>
                  </a:lnTo>
                  <a:lnTo>
                    <a:pt x="4206628" y="1231476"/>
                  </a:lnTo>
                  <a:lnTo>
                    <a:pt x="4186044" y="1191159"/>
                  </a:lnTo>
                  <a:lnTo>
                    <a:pt x="4164667" y="1151323"/>
                  </a:lnTo>
                  <a:lnTo>
                    <a:pt x="4142508" y="1111977"/>
                  </a:lnTo>
                  <a:lnTo>
                    <a:pt x="4119578" y="1073133"/>
                  </a:lnTo>
                  <a:lnTo>
                    <a:pt x="4095886" y="1034800"/>
                  </a:lnTo>
                  <a:lnTo>
                    <a:pt x="4071443" y="996990"/>
                  </a:lnTo>
                  <a:lnTo>
                    <a:pt x="4046259" y="959712"/>
                  </a:lnTo>
                  <a:lnTo>
                    <a:pt x="4020345" y="922977"/>
                  </a:lnTo>
                  <a:lnTo>
                    <a:pt x="3993712" y="886796"/>
                  </a:lnTo>
                  <a:lnTo>
                    <a:pt x="3966369" y="851178"/>
                  </a:lnTo>
                  <a:lnTo>
                    <a:pt x="3938327" y="816134"/>
                  </a:lnTo>
                  <a:lnTo>
                    <a:pt x="3909596" y="781674"/>
                  </a:lnTo>
                  <a:lnTo>
                    <a:pt x="3880188" y="747810"/>
                  </a:lnTo>
                  <a:lnTo>
                    <a:pt x="3850111" y="714551"/>
                  </a:lnTo>
                  <a:lnTo>
                    <a:pt x="3819377" y="681907"/>
                  </a:lnTo>
                  <a:lnTo>
                    <a:pt x="3787997" y="649890"/>
                  </a:lnTo>
                  <a:lnTo>
                    <a:pt x="3755980" y="618510"/>
                  </a:lnTo>
                  <a:lnTo>
                    <a:pt x="3723336" y="587776"/>
                  </a:lnTo>
                  <a:lnTo>
                    <a:pt x="3690077" y="557699"/>
                  </a:lnTo>
                  <a:lnTo>
                    <a:pt x="3656213" y="528291"/>
                  </a:lnTo>
                  <a:lnTo>
                    <a:pt x="3621753" y="499560"/>
                  </a:lnTo>
                  <a:lnTo>
                    <a:pt x="3586709" y="471518"/>
                  </a:lnTo>
                  <a:lnTo>
                    <a:pt x="3551091" y="444175"/>
                  </a:lnTo>
                  <a:lnTo>
                    <a:pt x="3514910" y="417542"/>
                  </a:lnTo>
                  <a:lnTo>
                    <a:pt x="3478175" y="391628"/>
                  </a:lnTo>
                  <a:lnTo>
                    <a:pt x="3440897" y="366444"/>
                  </a:lnTo>
                  <a:lnTo>
                    <a:pt x="3403087" y="342001"/>
                  </a:lnTo>
                  <a:lnTo>
                    <a:pt x="3364754" y="318309"/>
                  </a:lnTo>
                  <a:lnTo>
                    <a:pt x="3325910" y="295379"/>
                  </a:lnTo>
                  <a:lnTo>
                    <a:pt x="3286564" y="273220"/>
                  </a:lnTo>
                  <a:lnTo>
                    <a:pt x="3246728" y="251843"/>
                  </a:lnTo>
                  <a:lnTo>
                    <a:pt x="3206411" y="231259"/>
                  </a:lnTo>
                  <a:lnTo>
                    <a:pt x="3165625" y="211478"/>
                  </a:lnTo>
                  <a:lnTo>
                    <a:pt x="3124378" y="192510"/>
                  </a:lnTo>
                  <a:lnTo>
                    <a:pt x="3082682" y="174367"/>
                  </a:lnTo>
                  <a:lnTo>
                    <a:pt x="3040548" y="157057"/>
                  </a:lnTo>
                  <a:lnTo>
                    <a:pt x="2997985" y="140592"/>
                  </a:lnTo>
                  <a:lnTo>
                    <a:pt x="2955004" y="124982"/>
                  </a:lnTo>
                  <a:lnTo>
                    <a:pt x="2911615" y="110238"/>
                  </a:lnTo>
                  <a:lnTo>
                    <a:pt x="2867829" y="96369"/>
                  </a:lnTo>
                  <a:lnTo>
                    <a:pt x="2823656" y="83387"/>
                  </a:lnTo>
                  <a:lnTo>
                    <a:pt x="2779107" y="71301"/>
                  </a:lnTo>
                  <a:lnTo>
                    <a:pt x="2734192" y="60122"/>
                  </a:lnTo>
                  <a:lnTo>
                    <a:pt x="2688921" y="49861"/>
                  </a:lnTo>
                  <a:lnTo>
                    <a:pt x="2643305" y="40528"/>
                  </a:lnTo>
                  <a:lnTo>
                    <a:pt x="2597354" y="32133"/>
                  </a:lnTo>
                  <a:lnTo>
                    <a:pt x="2551079" y="24687"/>
                  </a:lnTo>
                  <a:lnTo>
                    <a:pt x="2504490" y="18199"/>
                  </a:lnTo>
                  <a:lnTo>
                    <a:pt x="2457597" y="12682"/>
                  </a:lnTo>
                  <a:lnTo>
                    <a:pt x="2410411" y="8144"/>
                  </a:lnTo>
                  <a:lnTo>
                    <a:pt x="2362942" y="4596"/>
                  </a:lnTo>
                  <a:lnTo>
                    <a:pt x="2315201" y="2049"/>
                  </a:lnTo>
                  <a:lnTo>
                    <a:pt x="2267198" y="514"/>
                  </a:lnTo>
                  <a:lnTo>
                    <a:pt x="22189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51503" y="984503"/>
              <a:ext cx="4889500" cy="4889500"/>
            </a:xfrm>
            <a:custGeom>
              <a:avLst/>
              <a:gdLst/>
              <a:ahLst/>
              <a:cxnLst/>
              <a:rect l="l" t="t" r="r" b="b"/>
              <a:pathLst>
                <a:path w="4889500" h="4889500">
                  <a:moveTo>
                    <a:pt x="0" y="2444496"/>
                  </a:moveTo>
                  <a:lnTo>
                    <a:pt x="463" y="2396391"/>
                  </a:lnTo>
                  <a:lnTo>
                    <a:pt x="1850" y="2348512"/>
                  </a:lnTo>
                  <a:lnTo>
                    <a:pt x="4149" y="2300868"/>
                  </a:lnTo>
                  <a:lnTo>
                    <a:pt x="7354" y="2253466"/>
                  </a:lnTo>
                  <a:lnTo>
                    <a:pt x="11456" y="2206315"/>
                  </a:lnTo>
                  <a:lnTo>
                    <a:pt x="16446" y="2159424"/>
                  </a:lnTo>
                  <a:lnTo>
                    <a:pt x="22316" y="2112802"/>
                  </a:lnTo>
                  <a:lnTo>
                    <a:pt x="29057" y="2066456"/>
                  </a:lnTo>
                  <a:lnTo>
                    <a:pt x="36660" y="2020396"/>
                  </a:lnTo>
                  <a:lnTo>
                    <a:pt x="45118" y="1974629"/>
                  </a:lnTo>
                  <a:lnTo>
                    <a:pt x="54422" y="1929164"/>
                  </a:lnTo>
                  <a:lnTo>
                    <a:pt x="64563" y="1884010"/>
                  </a:lnTo>
                  <a:lnTo>
                    <a:pt x="75533" y="1839175"/>
                  </a:lnTo>
                  <a:lnTo>
                    <a:pt x="87323" y="1794668"/>
                  </a:lnTo>
                  <a:lnTo>
                    <a:pt x="99924" y="1750497"/>
                  </a:lnTo>
                  <a:lnTo>
                    <a:pt x="113329" y="1706671"/>
                  </a:lnTo>
                  <a:lnTo>
                    <a:pt x="127529" y="1663198"/>
                  </a:lnTo>
                  <a:lnTo>
                    <a:pt x="142515" y="1620087"/>
                  </a:lnTo>
                  <a:lnTo>
                    <a:pt x="158279" y="1577346"/>
                  </a:lnTo>
                  <a:lnTo>
                    <a:pt x="174813" y="1534983"/>
                  </a:lnTo>
                  <a:lnTo>
                    <a:pt x="192107" y="1493008"/>
                  </a:lnTo>
                  <a:lnTo>
                    <a:pt x="210153" y="1451428"/>
                  </a:lnTo>
                  <a:lnTo>
                    <a:pt x="228944" y="1410252"/>
                  </a:lnTo>
                  <a:lnTo>
                    <a:pt x="248469" y="1369489"/>
                  </a:lnTo>
                  <a:lnTo>
                    <a:pt x="268722" y="1329147"/>
                  </a:lnTo>
                  <a:lnTo>
                    <a:pt x="289693" y="1289235"/>
                  </a:lnTo>
                  <a:lnTo>
                    <a:pt x="311373" y="1249760"/>
                  </a:lnTo>
                  <a:lnTo>
                    <a:pt x="333755" y="1210733"/>
                  </a:lnTo>
                  <a:lnTo>
                    <a:pt x="356831" y="1172160"/>
                  </a:lnTo>
                  <a:lnTo>
                    <a:pt x="380590" y="1134051"/>
                  </a:lnTo>
                  <a:lnTo>
                    <a:pt x="405025" y="1096414"/>
                  </a:lnTo>
                  <a:lnTo>
                    <a:pt x="430128" y="1059258"/>
                  </a:lnTo>
                  <a:lnTo>
                    <a:pt x="455890" y="1022591"/>
                  </a:lnTo>
                  <a:lnTo>
                    <a:pt x="482302" y="986421"/>
                  </a:lnTo>
                  <a:lnTo>
                    <a:pt x="509355" y="950757"/>
                  </a:lnTo>
                  <a:lnTo>
                    <a:pt x="537043" y="915608"/>
                  </a:lnTo>
                  <a:lnTo>
                    <a:pt x="565355" y="880982"/>
                  </a:lnTo>
                  <a:lnTo>
                    <a:pt x="594284" y="846887"/>
                  </a:lnTo>
                  <a:lnTo>
                    <a:pt x="623821" y="813333"/>
                  </a:lnTo>
                  <a:lnTo>
                    <a:pt x="653957" y="780327"/>
                  </a:lnTo>
                  <a:lnTo>
                    <a:pt x="684684" y="747877"/>
                  </a:lnTo>
                  <a:lnTo>
                    <a:pt x="715994" y="715994"/>
                  </a:lnTo>
                  <a:lnTo>
                    <a:pt x="747877" y="684684"/>
                  </a:lnTo>
                  <a:lnTo>
                    <a:pt x="780327" y="653957"/>
                  </a:lnTo>
                  <a:lnTo>
                    <a:pt x="813333" y="623821"/>
                  </a:lnTo>
                  <a:lnTo>
                    <a:pt x="846887" y="594284"/>
                  </a:lnTo>
                  <a:lnTo>
                    <a:pt x="880982" y="565355"/>
                  </a:lnTo>
                  <a:lnTo>
                    <a:pt x="915608" y="537043"/>
                  </a:lnTo>
                  <a:lnTo>
                    <a:pt x="950757" y="509355"/>
                  </a:lnTo>
                  <a:lnTo>
                    <a:pt x="986421" y="482302"/>
                  </a:lnTo>
                  <a:lnTo>
                    <a:pt x="1022591" y="455890"/>
                  </a:lnTo>
                  <a:lnTo>
                    <a:pt x="1059258" y="430128"/>
                  </a:lnTo>
                  <a:lnTo>
                    <a:pt x="1096414" y="405025"/>
                  </a:lnTo>
                  <a:lnTo>
                    <a:pt x="1134051" y="380590"/>
                  </a:lnTo>
                  <a:lnTo>
                    <a:pt x="1172160" y="356831"/>
                  </a:lnTo>
                  <a:lnTo>
                    <a:pt x="1210733" y="333755"/>
                  </a:lnTo>
                  <a:lnTo>
                    <a:pt x="1249760" y="311373"/>
                  </a:lnTo>
                  <a:lnTo>
                    <a:pt x="1289235" y="289693"/>
                  </a:lnTo>
                  <a:lnTo>
                    <a:pt x="1329147" y="268722"/>
                  </a:lnTo>
                  <a:lnTo>
                    <a:pt x="1369489" y="248469"/>
                  </a:lnTo>
                  <a:lnTo>
                    <a:pt x="1410252" y="228944"/>
                  </a:lnTo>
                  <a:lnTo>
                    <a:pt x="1451428" y="210153"/>
                  </a:lnTo>
                  <a:lnTo>
                    <a:pt x="1493008" y="192107"/>
                  </a:lnTo>
                  <a:lnTo>
                    <a:pt x="1534983" y="174813"/>
                  </a:lnTo>
                  <a:lnTo>
                    <a:pt x="1577346" y="158279"/>
                  </a:lnTo>
                  <a:lnTo>
                    <a:pt x="1620087" y="142515"/>
                  </a:lnTo>
                  <a:lnTo>
                    <a:pt x="1663198" y="127529"/>
                  </a:lnTo>
                  <a:lnTo>
                    <a:pt x="1706671" y="113329"/>
                  </a:lnTo>
                  <a:lnTo>
                    <a:pt x="1750497" y="99924"/>
                  </a:lnTo>
                  <a:lnTo>
                    <a:pt x="1794668" y="87323"/>
                  </a:lnTo>
                  <a:lnTo>
                    <a:pt x="1839175" y="75533"/>
                  </a:lnTo>
                  <a:lnTo>
                    <a:pt x="1884010" y="64563"/>
                  </a:lnTo>
                  <a:lnTo>
                    <a:pt x="1929164" y="54422"/>
                  </a:lnTo>
                  <a:lnTo>
                    <a:pt x="1974629" y="45118"/>
                  </a:lnTo>
                  <a:lnTo>
                    <a:pt x="2020396" y="36660"/>
                  </a:lnTo>
                  <a:lnTo>
                    <a:pt x="2066456" y="29057"/>
                  </a:lnTo>
                  <a:lnTo>
                    <a:pt x="2112802" y="22316"/>
                  </a:lnTo>
                  <a:lnTo>
                    <a:pt x="2159424" y="16446"/>
                  </a:lnTo>
                  <a:lnTo>
                    <a:pt x="2206315" y="11456"/>
                  </a:lnTo>
                  <a:lnTo>
                    <a:pt x="2253466" y="7354"/>
                  </a:lnTo>
                  <a:lnTo>
                    <a:pt x="2300868" y="4149"/>
                  </a:lnTo>
                  <a:lnTo>
                    <a:pt x="2348512" y="1850"/>
                  </a:lnTo>
                  <a:lnTo>
                    <a:pt x="2396391" y="463"/>
                  </a:lnTo>
                  <a:lnTo>
                    <a:pt x="2444496" y="0"/>
                  </a:lnTo>
                  <a:lnTo>
                    <a:pt x="2492600" y="463"/>
                  </a:lnTo>
                  <a:lnTo>
                    <a:pt x="2540479" y="1850"/>
                  </a:lnTo>
                  <a:lnTo>
                    <a:pt x="2588123" y="4149"/>
                  </a:lnTo>
                  <a:lnTo>
                    <a:pt x="2635525" y="7354"/>
                  </a:lnTo>
                  <a:lnTo>
                    <a:pt x="2682676" y="11456"/>
                  </a:lnTo>
                  <a:lnTo>
                    <a:pt x="2729567" y="16446"/>
                  </a:lnTo>
                  <a:lnTo>
                    <a:pt x="2776189" y="22316"/>
                  </a:lnTo>
                  <a:lnTo>
                    <a:pt x="2822535" y="29057"/>
                  </a:lnTo>
                  <a:lnTo>
                    <a:pt x="2868595" y="36660"/>
                  </a:lnTo>
                  <a:lnTo>
                    <a:pt x="2914362" y="45118"/>
                  </a:lnTo>
                  <a:lnTo>
                    <a:pt x="2959827" y="54422"/>
                  </a:lnTo>
                  <a:lnTo>
                    <a:pt x="3004981" y="64563"/>
                  </a:lnTo>
                  <a:lnTo>
                    <a:pt x="3049816" y="75533"/>
                  </a:lnTo>
                  <a:lnTo>
                    <a:pt x="3094323" y="87323"/>
                  </a:lnTo>
                  <a:lnTo>
                    <a:pt x="3138494" y="99924"/>
                  </a:lnTo>
                  <a:lnTo>
                    <a:pt x="3182320" y="113329"/>
                  </a:lnTo>
                  <a:lnTo>
                    <a:pt x="3225793" y="127529"/>
                  </a:lnTo>
                  <a:lnTo>
                    <a:pt x="3268904" y="142515"/>
                  </a:lnTo>
                  <a:lnTo>
                    <a:pt x="3311645" y="158279"/>
                  </a:lnTo>
                  <a:lnTo>
                    <a:pt x="3354008" y="174813"/>
                  </a:lnTo>
                  <a:lnTo>
                    <a:pt x="3395983" y="192107"/>
                  </a:lnTo>
                  <a:lnTo>
                    <a:pt x="3437563" y="210153"/>
                  </a:lnTo>
                  <a:lnTo>
                    <a:pt x="3478739" y="228944"/>
                  </a:lnTo>
                  <a:lnTo>
                    <a:pt x="3519502" y="248469"/>
                  </a:lnTo>
                  <a:lnTo>
                    <a:pt x="3559844" y="268722"/>
                  </a:lnTo>
                  <a:lnTo>
                    <a:pt x="3599756" y="289693"/>
                  </a:lnTo>
                  <a:lnTo>
                    <a:pt x="3639231" y="311373"/>
                  </a:lnTo>
                  <a:lnTo>
                    <a:pt x="3678258" y="333755"/>
                  </a:lnTo>
                  <a:lnTo>
                    <a:pt x="3716831" y="356831"/>
                  </a:lnTo>
                  <a:lnTo>
                    <a:pt x="3754940" y="380590"/>
                  </a:lnTo>
                  <a:lnTo>
                    <a:pt x="3792577" y="405025"/>
                  </a:lnTo>
                  <a:lnTo>
                    <a:pt x="3829733" y="430128"/>
                  </a:lnTo>
                  <a:lnTo>
                    <a:pt x="3866400" y="455890"/>
                  </a:lnTo>
                  <a:lnTo>
                    <a:pt x="3902570" y="482302"/>
                  </a:lnTo>
                  <a:lnTo>
                    <a:pt x="3938234" y="509355"/>
                  </a:lnTo>
                  <a:lnTo>
                    <a:pt x="3973383" y="537043"/>
                  </a:lnTo>
                  <a:lnTo>
                    <a:pt x="4008009" y="565355"/>
                  </a:lnTo>
                  <a:lnTo>
                    <a:pt x="4042104" y="594284"/>
                  </a:lnTo>
                  <a:lnTo>
                    <a:pt x="4075658" y="623821"/>
                  </a:lnTo>
                  <a:lnTo>
                    <a:pt x="4108664" y="653957"/>
                  </a:lnTo>
                  <a:lnTo>
                    <a:pt x="4141114" y="684684"/>
                  </a:lnTo>
                  <a:lnTo>
                    <a:pt x="4172997" y="715994"/>
                  </a:lnTo>
                  <a:lnTo>
                    <a:pt x="4204307" y="747877"/>
                  </a:lnTo>
                  <a:lnTo>
                    <a:pt x="4235034" y="780327"/>
                  </a:lnTo>
                  <a:lnTo>
                    <a:pt x="4265170" y="813333"/>
                  </a:lnTo>
                  <a:lnTo>
                    <a:pt x="4294707" y="846887"/>
                  </a:lnTo>
                  <a:lnTo>
                    <a:pt x="4323636" y="880982"/>
                  </a:lnTo>
                  <a:lnTo>
                    <a:pt x="4351948" y="915608"/>
                  </a:lnTo>
                  <a:lnTo>
                    <a:pt x="4379636" y="950757"/>
                  </a:lnTo>
                  <a:lnTo>
                    <a:pt x="4406689" y="986421"/>
                  </a:lnTo>
                  <a:lnTo>
                    <a:pt x="4433101" y="1022591"/>
                  </a:lnTo>
                  <a:lnTo>
                    <a:pt x="4458863" y="1059258"/>
                  </a:lnTo>
                  <a:lnTo>
                    <a:pt x="4483966" y="1096414"/>
                  </a:lnTo>
                  <a:lnTo>
                    <a:pt x="4508401" y="1134051"/>
                  </a:lnTo>
                  <a:lnTo>
                    <a:pt x="4532160" y="1172160"/>
                  </a:lnTo>
                  <a:lnTo>
                    <a:pt x="4555236" y="1210733"/>
                  </a:lnTo>
                  <a:lnTo>
                    <a:pt x="4577618" y="1249760"/>
                  </a:lnTo>
                  <a:lnTo>
                    <a:pt x="4599298" y="1289235"/>
                  </a:lnTo>
                  <a:lnTo>
                    <a:pt x="4620269" y="1329147"/>
                  </a:lnTo>
                  <a:lnTo>
                    <a:pt x="4640522" y="1369489"/>
                  </a:lnTo>
                  <a:lnTo>
                    <a:pt x="4660047" y="1410252"/>
                  </a:lnTo>
                  <a:lnTo>
                    <a:pt x="4678838" y="1451428"/>
                  </a:lnTo>
                  <a:lnTo>
                    <a:pt x="4696884" y="1493008"/>
                  </a:lnTo>
                  <a:lnTo>
                    <a:pt x="4714178" y="1534983"/>
                  </a:lnTo>
                  <a:lnTo>
                    <a:pt x="4730712" y="1577346"/>
                  </a:lnTo>
                  <a:lnTo>
                    <a:pt x="4746476" y="1620087"/>
                  </a:lnTo>
                  <a:lnTo>
                    <a:pt x="4761462" y="1663198"/>
                  </a:lnTo>
                  <a:lnTo>
                    <a:pt x="4775662" y="1706671"/>
                  </a:lnTo>
                  <a:lnTo>
                    <a:pt x="4789067" y="1750497"/>
                  </a:lnTo>
                  <a:lnTo>
                    <a:pt x="4801668" y="1794668"/>
                  </a:lnTo>
                  <a:lnTo>
                    <a:pt x="4813458" y="1839175"/>
                  </a:lnTo>
                  <a:lnTo>
                    <a:pt x="4824428" y="1884010"/>
                  </a:lnTo>
                  <a:lnTo>
                    <a:pt x="4834569" y="1929164"/>
                  </a:lnTo>
                  <a:lnTo>
                    <a:pt x="4843873" y="1974629"/>
                  </a:lnTo>
                  <a:lnTo>
                    <a:pt x="4852331" y="2020396"/>
                  </a:lnTo>
                  <a:lnTo>
                    <a:pt x="4859934" y="2066456"/>
                  </a:lnTo>
                  <a:lnTo>
                    <a:pt x="4866675" y="2112802"/>
                  </a:lnTo>
                  <a:lnTo>
                    <a:pt x="4872545" y="2159424"/>
                  </a:lnTo>
                  <a:lnTo>
                    <a:pt x="4877535" y="2206315"/>
                  </a:lnTo>
                  <a:lnTo>
                    <a:pt x="4881637" y="2253466"/>
                  </a:lnTo>
                  <a:lnTo>
                    <a:pt x="4884842" y="2300868"/>
                  </a:lnTo>
                  <a:lnTo>
                    <a:pt x="4887141" y="2348512"/>
                  </a:lnTo>
                  <a:lnTo>
                    <a:pt x="4888528" y="2396391"/>
                  </a:lnTo>
                  <a:lnTo>
                    <a:pt x="4888992" y="2444496"/>
                  </a:lnTo>
                  <a:lnTo>
                    <a:pt x="4888528" y="2492600"/>
                  </a:lnTo>
                  <a:lnTo>
                    <a:pt x="4887141" y="2540479"/>
                  </a:lnTo>
                  <a:lnTo>
                    <a:pt x="4884842" y="2588123"/>
                  </a:lnTo>
                  <a:lnTo>
                    <a:pt x="4881637" y="2635525"/>
                  </a:lnTo>
                  <a:lnTo>
                    <a:pt x="4877535" y="2682676"/>
                  </a:lnTo>
                  <a:lnTo>
                    <a:pt x="4872545" y="2729567"/>
                  </a:lnTo>
                  <a:lnTo>
                    <a:pt x="4866675" y="2776189"/>
                  </a:lnTo>
                  <a:lnTo>
                    <a:pt x="4859934" y="2822535"/>
                  </a:lnTo>
                  <a:lnTo>
                    <a:pt x="4852331" y="2868595"/>
                  </a:lnTo>
                  <a:lnTo>
                    <a:pt x="4843873" y="2914362"/>
                  </a:lnTo>
                  <a:lnTo>
                    <a:pt x="4834569" y="2959827"/>
                  </a:lnTo>
                  <a:lnTo>
                    <a:pt x="4824428" y="3004981"/>
                  </a:lnTo>
                  <a:lnTo>
                    <a:pt x="4813458" y="3049816"/>
                  </a:lnTo>
                  <a:lnTo>
                    <a:pt x="4801668" y="3094323"/>
                  </a:lnTo>
                  <a:lnTo>
                    <a:pt x="4789067" y="3138494"/>
                  </a:lnTo>
                  <a:lnTo>
                    <a:pt x="4775662" y="3182320"/>
                  </a:lnTo>
                  <a:lnTo>
                    <a:pt x="4761462" y="3225793"/>
                  </a:lnTo>
                  <a:lnTo>
                    <a:pt x="4746476" y="3268904"/>
                  </a:lnTo>
                  <a:lnTo>
                    <a:pt x="4730712" y="3311645"/>
                  </a:lnTo>
                  <a:lnTo>
                    <a:pt x="4714178" y="3354008"/>
                  </a:lnTo>
                  <a:lnTo>
                    <a:pt x="4696884" y="3395983"/>
                  </a:lnTo>
                  <a:lnTo>
                    <a:pt x="4678838" y="3437563"/>
                  </a:lnTo>
                  <a:lnTo>
                    <a:pt x="4660047" y="3478739"/>
                  </a:lnTo>
                  <a:lnTo>
                    <a:pt x="4640522" y="3519502"/>
                  </a:lnTo>
                  <a:lnTo>
                    <a:pt x="4620269" y="3559844"/>
                  </a:lnTo>
                  <a:lnTo>
                    <a:pt x="4599298" y="3599756"/>
                  </a:lnTo>
                  <a:lnTo>
                    <a:pt x="4577618" y="3639231"/>
                  </a:lnTo>
                  <a:lnTo>
                    <a:pt x="4555235" y="3678258"/>
                  </a:lnTo>
                  <a:lnTo>
                    <a:pt x="4532160" y="3716831"/>
                  </a:lnTo>
                  <a:lnTo>
                    <a:pt x="4508401" y="3754940"/>
                  </a:lnTo>
                  <a:lnTo>
                    <a:pt x="4483966" y="3792577"/>
                  </a:lnTo>
                  <a:lnTo>
                    <a:pt x="4458863" y="3829733"/>
                  </a:lnTo>
                  <a:lnTo>
                    <a:pt x="4433101" y="3866400"/>
                  </a:lnTo>
                  <a:lnTo>
                    <a:pt x="4406689" y="3902570"/>
                  </a:lnTo>
                  <a:lnTo>
                    <a:pt x="4379636" y="3938234"/>
                  </a:lnTo>
                  <a:lnTo>
                    <a:pt x="4351948" y="3973383"/>
                  </a:lnTo>
                  <a:lnTo>
                    <a:pt x="4323636" y="4008009"/>
                  </a:lnTo>
                  <a:lnTo>
                    <a:pt x="4294707" y="4042104"/>
                  </a:lnTo>
                  <a:lnTo>
                    <a:pt x="4265170" y="4075658"/>
                  </a:lnTo>
                  <a:lnTo>
                    <a:pt x="4235034" y="4108664"/>
                  </a:lnTo>
                  <a:lnTo>
                    <a:pt x="4204307" y="4141114"/>
                  </a:lnTo>
                  <a:lnTo>
                    <a:pt x="4172997" y="4172997"/>
                  </a:lnTo>
                  <a:lnTo>
                    <a:pt x="4141114" y="4204307"/>
                  </a:lnTo>
                  <a:lnTo>
                    <a:pt x="4108664" y="4235034"/>
                  </a:lnTo>
                  <a:lnTo>
                    <a:pt x="4075658" y="4265170"/>
                  </a:lnTo>
                  <a:lnTo>
                    <a:pt x="4042104" y="4294707"/>
                  </a:lnTo>
                  <a:lnTo>
                    <a:pt x="4008009" y="4323636"/>
                  </a:lnTo>
                  <a:lnTo>
                    <a:pt x="3973383" y="4351948"/>
                  </a:lnTo>
                  <a:lnTo>
                    <a:pt x="3938234" y="4379636"/>
                  </a:lnTo>
                  <a:lnTo>
                    <a:pt x="3902570" y="4406689"/>
                  </a:lnTo>
                  <a:lnTo>
                    <a:pt x="3866400" y="4433101"/>
                  </a:lnTo>
                  <a:lnTo>
                    <a:pt x="3829733" y="4458863"/>
                  </a:lnTo>
                  <a:lnTo>
                    <a:pt x="3792577" y="4483966"/>
                  </a:lnTo>
                  <a:lnTo>
                    <a:pt x="3754940" y="4508401"/>
                  </a:lnTo>
                  <a:lnTo>
                    <a:pt x="3716831" y="4532160"/>
                  </a:lnTo>
                  <a:lnTo>
                    <a:pt x="3678258" y="4555236"/>
                  </a:lnTo>
                  <a:lnTo>
                    <a:pt x="3639231" y="4577618"/>
                  </a:lnTo>
                  <a:lnTo>
                    <a:pt x="3599756" y="4599298"/>
                  </a:lnTo>
                  <a:lnTo>
                    <a:pt x="3559844" y="4620269"/>
                  </a:lnTo>
                  <a:lnTo>
                    <a:pt x="3519502" y="4640522"/>
                  </a:lnTo>
                  <a:lnTo>
                    <a:pt x="3478739" y="4660047"/>
                  </a:lnTo>
                  <a:lnTo>
                    <a:pt x="3437563" y="4678838"/>
                  </a:lnTo>
                  <a:lnTo>
                    <a:pt x="3395983" y="4696884"/>
                  </a:lnTo>
                  <a:lnTo>
                    <a:pt x="3354008" y="4714178"/>
                  </a:lnTo>
                  <a:lnTo>
                    <a:pt x="3311645" y="4730712"/>
                  </a:lnTo>
                  <a:lnTo>
                    <a:pt x="3268904" y="4746476"/>
                  </a:lnTo>
                  <a:lnTo>
                    <a:pt x="3225793" y="4761462"/>
                  </a:lnTo>
                  <a:lnTo>
                    <a:pt x="3182320" y="4775662"/>
                  </a:lnTo>
                  <a:lnTo>
                    <a:pt x="3138494" y="4789067"/>
                  </a:lnTo>
                  <a:lnTo>
                    <a:pt x="3094323" y="4801668"/>
                  </a:lnTo>
                  <a:lnTo>
                    <a:pt x="3049816" y="4813458"/>
                  </a:lnTo>
                  <a:lnTo>
                    <a:pt x="3004981" y="4824428"/>
                  </a:lnTo>
                  <a:lnTo>
                    <a:pt x="2959827" y="4834569"/>
                  </a:lnTo>
                  <a:lnTo>
                    <a:pt x="2914362" y="4843873"/>
                  </a:lnTo>
                  <a:lnTo>
                    <a:pt x="2868595" y="4852331"/>
                  </a:lnTo>
                  <a:lnTo>
                    <a:pt x="2822535" y="4859934"/>
                  </a:lnTo>
                  <a:lnTo>
                    <a:pt x="2776189" y="4866675"/>
                  </a:lnTo>
                  <a:lnTo>
                    <a:pt x="2729567" y="4872545"/>
                  </a:lnTo>
                  <a:lnTo>
                    <a:pt x="2682676" y="4877535"/>
                  </a:lnTo>
                  <a:lnTo>
                    <a:pt x="2635525" y="4881637"/>
                  </a:lnTo>
                  <a:lnTo>
                    <a:pt x="2588123" y="4884842"/>
                  </a:lnTo>
                  <a:lnTo>
                    <a:pt x="2540479" y="4887141"/>
                  </a:lnTo>
                  <a:lnTo>
                    <a:pt x="2492600" y="4888528"/>
                  </a:lnTo>
                  <a:lnTo>
                    <a:pt x="2444496" y="4888992"/>
                  </a:lnTo>
                  <a:lnTo>
                    <a:pt x="2396391" y="4888528"/>
                  </a:lnTo>
                  <a:lnTo>
                    <a:pt x="2348512" y="4887141"/>
                  </a:lnTo>
                  <a:lnTo>
                    <a:pt x="2300868" y="4884842"/>
                  </a:lnTo>
                  <a:lnTo>
                    <a:pt x="2253466" y="4881637"/>
                  </a:lnTo>
                  <a:lnTo>
                    <a:pt x="2206315" y="4877535"/>
                  </a:lnTo>
                  <a:lnTo>
                    <a:pt x="2159424" y="4872545"/>
                  </a:lnTo>
                  <a:lnTo>
                    <a:pt x="2112802" y="4866675"/>
                  </a:lnTo>
                  <a:lnTo>
                    <a:pt x="2066456" y="4859934"/>
                  </a:lnTo>
                  <a:lnTo>
                    <a:pt x="2020396" y="4852331"/>
                  </a:lnTo>
                  <a:lnTo>
                    <a:pt x="1974629" y="4843873"/>
                  </a:lnTo>
                  <a:lnTo>
                    <a:pt x="1929164" y="4834569"/>
                  </a:lnTo>
                  <a:lnTo>
                    <a:pt x="1884010" y="4824428"/>
                  </a:lnTo>
                  <a:lnTo>
                    <a:pt x="1839175" y="4813458"/>
                  </a:lnTo>
                  <a:lnTo>
                    <a:pt x="1794668" y="4801668"/>
                  </a:lnTo>
                  <a:lnTo>
                    <a:pt x="1750497" y="4789067"/>
                  </a:lnTo>
                  <a:lnTo>
                    <a:pt x="1706671" y="4775662"/>
                  </a:lnTo>
                  <a:lnTo>
                    <a:pt x="1663198" y="4761462"/>
                  </a:lnTo>
                  <a:lnTo>
                    <a:pt x="1620087" y="4746476"/>
                  </a:lnTo>
                  <a:lnTo>
                    <a:pt x="1577346" y="4730712"/>
                  </a:lnTo>
                  <a:lnTo>
                    <a:pt x="1534983" y="4714178"/>
                  </a:lnTo>
                  <a:lnTo>
                    <a:pt x="1493008" y="4696884"/>
                  </a:lnTo>
                  <a:lnTo>
                    <a:pt x="1451428" y="4678838"/>
                  </a:lnTo>
                  <a:lnTo>
                    <a:pt x="1410252" y="4660047"/>
                  </a:lnTo>
                  <a:lnTo>
                    <a:pt x="1369489" y="4640522"/>
                  </a:lnTo>
                  <a:lnTo>
                    <a:pt x="1329147" y="4620269"/>
                  </a:lnTo>
                  <a:lnTo>
                    <a:pt x="1289235" y="4599298"/>
                  </a:lnTo>
                  <a:lnTo>
                    <a:pt x="1249760" y="4577618"/>
                  </a:lnTo>
                  <a:lnTo>
                    <a:pt x="1210733" y="4555235"/>
                  </a:lnTo>
                  <a:lnTo>
                    <a:pt x="1172160" y="4532160"/>
                  </a:lnTo>
                  <a:lnTo>
                    <a:pt x="1134051" y="4508401"/>
                  </a:lnTo>
                  <a:lnTo>
                    <a:pt x="1096414" y="4483966"/>
                  </a:lnTo>
                  <a:lnTo>
                    <a:pt x="1059258" y="4458863"/>
                  </a:lnTo>
                  <a:lnTo>
                    <a:pt x="1022591" y="4433101"/>
                  </a:lnTo>
                  <a:lnTo>
                    <a:pt x="986421" y="4406689"/>
                  </a:lnTo>
                  <a:lnTo>
                    <a:pt x="950757" y="4379636"/>
                  </a:lnTo>
                  <a:lnTo>
                    <a:pt x="915608" y="4351948"/>
                  </a:lnTo>
                  <a:lnTo>
                    <a:pt x="880982" y="4323636"/>
                  </a:lnTo>
                  <a:lnTo>
                    <a:pt x="846887" y="4294707"/>
                  </a:lnTo>
                  <a:lnTo>
                    <a:pt x="813333" y="4265170"/>
                  </a:lnTo>
                  <a:lnTo>
                    <a:pt x="780327" y="4235034"/>
                  </a:lnTo>
                  <a:lnTo>
                    <a:pt x="747877" y="4204307"/>
                  </a:lnTo>
                  <a:lnTo>
                    <a:pt x="715994" y="4172997"/>
                  </a:lnTo>
                  <a:lnTo>
                    <a:pt x="684684" y="4141114"/>
                  </a:lnTo>
                  <a:lnTo>
                    <a:pt x="653957" y="4108664"/>
                  </a:lnTo>
                  <a:lnTo>
                    <a:pt x="623821" y="4075658"/>
                  </a:lnTo>
                  <a:lnTo>
                    <a:pt x="594284" y="4042104"/>
                  </a:lnTo>
                  <a:lnTo>
                    <a:pt x="565355" y="4008009"/>
                  </a:lnTo>
                  <a:lnTo>
                    <a:pt x="537043" y="3973383"/>
                  </a:lnTo>
                  <a:lnTo>
                    <a:pt x="509355" y="3938234"/>
                  </a:lnTo>
                  <a:lnTo>
                    <a:pt x="482302" y="3902570"/>
                  </a:lnTo>
                  <a:lnTo>
                    <a:pt x="455890" y="3866400"/>
                  </a:lnTo>
                  <a:lnTo>
                    <a:pt x="430128" y="3829733"/>
                  </a:lnTo>
                  <a:lnTo>
                    <a:pt x="405025" y="3792577"/>
                  </a:lnTo>
                  <a:lnTo>
                    <a:pt x="380590" y="3754940"/>
                  </a:lnTo>
                  <a:lnTo>
                    <a:pt x="356831" y="3716831"/>
                  </a:lnTo>
                  <a:lnTo>
                    <a:pt x="333755" y="3678258"/>
                  </a:lnTo>
                  <a:lnTo>
                    <a:pt x="311373" y="3639231"/>
                  </a:lnTo>
                  <a:lnTo>
                    <a:pt x="289693" y="3599756"/>
                  </a:lnTo>
                  <a:lnTo>
                    <a:pt x="268722" y="3559844"/>
                  </a:lnTo>
                  <a:lnTo>
                    <a:pt x="248469" y="3519502"/>
                  </a:lnTo>
                  <a:lnTo>
                    <a:pt x="228944" y="3478739"/>
                  </a:lnTo>
                  <a:lnTo>
                    <a:pt x="210153" y="3437563"/>
                  </a:lnTo>
                  <a:lnTo>
                    <a:pt x="192107" y="3395983"/>
                  </a:lnTo>
                  <a:lnTo>
                    <a:pt x="174813" y="3354008"/>
                  </a:lnTo>
                  <a:lnTo>
                    <a:pt x="158279" y="3311645"/>
                  </a:lnTo>
                  <a:lnTo>
                    <a:pt x="142515" y="3268904"/>
                  </a:lnTo>
                  <a:lnTo>
                    <a:pt x="127529" y="3225793"/>
                  </a:lnTo>
                  <a:lnTo>
                    <a:pt x="113329" y="3182320"/>
                  </a:lnTo>
                  <a:lnTo>
                    <a:pt x="99924" y="3138494"/>
                  </a:lnTo>
                  <a:lnTo>
                    <a:pt x="87323" y="3094323"/>
                  </a:lnTo>
                  <a:lnTo>
                    <a:pt x="75533" y="3049816"/>
                  </a:lnTo>
                  <a:lnTo>
                    <a:pt x="64563" y="3004981"/>
                  </a:lnTo>
                  <a:lnTo>
                    <a:pt x="54422" y="2959827"/>
                  </a:lnTo>
                  <a:lnTo>
                    <a:pt x="45118" y="2914362"/>
                  </a:lnTo>
                  <a:lnTo>
                    <a:pt x="36660" y="2868595"/>
                  </a:lnTo>
                  <a:lnTo>
                    <a:pt x="29057" y="2822535"/>
                  </a:lnTo>
                  <a:lnTo>
                    <a:pt x="22316" y="2776189"/>
                  </a:lnTo>
                  <a:lnTo>
                    <a:pt x="16446" y="2729567"/>
                  </a:lnTo>
                  <a:lnTo>
                    <a:pt x="11456" y="2682676"/>
                  </a:lnTo>
                  <a:lnTo>
                    <a:pt x="7354" y="2635525"/>
                  </a:lnTo>
                  <a:lnTo>
                    <a:pt x="4149" y="2588123"/>
                  </a:lnTo>
                  <a:lnTo>
                    <a:pt x="1850" y="2540479"/>
                  </a:lnTo>
                  <a:lnTo>
                    <a:pt x="463" y="2492600"/>
                  </a:lnTo>
                  <a:lnTo>
                    <a:pt x="0" y="244449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572000" y="2447814"/>
            <a:ext cx="3150108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4165" marR="5080" indent="-267335">
              <a:lnSpc>
                <a:spcPct val="100000"/>
              </a:lnSpc>
              <a:spcBef>
                <a:spcPts val="95"/>
              </a:spcBef>
            </a:pPr>
            <a:r>
              <a:rPr spc="10" dirty="0"/>
              <a:t>Thanks</a:t>
            </a:r>
            <a:r>
              <a:rPr spc="-70" dirty="0"/>
              <a:t> </a:t>
            </a:r>
            <a:r>
              <a:rPr spc="-50" dirty="0"/>
              <a:t>For  </a:t>
            </a:r>
            <a:r>
              <a:rPr spc="-5" dirty="0"/>
              <a:t>Listening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159629" y="3728357"/>
            <a:ext cx="1974850" cy="806631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90"/>
              </a:spcBef>
            </a:pPr>
            <a:r>
              <a:rPr lang="en-US" altLang="zh-CN" sz="2000" spc="65" dirty="0">
                <a:latin typeface="等线" panose="02010600030101010101" pitchFamily="2" charset="-122"/>
                <a:ea typeface="等线" panose="02010600030101010101" pitchFamily="2" charset="-122"/>
                <a:cs typeface="UKIJ CJK"/>
              </a:rPr>
              <a:t>2022-</a:t>
            </a:r>
            <a:r>
              <a:rPr lang="en-US" altLang="zh-CN" sz="2000" spc="-5" dirty="0">
                <a:latin typeface="等线" panose="02010600030101010101" pitchFamily="2" charset="-122"/>
                <a:ea typeface="等线" panose="02010600030101010101" pitchFamily="2" charset="-122"/>
                <a:cs typeface="UKIJ CJK"/>
              </a:rPr>
              <a:t>CS</a:t>
            </a:r>
            <a:endParaRPr sz="2000" dirty="0">
              <a:latin typeface="等线" panose="02010600030101010101" pitchFamily="2" charset="-122"/>
              <a:ea typeface="等线" panose="02010600030101010101" pitchFamily="2" charset="-122"/>
              <a:cs typeface="UKIJ CJK"/>
            </a:endParaRPr>
          </a:p>
          <a:p>
            <a:pPr algn="ctr">
              <a:lnSpc>
                <a:spcPct val="100000"/>
              </a:lnSpc>
              <a:spcBef>
                <a:spcPts val="750"/>
              </a:spcBef>
            </a:pPr>
            <a:r>
              <a:rPr lang="en-US" sz="2000" dirty="0" err="1">
                <a:latin typeface="等线" panose="02010600030101010101" pitchFamily="2" charset="-122"/>
                <a:ea typeface="等线" panose="02010600030101010101" pitchFamily="2" charset="-122"/>
                <a:cs typeface="Noto Sans CJK HK"/>
              </a:rPr>
              <a:t>R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  <a:cs typeface="Noto Sans CJK HK"/>
              </a:rPr>
              <a:t>uncong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Noto Sans CJK HK"/>
              </a:rPr>
              <a:t> Zhou</a:t>
            </a:r>
            <a:endParaRPr lang="en-US" sz="2000" dirty="0">
              <a:latin typeface="等线" panose="02010600030101010101" pitchFamily="2" charset="-122"/>
              <a:ea typeface="等线" panose="02010600030101010101" pitchFamily="2" charset="-122"/>
              <a:cs typeface="Noto Sans CJK HK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36e70276-60b8-43b8-acf6-69bb1a447f03"/>
  <p:tag name="COMMONDATA" val="eyJoZGlkIjoiYTg0MjdmMjM5M2I0NDU5MDg3ODQ2YTg1YTQzZTJjMDM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3346</TotalTime>
  <Words>1443</Words>
  <Application>Microsoft Office PowerPoint</Application>
  <PresentationFormat>宽屏</PresentationFormat>
  <Paragraphs>157</Paragraphs>
  <Slides>22</Slides>
  <Notes>2</Notes>
  <HiddenSlides>0</HiddenSlides>
  <MMClips>1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Noto Sans CJK HK</vt:lpstr>
      <vt:lpstr>Segoe WPC</vt:lpstr>
      <vt:lpstr>UKIJ CJK</vt:lpstr>
      <vt:lpstr>等线</vt:lpstr>
      <vt:lpstr>微软雅黑</vt:lpstr>
      <vt:lpstr>Arial</vt:lpstr>
      <vt:lpstr>Arial Black</vt:lpstr>
      <vt:lpstr>Calibri</vt:lpstr>
      <vt:lpstr>Times New Roman</vt:lpstr>
      <vt:lpstr>Office Theme</vt:lpstr>
      <vt:lpstr>Mid-Term Defence</vt:lpstr>
      <vt:lpstr>CONTENTS</vt:lpstr>
      <vt:lpstr>PowerPoint 演示文稿</vt:lpstr>
      <vt:lpstr>1. Research Background &amp; Objectives</vt:lpstr>
      <vt:lpstr>1. Research Background &amp; Objectives</vt:lpstr>
      <vt:lpstr>PowerPoint 演示文稿</vt:lpstr>
      <vt:lpstr>Main Function Modules</vt:lpstr>
      <vt:lpstr>Background API &amp; Simulation Flow</vt:lpstr>
      <vt:lpstr>PowerPoint 演示文稿</vt:lpstr>
      <vt:lpstr>Experiment Design</vt:lpstr>
      <vt:lpstr>Platform Overview</vt:lpstr>
      <vt:lpstr>Video Presentation</vt:lpstr>
      <vt:lpstr>Model Comparison</vt:lpstr>
      <vt:lpstr> Impact of Device Count</vt:lpstr>
      <vt:lpstr>Impact of Bandwidth</vt:lpstr>
      <vt:lpstr>Impact of Device Performance</vt:lpstr>
      <vt:lpstr>Conclusions</vt:lpstr>
      <vt:lpstr>PowerPoint 演示文稿</vt:lpstr>
      <vt:lpstr>PowerPoint 演示文稿</vt:lpstr>
      <vt:lpstr>PowerPoint 演示文稿</vt:lpstr>
      <vt:lpstr>PowerPoint 演示文稿</vt:lpstr>
      <vt:lpstr>Thanks For 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陈 羽芃</dc:creator>
  <cp:lastModifiedBy>润聪 周</cp:lastModifiedBy>
  <cp:revision>282</cp:revision>
  <dcterms:created xsi:type="dcterms:W3CDTF">2023-10-01T04:09:00Z</dcterms:created>
  <dcterms:modified xsi:type="dcterms:W3CDTF">2026-03-09T14:36:42Z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2021-11-05T08:00:00Z</vt:filetime>
  </property>
  <property fmtid="{D5CDD505-2E9C-101B-9397-08002B2CF9AE}" pid="3" name="Creator">
    <vt:lpwstr>Microsoft® PowerPoint® 适用于 Microsoft 365</vt:lpwstr>
  </property>
  <property fmtid="{D5CDD505-2E9C-101B-9397-08002B2CF9AE}" pid="4" name="LastSaved">
    <vt:filetime>2023-10-01T08:00:00Z</vt:filetime>
  </property>
  <property fmtid="{D5CDD505-2E9C-101B-9397-08002B2CF9AE}" pid="5" name="ICV">
    <vt:lpwstr>65D9D27BB0CA4815800092DEB4C8FC28</vt:lpwstr>
  </property>
  <property fmtid="{D5CDD505-2E9C-101B-9397-08002B2CF9AE}" pid="6" name="KSOProductBuildVer">
    <vt:lpwstr>2052-11.1.0.12132</vt:lpwstr>
  </property>
</Properties>
</file>